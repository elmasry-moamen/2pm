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460" r:id="rId2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0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A7A7"/>
    <a:srgbClr val="D17B5C"/>
    <a:srgbClr val="DAEEF2"/>
    <a:srgbClr val="7E3188"/>
    <a:srgbClr val="A5A5A5"/>
    <a:srgbClr val="C48170"/>
    <a:srgbClr val="76C1D0"/>
    <a:srgbClr val="786961"/>
    <a:srgbClr val="C7D2D8"/>
    <a:srgbClr val="EF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7AC3CCA-C797-4891-BE02-D94E43425B78}" styleName="Style moyen 4">
    <a:wholeTbl>
      <a:tcTxStyle>
        <a:fontRef idx="minor">
          <a:srgbClr val="000000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  <a:fill>
          <a:solidFill>
            <a:schemeClr val="dk1">
              <a:tint val="4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25400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/>
        <a:fill>
          <a:solidFill>
            <a:schemeClr val="dk1">
              <a:tint val="20000"/>
            </a:schemeClr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20" autoAdjust="0"/>
    <p:restoredTop sz="93741" autoAdjust="0"/>
  </p:normalViewPr>
  <p:slideViewPr>
    <p:cSldViewPr snapToGrid="0">
      <p:cViewPr varScale="1">
        <p:scale>
          <a:sx n="74" d="100"/>
          <a:sy n="74" d="100"/>
        </p:scale>
        <p:origin x="54" y="624"/>
      </p:cViewPr>
      <p:guideLst>
        <p:guide pos="4301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108" y="3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el BORDE" userId="c170603111e0d29b" providerId="LiveId" clId="{C3C29596-27C2-42DE-9590-ED2863C64BAC}"/>
    <pc:docChg chg="undo custSel addSld delSld modSld sldOrd modMainMaster">
      <pc:chgData name="Muriel BORDE" userId="c170603111e0d29b" providerId="LiveId" clId="{C3C29596-27C2-42DE-9590-ED2863C64BAC}" dt="2024-01-14T18:13:36.887" v="6492" actId="478"/>
      <pc:docMkLst>
        <pc:docMk/>
      </pc:docMkLst>
      <pc:sldChg chg="addSp delSp modSp mod">
        <pc:chgData name="Muriel BORDE" userId="c170603111e0d29b" providerId="LiveId" clId="{C3C29596-27C2-42DE-9590-ED2863C64BAC}" dt="2024-01-13T10:10:26.669" v="2486" actId="14100"/>
        <pc:sldMkLst>
          <pc:docMk/>
          <pc:sldMk cId="0" sldId="256"/>
        </pc:sldMkLst>
        <pc:spChg chg="mod">
          <ac:chgData name="Muriel BORDE" userId="c170603111e0d29b" providerId="LiveId" clId="{C3C29596-27C2-42DE-9590-ED2863C64BAC}" dt="2024-01-13T08:39:07.681" v="21" actId="20577"/>
          <ac:spMkLst>
            <pc:docMk/>
            <pc:sldMk cId="0" sldId="256"/>
            <ac:spMk id="3" creationId="{00000000-0000-0000-0000-000000000000}"/>
          </ac:spMkLst>
        </pc:spChg>
        <pc:picChg chg="del">
          <ac:chgData name="Muriel BORDE" userId="c170603111e0d29b" providerId="LiveId" clId="{C3C29596-27C2-42DE-9590-ED2863C64BAC}" dt="2024-01-13T08:40:35.246" v="22" actId="478"/>
          <ac:picMkLst>
            <pc:docMk/>
            <pc:sldMk cId="0" sldId="256"/>
            <ac:picMk id="5" creationId="{D60B9042-0B6F-669B-42C2-67140B214861}"/>
          </ac:picMkLst>
        </pc:picChg>
        <pc:picChg chg="add del mod">
          <ac:chgData name="Muriel BORDE" userId="c170603111e0d29b" providerId="LiveId" clId="{C3C29596-27C2-42DE-9590-ED2863C64BAC}" dt="2024-01-13T08:41:23.508" v="30" actId="478"/>
          <ac:picMkLst>
            <pc:docMk/>
            <pc:sldMk cId="0" sldId="256"/>
            <ac:picMk id="1026" creationId="{29801705-080B-449D-34E9-77D73F24F0A2}"/>
          </ac:picMkLst>
        </pc:picChg>
        <pc:picChg chg="add del mod">
          <ac:chgData name="Muriel BORDE" userId="c170603111e0d29b" providerId="LiveId" clId="{C3C29596-27C2-42DE-9590-ED2863C64BAC}" dt="2024-01-13T08:43:29.886" v="40" actId="478"/>
          <ac:picMkLst>
            <pc:docMk/>
            <pc:sldMk cId="0" sldId="256"/>
            <ac:picMk id="1028" creationId="{7D89B060-9611-E39B-B842-1B52AAADA774}"/>
          </ac:picMkLst>
        </pc:picChg>
        <pc:picChg chg="add del mod">
          <ac:chgData name="Muriel BORDE" userId="c170603111e0d29b" providerId="LiveId" clId="{C3C29596-27C2-42DE-9590-ED2863C64BAC}" dt="2024-01-13T08:42:01.494" v="36" actId="478"/>
          <ac:picMkLst>
            <pc:docMk/>
            <pc:sldMk cId="0" sldId="256"/>
            <ac:picMk id="1030" creationId="{751FBF4C-1A27-D17B-C3A5-4A9684D27CE1}"/>
          </ac:picMkLst>
        </pc:picChg>
        <pc:picChg chg="add del mod">
          <ac:chgData name="Muriel BORDE" userId="c170603111e0d29b" providerId="LiveId" clId="{C3C29596-27C2-42DE-9590-ED2863C64BAC}" dt="2024-01-13T10:10:22.817" v="2484" actId="478"/>
          <ac:picMkLst>
            <pc:docMk/>
            <pc:sldMk cId="0" sldId="256"/>
            <ac:picMk id="1032" creationId="{26504C24-4741-271E-16EA-1EE66C870622}"/>
          </ac:picMkLst>
        </pc:picChg>
        <pc:picChg chg="add mod">
          <ac:chgData name="Muriel BORDE" userId="c170603111e0d29b" providerId="LiveId" clId="{C3C29596-27C2-42DE-9590-ED2863C64BAC}" dt="2024-01-13T10:10:26.669" v="2486" actId="14100"/>
          <ac:picMkLst>
            <pc:docMk/>
            <pc:sldMk cId="0" sldId="256"/>
            <ac:picMk id="1034" creationId="{843AC050-C1DB-8DE6-D517-7D37FFCEEB87}"/>
          </ac:picMkLst>
        </pc:picChg>
      </pc:sldChg>
      <pc:sldChg chg="delSp modSp del mod">
        <pc:chgData name="Muriel BORDE" userId="c170603111e0d29b" providerId="LiveId" clId="{C3C29596-27C2-42DE-9590-ED2863C64BAC}" dt="2024-01-13T08:55:41.794" v="107" actId="47"/>
        <pc:sldMkLst>
          <pc:docMk/>
          <pc:sldMk cId="0" sldId="257"/>
        </pc:sldMkLst>
        <pc:spChg chg="del">
          <ac:chgData name="Muriel BORDE" userId="c170603111e0d29b" providerId="LiveId" clId="{C3C29596-27C2-42DE-9590-ED2863C64BAC}" dt="2024-01-13T08:46:32.070" v="57" actId="478"/>
          <ac:spMkLst>
            <pc:docMk/>
            <pc:sldMk cId="0" sldId="257"/>
            <ac:spMk id="3" creationId="{DB8D41C0-12B4-BF3F-ECBD-9699C0C0DF29}"/>
          </ac:spMkLst>
        </pc:spChg>
        <pc:spChg chg="mod">
          <ac:chgData name="Muriel BORDE" userId="c170603111e0d29b" providerId="LiveId" clId="{C3C29596-27C2-42DE-9590-ED2863C64BAC}" dt="2024-01-13T08:46:28.922" v="56" actId="20577"/>
          <ac:spMkLst>
            <pc:docMk/>
            <pc:sldMk cId="0" sldId="257"/>
            <ac:spMk id="5" creationId="{00000000-0000-0000-0000-000000000000}"/>
          </ac:spMkLst>
        </pc:spChg>
        <pc:spChg chg="del">
          <ac:chgData name="Muriel BORDE" userId="c170603111e0d29b" providerId="LiveId" clId="{C3C29596-27C2-42DE-9590-ED2863C64BAC}" dt="2024-01-13T08:43:53.523" v="43" actId="478"/>
          <ac:spMkLst>
            <pc:docMk/>
            <pc:sldMk cId="0" sldId="257"/>
            <ac:spMk id="9" creationId="{525E4318-7051-AF92-830E-1F71A14D3EB9}"/>
          </ac:spMkLst>
        </pc:spChg>
        <pc:cxnChg chg="del mod">
          <ac:chgData name="Muriel BORDE" userId="c170603111e0d29b" providerId="LiveId" clId="{C3C29596-27C2-42DE-9590-ED2863C64BAC}" dt="2024-01-13T08:43:54.229" v="45" actId="478"/>
          <ac:cxnSpMkLst>
            <pc:docMk/>
            <pc:sldMk cId="0" sldId="257"/>
            <ac:cxnSpMk id="6" creationId="{9A20C42B-933D-7D72-BF55-BCD854E71A18}"/>
          </ac:cxnSpMkLst>
        </pc:cxnChg>
      </pc:sldChg>
      <pc:sldChg chg="addSp delSp modSp mod">
        <pc:chgData name="Muriel BORDE" userId="c170603111e0d29b" providerId="LiveId" clId="{C3C29596-27C2-42DE-9590-ED2863C64BAC}" dt="2024-01-13T10:12:07.096" v="2491" actId="1076"/>
        <pc:sldMkLst>
          <pc:docMk/>
          <pc:sldMk cId="0" sldId="258"/>
        </pc:sldMkLst>
        <pc:spChg chg="del mod">
          <ac:chgData name="Muriel BORDE" userId="c170603111e0d29b" providerId="LiveId" clId="{C3C29596-27C2-42DE-9590-ED2863C64BAC}" dt="2024-01-13T10:08:48.596" v="2470" actId="478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Muriel BORDE" userId="c170603111e0d29b" providerId="LiveId" clId="{C3C29596-27C2-42DE-9590-ED2863C64BAC}" dt="2024-01-13T10:08:51.476" v="2471" actId="478"/>
          <ac:spMkLst>
            <pc:docMk/>
            <pc:sldMk cId="0" sldId="258"/>
            <ac:spMk id="5" creationId="{E9B9DA9E-2A89-8004-6EC8-883840465A32}"/>
          </ac:spMkLst>
        </pc:spChg>
        <pc:spChg chg="add mod ord">
          <ac:chgData name="Muriel BORDE" userId="c170603111e0d29b" providerId="LiveId" clId="{C3C29596-27C2-42DE-9590-ED2863C64BAC}" dt="2024-01-13T10:09:48.695" v="2480" actId="207"/>
          <ac:spMkLst>
            <pc:docMk/>
            <pc:sldMk cId="0" sldId="258"/>
            <ac:spMk id="6" creationId="{1F83251B-108F-585B-8E23-B5E8C0AD7DAD}"/>
          </ac:spMkLst>
        </pc:spChg>
        <pc:picChg chg="add del mod">
          <ac:chgData name="Muriel BORDE" userId="c170603111e0d29b" providerId="LiveId" clId="{C3C29596-27C2-42DE-9590-ED2863C64BAC}" dt="2024-01-13T10:11:58.634" v="2487" actId="478"/>
          <ac:picMkLst>
            <pc:docMk/>
            <pc:sldMk cId="0" sldId="258"/>
            <ac:picMk id="4098" creationId="{283C0D5F-BDD0-9482-9A38-121B0731371C}"/>
          </ac:picMkLst>
        </pc:picChg>
        <pc:picChg chg="add mod">
          <ac:chgData name="Muriel BORDE" userId="c170603111e0d29b" providerId="LiveId" clId="{C3C29596-27C2-42DE-9590-ED2863C64BAC}" dt="2024-01-13T10:12:07.096" v="2491" actId="1076"/>
          <ac:picMkLst>
            <pc:docMk/>
            <pc:sldMk cId="0" sldId="258"/>
            <ac:picMk id="4100" creationId="{4C7327AE-2807-ABA2-4B6F-E5AF9BD4A426}"/>
          </ac:picMkLst>
        </pc:picChg>
      </pc:sldChg>
      <pc:sldChg chg="addSp delSp modSp mod">
        <pc:chgData name="Muriel BORDE" userId="c170603111e0d29b" providerId="LiveId" clId="{C3C29596-27C2-42DE-9590-ED2863C64BAC}" dt="2024-01-13T09:59:38.643" v="2253" actId="20577"/>
        <pc:sldMkLst>
          <pc:docMk/>
          <pc:sldMk cId="3066085892" sldId="260"/>
        </pc:sldMkLst>
        <pc:spChg chg="del">
          <ac:chgData name="Muriel BORDE" userId="c170603111e0d29b" providerId="LiveId" clId="{C3C29596-27C2-42DE-9590-ED2863C64BAC}" dt="2024-01-13T08:56:48.314" v="110" actId="478"/>
          <ac:spMkLst>
            <pc:docMk/>
            <pc:sldMk cId="3066085892" sldId="260"/>
            <ac:spMk id="3" creationId="{A4F3CF76-AAFC-1677-A7D1-5D2C5B547BFD}"/>
          </ac:spMkLst>
        </pc:spChg>
        <pc:spChg chg="del mod">
          <ac:chgData name="Muriel BORDE" userId="c170603111e0d29b" providerId="LiveId" clId="{C3C29596-27C2-42DE-9590-ED2863C64BAC}" dt="2024-01-13T09:59:30.171" v="2239" actId="478"/>
          <ac:spMkLst>
            <pc:docMk/>
            <pc:sldMk cId="3066085892" sldId="260"/>
            <ac:spMk id="5" creationId="{00000000-0000-0000-0000-000000000000}"/>
          </ac:spMkLst>
        </pc:spChg>
        <pc:spChg chg="add mod">
          <ac:chgData name="Muriel BORDE" userId="c170603111e0d29b" providerId="LiveId" clId="{C3C29596-27C2-42DE-9590-ED2863C64BAC}" dt="2024-01-13T09:30:12.340" v="1081" actId="20577"/>
          <ac:spMkLst>
            <pc:docMk/>
            <pc:sldMk cId="3066085892" sldId="260"/>
            <ac:spMk id="6" creationId="{0888CF66-8614-3B48-6C67-FF121F668467}"/>
          </ac:spMkLst>
        </pc:spChg>
        <pc:spChg chg="add mod">
          <ac:chgData name="Muriel BORDE" userId="c170603111e0d29b" providerId="LiveId" clId="{C3C29596-27C2-42DE-9590-ED2863C64BAC}" dt="2024-01-13T09:32:42.152" v="1133" actId="14100"/>
          <ac:spMkLst>
            <pc:docMk/>
            <pc:sldMk cId="3066085892" sldId="260"/>
            <ac:spMk id="7" creationId="{A5104358-5DD0-2F25-D493-5228ECABBCBC}"/>
          </ac:spMkLst>
        </pc:spChg>
        <pc:spChg chg="add mod">
          <ac:chgData name="Muriel BORDE" userId="c170603111e0d29b" providerId="LiveId" clId="{C3C29596-27C2-42DE-9590-ED2863C64BAC}" dt="2024-01-13T09:30:29.172" v="1116" actId="5793"/>
          <ac:spMkLst>
            <pc:docMk/>
            <pc:sldMk cId="3066085892" sldId="260"/>
            <ac:spMk id="8" creationId="{9A11CF81-A8E8-29AC-3DB7-8CDEF5436B72}"/>
          </ac:spMkLst>
        </pc:spChg>
        <pc:spChg chg="add del mod">
          <ac:chgData name="Muriel BORDE" userId="c170603111e0d29b" providerId="LiveId" clId="{C3C29596-27C2-42DE-9590-ED2863C64BAC}" dt="2024-01-13T09:59:33.154" v="2241" actId="478"/>
          <ac:spMkLst>
            <pc:docMk/>
            <pc:sldMk cId="3066085892" sldId="260"/>
            <ac:spMk id="10" creationId="{003FAB67-0B27-01F9-9660-2E6CD0A33648}"/>
          </ac:spMkLst>
        </pc:spChg>
        <pc:spChg chg="add mod">
          <ac:chgData name="Muriel BORDE" userId="c170603111e0d29b" providerId="LiveId" clId="{C3C29596-27C2-42DE-9590-ED2863C64BAC}" dt="2024-01-13T09:59:38.643" v="2253" actId="20577"/>
          <ac:spMkLst>
            <pc:docMk/>
            <pc:sldMk cId="3066085892" sldId="260"/>
            <ac:spMk id="11" creationId="{6697FC73-D2F4-F031-9E9F-29E2480F0B21}"/>
          </ac:spMkLst>
        </pc:spChg>
        <pc:spChg chg="del">
          <ac:chgData name="Muriel BORDE" userId="c170603111e0d29b" providerId="LiveId" clId="{C3C29596-27C2-42DE-9590-ED2863C64BAC}" dt="2024-01-13T08:56:50.044" v="111" actId="478"/>
          <ac:spMkLst>
            <pc:docMk/>
            <pc:sldMk cId="3066085892" sldId="260"/>
            <ac:spMk id="812552092" creationId="{00000000-0000-0000-0000-000000000000}"/>
          </ac:spMkLst>
        </pc:spChg>
        <pc:spChg chg="del">
          <ac:chgData name="Muriel BORDE" userId="c170603111e0d29b" providerId="LiveId" clId="{C3C29596-27C2-42DE-9590-ED2863C64BAC}" dt="2024-01-13T08:56:43.502" v="108" actId="478"/>
          <ac:spMkLst>
            <pc:docMk/>
            <pc:sldMk cId="3066085892" sldId="260"/>
            <ac:spMk id="1568633812" creationId="{00000000-0000-0000-0000-000000000000}"/>
          </ac:spMkLst>
        </pc:spChg>
        <pc:spChg chg="del">
          <ac:chgData name="Muriel BORDE" userId="c170603111e0d29b" providerId="LiveId" clId="{C3C29596-27C2-42DE-9590-ED2863C64BAC}" dt="2024-01-13T08:56:43.502" v="108" actId="478"/>
          <ac:spMkLst>
            <pc:docMk/>
            <pc:sldMk cId="3066085892" sldId="260"/>
            <ac:spMk id="2030433198" creationId="{00000000-0000-0000-0000-000000000000}"/>
          </ac:spMkLst>
        </pc:spChg>
        <pc:picChg chg="add mod">
          <ac:chgData name="Muriel BORDE" userId="c170603111e0d29b" providerId="LiveId" clId="{C3C29596-27C2-42DE-9590-ED2863C64BAC}" dt="2024-01-13T09:29:50.940" v="1074" actId="1076"/>
          <ac:picMkLst>
            <pc:docMk/>
            <pc:sldMk cId="3066085892" sldId="260"/>
            <ac:picMk id="3074" creationId="{CBAEAF30-96CE-B2CF-E2CD-0B1843D8E018}"/>
          </ac:picMkLst>
        </pc:picChg>
        <pc:picChg chg="add mod">
          <ac:chgData name="Muriel BORDE" userId="c170603111e0d29b" providerId="LiveId" clId="{C3C29596-27C2-42DE-9590-ED2863C64BAC}" dt="2024-01-13T09:29:52.845" v="1075" actId="1076"/>
          <ac:picMkLst>
            <pc:docMk/>
            <pc:sldMk cId="3066085892" sldId="260"/>
            <ac:picMk id="3076" creationId="{22782EF1-FFA9-DED4-B8A4-71ABDC005267}"/>
          </ac:picMkLst>
        </pc:picChg>
        <pc:picChg chg="del">
          <ac:chgData name="Muriel BORDE" userId="c170603111e0d29b" providerId="LiveId" clId="{C3C29596-27C2-42DE-9590-ED2863C64BAC}" dt="2024-01-13T08:56:48.314" v="110" actId="478"/>
          <ac:picMkLst>
            <pc:docMk/>
            <pc:sldMk cId="3066085892" sldId="260"/>
            <ac:picMk id="10242" creationId="{40972130-5719-B8C9-6632-9A21669A61AF}"/>
          </ac:picMkLst>
        </pc:picChg>
        <pc:picChg chg="del">
          <ac:chgData name="Muriel BORDE" userId="c170603111e0d29b" providerId="LiveId" clId="{C3C29596-27C2-42DE-9590-ED2863C64BAC}" dt="2024-01-13T08:56:48.314" v="110" actId="478"/>
          <ac:picMkLst>
            <pc:docMk/>
            <pc:sldMk cId="3066085892" sldId="260"/>
            <ac:picMk id="10244" creationId="{E5D3615B-6193-1BF8-1546-26CE62ED6CB4}"/>
          </ac:picMkLst>
        </pc:picChg>
        <pc:picChg chg="del">
          <ac:chgData name="Muriel BORDE" userId="c170603111e0d29b" providerId="LiveId" clId="{C3C29596-27C2-42DE-9590-ED2863C64BAC}" dt="2024-01-13T08:56:48.314" v="110" actId="478"/>
          <ac:picMkLst>
            <pc:docMk/>
            <pc:sldMk cId="3066085892" sldId="260"/>
            <ac:picMk id="10246" creationId="{BF76F019-6BFC-31AA-F1F8-20998B3700DE}"/>
          </ac:picMkLst>
        </pc:picChg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696717428" sldId="266"/>
        </pc:sldMkLst>
        <pc:spChg chg="add del mod ord">
          <ac:chgData name="Muriel BORDE" userId="c170603111e0d29b" providerId="LiveId" clId="{C3C29596-27C2-42DE-9590-ED2863C64BAC}" dt="2024-01-14T09:45:54.574" v="4531" actId="478"/>
          <ac:spMkLst>
            <pc:docMk/>
            <pc:sldMk cId="696717428" sldId="266"/>
            <ac:spMk id="2" creationId="{00D039C2-FF84-ECEF-198C-85017842DD0B}"/>
          </ac:spMkLst>
        </pc:spChg>
        <pc:spChg chg="mod ord">
          <ac:chgData name="Muriel BORDE" userId="c170603111e0d29b" providerId="LiveId" clId="{C3C29596-27C2-42DE-9590-ED2863C64BAC}" dt="2024-01-14T09:14:30.276" v="3517" actId="700"/>
          <ac:spMkLst>
            <pc:docMk/>
            <pc:sldMk cId="696717428" sldId="266"/>
            <ac:spMk id="3" creationId="{0640E89A-C31F-43E1-B741-A9EF060D4D54}"/>
          </ac:spMkLst>
        </pc:spChg>
        <pc:spChg chg="add del mod ord">
          <ac:chgData name="Muriel BORDE" userId="c170603111e0d29b" providerId="LiveId" clId="{C3C29596-27C2-42DE-9590-ED2863C64BAC}" dt="2024-01-14T09:45:54.574" v="4531" actId="478"/>
          <ac:spMkLst>
            <pc:docMk/>
            <pc:sldMk cId="696717428" sldId="266"/>
            <ac:spMk id="4" creationId="{DE384C1C-0367-1342-A0BE-AF89F282B541}"/>
          </ac:spMkLst>
        </pc:spChg>
        <pc:spChg chg="add mod">
          <ac:chgData name="Muriel BORDE" userId="c170603111e0d29b" providerId="LiveId" clId="{C3C29596-27C2-42DE-9590-ED2863C64BAC}" dt="2024-01-14T10:25:37.049" v="5347" actId="113"/>
          <ac:spMkLst>
            <pc:docMk/>
            <pc:sldMk cId="696717428" sldId="266"/>
            <ac:spMk id="6" creationId="{687D5195-D24D-B5BF-472B-D360D89BDC30}"/>
          </ac:spMkLst>
        </pc:spChg>
        <pc:spChg chg="add mod">
          <ac:chgData name="Muriel BORDE" userId="c170603111e0d29b" providerId="LiveId" clId="{C3C29596-27C2-42DE-9590-ED2863C64BAC}" dt="2024-01-14T09:45:55.745" v="4532"/>
          <ac:spMkLst>
            <pc:docMk/>
            <pc:sldMk cId="696717428" sldId="266"/>
            <ac:spMk id="7" creationId="{B0C670E1-46F7-689A-92B6-F4D1C009D98D}"/>
          </ac:spMkLst>
        </pc:spChg>
        <pc:spChg chg="del mod">
          <ac:chgData name="Muriel BORDE" userId="c170603111e0d29b" providerId="LiveId" clId="{C3C29596-27C2-42DE-9590-ED2863C64BAC}" dt="2024-01-14T09:45:24.328" v="4476" actId="478"/>
          <ac:spMkLst>
            <pc:docMk/>
            <pc:sldMk cId="696717428" sldId="266"/>
            <ac:spMk id="8" creationId="{BE755381-78EF-4C90-A954-8DE26CED38A4}"/>
          </ac:spMkLst>
        </pc:spChg>
        <pc:spChg chg="add mod">
          <ac:chgData name="Muriel BORDE" userId="c170603111e0d29b" providerId="LiveId" clId="{C3C29596-27C2-42DE-9590-ED2863C64BAC}" dt="2024-01-14T09:45:55.745" v="4532"/>
          <ac:spMkLst>
            <pc:docMk/>
            <pc:sldMk cId="696717428" sldId="266"/>
            <ac:spMk id="9" creationId="{0494A34F-8CE0-5FE4-AE7C-2C0192272594}"/>
          </ac:spMkLst>
        </pc:spChg>
        <pc:picChg chg="mod">
          <ac:chgData name="Muriel BORDE" userId="c170603111e0d29b" providerId="LiveId" clId="{C3C29596-27C2-42DE-9590-ED2863C64BAC}" dt="2024-01-14T09:46:15.870" v="4550" actId="1037"/>
          <ac:picMkLst>
            <pc:docMk/>
            <pc:sldMk cId="696717428" sldId="266"/>
            <ac:picMk id="10" creationId="{DFA6F2BF-BB87-4DF4-9C25-C6396D8773FB}"/>
          </ac:picMkLst>
        </pc:picChg>
        <pc:picChg chg="mod">
          <ac:chgData name="Muriel BORDE" userId="c170603111e0d29b" providerId="LiveId" clId="{C3C29596-27C2-42DE-9590-ED2863C64BAC}" dt="2024-01-14T09:46:32.300" v="4551" actId="408"/>
          <ac:picMkLst>
            <pc:docMk/>
            <pc:sldMk cId="696717428" sldId="266"/>
            <ac:picMk id="13" creationId="{E7578C10-3CF3-4B89-A2A7-CFC98B485ABA}"/>
          </ac:picMkLst>
        </pc:picChg>
        <pc:picChg chg="mod">
          <ac:chgData name="Muriel BORDE" userId="c170603111e0d29b" providerId="LiveId" clId="{C3C29596-27C2-42DE-9590-ED2863C64BAC}" dt="2024-01-14T09:46:32.300" v="4551" actId="408"/>
          <ac:picMkLst>
            <pc:docMk/>
            <pc:sldMk cId="696717428" sldId="266"/>
            <ac:picMk id="15" creationId="{48463EE9-5AE1-48C4-BC61-04168214C8BA}"/>
          </ac:picMkLst>
        </pc:picChg>
        <pc:picChg chg="mod">
          <ac:chgData name="Muriel BORDE" userId="c170603111e0d29b" providerId="LiveId" clId="{C3C29596-27C2-42DE-9590-ED2863C64BAC}" dt="2024-01-14T09:46:13.681" v="4547" actId="1038"/>
          <ac:picMkLst>
            <pc:docMk/>
            <pc:sldMk cId="696717428" sldId="266"/>
            <ac:picMk id="17" creationId="{A4CE39E3-0D9F-4B70-BE2E-81E961102980}"/>
          </ac:picMkLst>
        </pc:picChg>
      </pc:sldChg>
      <pc:sldChg chg="addSp delSp modSp mod">
        <pc:chgData name="Muriel BORDE" userId="c170603111e0d29b" providerId="LiveId" clId="{C3C29596-27C2-42DE-9590-ED2863C64BAC}" dt="2024-01-14T17:54:37.458" v="6367" actId="20577"/>
        <pc:sldMkLst>
          <pc:docMk/>
          <pc:sldMk cId="1728772727" sldId="268"/>
        </pc:sldMkLst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1728772727" sldId="268"/>
            <ac:spMk id="2" creationId="{5D45B937-B6B4-4341-8E6E-E3561F8EE7A9}"/>
          </ac:spMkLst>
        </pc:spChg>
        <pc:spChg chg="del mod">
          <ac:chgData name="Muriel BORDE" userId="c170603111e0d29b" providerId="LiveId" clId="{C3C29596-27C2-42DE-9590-ED2863C64BAC}" dt="2024-01-14T09:42:59.707" v="4439" actId="478"/>
          <ac:spMkLst>
            <pc:docMk/>
            <pc:sldMk cId="1728772727" sldId="268"/>
            <ac:spMk id="3" creationId="{CB283AAA-63AD-4795-9342-7B1C50D177F9}"/>
          </ac:spMkLst>
        </pc:spChg>
        <pc:spChg chg="del mod">
          <ac:chgData name="Muriel BORDE" userId="c170603111e0d29b" providerId="LiveId" clId="{C3C29596-27C2-42DE-9590-ED2863C64BAC}" dt="2024-01-14T09:42:35.670" v="4430" actId="478"/>
          <ac:spMkLst>
            <pc:docMk/>
            <pc:sldMk cId="1728772727" sldId="268"/>
            <ac:spMk id="4" creationId="{0EFF9AE5-CF82-4098-ADFF-913986A1B795}"/>
          </ac:spMkLst>
        </pc:spChg>
        <pc:spChg chg="add del mod">
          <ac:chgData name="Muriel BORDE" userId="c170603111e0d29b" providerId="LiveId" clId="{C3C29596-27C2-42DE-9590-ED2863C64BAC}" dt="2024-01-14T17:50:04.542" v="6348" actId="478"/>
          <ac:spMkLst>
            <pc:docMk/>
            <pc:sldMk cId="1728772727" sldId="268"/>
            <ac:spMk id="4" creationId="{7863EE58-A70F-65AA-1E05-4EF9B7C93651}"/>
          </ac:spMkLst>
        </pc:spChg>
        <pc:spChg chg="add del mod ord">
          <ac:chgData name="Muriel BORDE" userId="c170603111e0d29b" providerId="LiveId" clId="{C3C29596-27C2-42DE-9590-ED2863C64BAC}" dt="2024-01-14T09:42:49.401" v="4435" actId="478"/>
          <ac:spMkLst>
            <pc:docMk/>
            <pc:sldMk cId="1728772727" sldId="268"/>
            <ac:spMk id="5" creationId="{327A0F06-DDDE-46C5-F5E0-D5F23BD3116A}"/>
          </ac:spMkLst>
        </pc:spChg>
        <pc:spChg chg="add del mod">
          <ac:chgData name="Muriel BORDE" userId="c170603111e0d29b" providerId="LiveId" clId="{C3C29596-27C2-42DE-9590-ED2863C64BAC}" dt="2024-01-14T17:50:12.329" v="6350" actId="478"/>
          <ac:spMkLst>
            <pc:docMk/>
            <pc:sldMk cId="1728772727" sldId="268"/>
            <ac:spMk id="5" creationId="{5785CEF5-5A9D-24B0-6F78-910211DC6106}"/>
          </ac:spMkLst>
        </pc:spChg>
        <pc:spChg chg="add del mod ord">
          <ac:chgData name="Muriel BORDE" userId="c170603111e0d29b" providerId="LiveId" clId="{C3C29596-27C2-42DE-9590-ED2863C64BAC}" dt="2024-01-14T09:42:49.401" v="4435" actId="478"/>
          <ac:spMkLst>
            <pc:docMk/>
            <pc:sldMk cId="1728772727" sldId="268"/>
            <ac:spMk id="7" creationId="{591A32F6-E453-7A7B-D914-0DDA46BAC931}"/>
          </ac:spMkLst>
        </pc:spChg>
        <pc:spChg chg="add del mod">
          <ac:chgData name="Muriel BORDE" userId="c170603111e0d29b" providerId="LiveId" clId="{C3C29596-27C2-42DE-9590-ED2863C64BAC}" dt="2024-01-14T17:50:09.063" v="6349" actId="478"/>
          <ac:spMkLst>
            <pc:docMk/>
            <pc:sldMk cId="1728772727" sldId="268"/>
            <ac:spMk id="8" creationId="{67C2D548-F239-C325-C04D-BC16FE7BD94B}"/>
          </ac:spMkLst>
        </pc:spChg>
        <pc:spChg chg="mod">
          <ac:chgData name="Muriel BORDE" userId="c170603111e0d29b" providerId="LiveId" clId="{C3C29596-27C2-42DE-9590-ED2863C64BAC}" dt="2024-01-14T17:54:37.458" v="6367" actId="20577"/>
          <ac:spMkLst>
            <pc:docMk/>
            <pc:sldMk cId="1728772727" sldId="268"/>
            <ac:spMk id="9" creationId="{BB75FC0B-5359-636B-AA0A-E13E4D065ED4}"/>
          </ac:spMkLst>
        </pc:spChg>
        <pc:spChg chg="add mod">
          <ac:chgData name="Muriel BORDE" userId="c170603111e0d29b" providerId="LiveId" clId="{C3C29596-27C2-42DE-9590-ED2863C64BAC}" dt="2024-01-14T09:42:49.968" v="4436"/>
          <ac:spMkLst>
            <pc:docMk/>
            <pc:sldMk cId="1728772727" sldId="268"/>
            <ac:spMk id="10" creationId="{8D800FEF-25B5-13D6-704E-9A93D5CB1300}"/>
          </ac:spMkLst>
        </pc:spChg>
        <pc:spChg chg="add mod">
          <ac:chgData name="Muriel BORDE" userId="c170603111e0d29b" providerId="LiveId" clId="{C3C29596-27C2-42DE-9590-ED2863C64BAC}" dt="2024-01-14T09:42:49.968" v="4436"/>
          <ac:spMkLst>
            <pc:docMk/>
            <pc:sldMk cId="1728772727" sldId="268"/>
            <ac:spMk id="11" creationId="{22C1FEA2-009E-2554-30F7-5FA47CA3B5DA}"/>
          </ac:spMkLst>
        </pc:spChg>
        <pc:spChg chg="add del mod">
          <ac:chgData name="Muriel BORDE" userId="c170603111e0d29b" providerId="LiveId" clId="{C3C29596-27C2-42DE-9590-ED2863C64BAC}" dt="2024-01-14T17:50:09.063" v="6349" actId="478"/>
          <ac:spMkLst>
            <pc:docMk/>
            <pc:sldMk cId="1728772727" sldId="268"/>
            <ac:spMk id="13" creationId="{B0EAF392-11C9-16F9-116C-04E50177160B}"/>
          </ac:spMkLst>
        </pc:spChg>
        <pc:picChg chg="mod">
          <ac:chgData name="Muriel BORDE" userId="c170603111e0d29b" providerId="LiveId" clId="{C3C29596-27C2-42DE-9590-ED2863C64BAC}" dt="2024-01-14T11:06:17.001" v="6242" actId="1076"/>
          <ac:picMkLst>
            <pc:docMk/>
            <pc:sldMk cId="1728772727" sldId="268"/>
            <ac:picMk id="6" creationId="{97FDBCAD-7799-46BD-A190-3B4A022307C1}"/>
          </ac:picMkLst>
        </pc:picChg>
      </pc:sldChg>
      <pc:sldChg chg="addSp delSp modSp add mod ord modClrScheme chgLayout modNotesTx">
        <pc:chgData name="Muriel BORDE" userId="c170603111e0d29b" providerId="LiveId" clId="{C3C29596-27C2-42DE-9590-ED2863C64BAC}" dt="2024-01-14T10:26:38.552" v="5373" actId="1037"/>
        <pc:sldMkLst>
          <pc:docMk/>
          <pc:sldMk cId="1932210009" sldId="270"/>
        </pc:sldMkLst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1932210009" sldId="270"/>
            <ac:spMk id="2" creationId="{C33E43B7-21EE-4AF7-ABEB-0B74D9867511}"/>
          </ac:spMkLst>
        </pc:spChg>
        <pc:spChg chg="del">
          <ac:chgData name="Muriel BORDE" userId="c170603111e0d29b" providerId="LiveId" clId="{C3C29596-27C2-42DE-9590-ED2863C64BAC}" dt="2024-01-14T09:16:18.618" v="3613" actId="478"/>
          <ac:spMkLst>
            <pc:docMk/>
            <pc:sldMk cId="1932210009" sldId="270"/>
            <ac:spMk id="4" creationId="{EBB1DCDC-4C83-4EE4-8CBC-A38DA888BFBC}"/>
          </ac:spMkLst>
        </pc:spChg>
        <pc:spChg chg="add del mod ord">
          <ac:chgData name="Muriel BORDE" userId="c170603111e0d29b" providerId="LiveId" clId="{C3C29596-27C2-42DE-9590-ED2863C64BAC}" dt="2024-01-14T09:19:51.570" v="3647" actId="478"/>
          <ac:spMkLst>
            <pc:docMk/>
            <pc:sldMk cId="1932210009" sldId="270"/>
            <ac:spMk id="5" creationId="{7394E800-9989-9DF4-285D-E2EE92138DA9}"/>
          </ac:spMkLst>
        </pc:spChg>
        <pc:spChg chg="add del mod ord">
          <ac:chgData name="Muriel BORDE" userId="c170603111e0d29b" providerId="LiveId" clId="{C3C29596-27C2-42DE-9590-ED2863C64BAC}" dt="2024-01-14T09:19:51.570" v="3647" actId="478"/>
          <ac:spMkLst>
            <pc:docMk/>
            <pc:sldMk cId="1932210009" sldId="270"/>
            <ac:spMk id="6" creationId="{678F0797-708B-9E38-E840-F67BE8DAD01C}"/>
          </ac:spMkLst>
        </pc:spChg>
        <pc:spChg chg="add mod">
          <ac:chgData name="Muriel BORDE" userId="c170603111e0d29b" providerId="LiveId" clId="{C3C29596-27C2-42DE-9590-ED2863C64BAC}" dt="2024-01-14T09:19:17.167" v="3646" actId="20577"/>
          <ac:spMkLst>
            <pc:docMk/>
            <pc:sldMk cId="1932210009" sldId="270"/>
            <ac:spMk id="8" creationId="{1366C644-D1C8-AA74-DBE5-76DBA2B9A0F1}"/>
          </ac:spMkLst>
        </pc:spChg>
        <pc:spChg chg="add mod">
          <ac:chgData name="Muriel BORDE" userId="c170603111e0d29b" providerId="LiveId" clId="{C3C29596-27C2-42DE-9590-ED2863C64BAC}" dt="2024-01-14T09:19:52.431" v="3648"/>
          <ac:spMkLst>
            <pc:docMk/>
            <pc:sldMk cId="1932210009" sldId="270"/>
            <ac:spMk id="9" creationId="{0086B264-D24F-BF71-74C2-B6C1560F63A4}"/>
          </ac:spMkLst>
        </pc:spChg>
        <pc:spChg chg="add mod">
          <ac:chgData name="Muriel BORDE" userId="c170603111e0d29b" providerId="LiveId" clId="{C3C29596-27C2-42DE-9590-ED2863C64BAC}" dt="2024-01-14T09:19:52.431" v="3648"/>
          <ac:spMkLst>
            <pc:docMk/>
            <pc:sldMk cId="1932210009" sldId="270"/>
            <ac:spMk id="10" creationId="{8442D17E-E8F7-44B7-AE74-5318FA1765A1}"/>
          </ac:spMkLst>
        </pc:spChg>
        <pc:spChg chg="add mod">
          <ac:chgData name="Muriel BORDE" userId="c170603111e0d29b" providerId="LiveId" clId="{C3C29596-27C2-42DE-9590-ED2863C64BAC}" dt="2024-01-14T10:26:38.552" v="5373" actId="1037"/>
          <ac:spMkLst>
            <pc:docMk/>
            <pc:sldMk cId="1932210009" sldId="270"/>
            <ac:spMk id="11" creationId="{C1EA793A-355D-1D64-5AE7-5A7EED0C91C3}"/>
          </ac:spMkLst>
        </pc:spChg>
        <pc:picChg chg="mod">
          <ac:chgData name="Muriel BORDE" userId="c170603111e0d29b" providerId="LiveId" clId="{C3C29596-27C2-42DE-9590-ED2863C64BAC}" dt="2024-01-14T10:26:35.442" v="5363" actId="1076"/>
          <ac:picMkLst>
            <pc:docMk/>
            <pc:sldMk cId="1932210009" sldId="270"/>
            <ac:picMk id="3" creationId="{3079132D-C84B-4195-B4E9-38A9265D743B}"/>
          </ac:picMkLst>
        </pc:picChg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0" sldId="274"/>
        </pc:sldMkLst>
      </pc:sldChg>
      <pc:sldChg chg="addSp delSp modSp add mod ord modClrScheme chgLayout">
        <pc:chgData name="Muriel BORDE" userId="c170603111e0d29b" providerId="LiveId" clId="{C3C29596-27C2-42DE-9590-ED2863C64BAC}" dt="2024-01-14T17:54:55.049" v="6370"/>
        <pc:sldMkLst>
          <pc:docMk/>
          <pc:sldMk cId="856273393" sldId="275"/>
        </pc:sldMkLst>
        <pc:spChg chg="add del mod ord">
          <ac:chgData name="Muriel BORDE" userId="c170603111e0d29b" providerId="LiveId" clId="{C3C29596-27C2-42DE-9590-ED2863C64BAC}" dt="2024-01-14T09:40:52.079" v="4373" actId="478"/>
          <ac:spMkLst>
            <pc:docMk/>
            <pc:sldMk cId="856273393" sldId="275"/>
            <ac:spMk id="2" creationId="{93DE401C-421E-A655-C36E-D0EC138F4D74}"/>
          </ac:spMkLst>
        </pc:spChg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856273393" sldId="275"/>
            <ac:spMk id="3" creationId="{8355C97C-4337-4AE5-BC1F-7F3D1F453758}"/>
          </ac:spMkLst>
        </pc:spChg>
        <pc:spChg chg="add del mod ord">
          <ac:chgData name="Muriel BORDE" userId="c170603111e0d29b" providerId="LiveId" clId="{C3C29596-27C2-42DE-9590-ED2863C64BAC}" dt="2024-01-14T09:40:52.079" v="4373" actId="478"/>
          <ac:spMkLst>
            <pc:docMk/>
            <pc:sldMk cId="856273393" sldId="275"/>
            <ac:spMk id="4" creationId="{C7C16E9C-7C50-88CC-0F22-475EA63E9DCD}"/>
          </ac:spMkLst>
        </pc:spChg>
        <pc:spChg chg="del mod">
          <ac:chgData name="Muriel BORDE" userId="c170603111e0d29b" providerId="LiveId" clId="{C3C29596-27C2-42DE-9590-ED2863C64BAC}" dt="2024-01-14T09:39:46.339" v="4363" actId="478"/>
          <ac:spMkLst>
            <pc:docMk/>
            <pc:sldMk cId="856273393" sldId="275"/>
            <ac:spMk id="6" creationId="{F40CAE66-F875-4662-8AFE-BF3153545E6B}"/>
          </ac:spMkLst>
        </pc:spChg>
        <pc:spChg chg="mod">
          <ac:chgData name="Muriel BORDE" userId="c170603111e0d29b" providerId="LiveId" clId="{C3C29596-27C2-42DE-9590-ED2863C64BAC}" dt="2024-01-14T09:40:01.142" v="4371" actId="1076"/>
          <ac:spMkLst>
            <pc:docMk/>
            <pc:sldMk cId="856273393" sldId="275"/>
            <ac:spMk id="7" creationId="{9BDFA12F-0353-4027-AB99-E2363FFED450}"/>
          </ac:spMkLst>
        </pc:spChg>
        <pc:spChg chg="mod">
          <ac:chgData name="Muriel BORDE" userId="c170603111e0d29b" providerId="LiveId" clId="{C3C29596-27C2-42DE-9590-ED2863C64BAC}" dt="2024-01-14T09:40:36.692" v="4372" actId="14100"/>
          <ac:spMkLst>
            <pc:docMk/>
            <pc:sldMk cId="856273393" sldId="275"/>
            <ac:spMk id="8" creationId="{03F016EE-DAB5-441D-B418-7C34B5AB8647}"/>
          </ac:spMkLst>
        </pc:spChg>
        <pc:spChg chg="add mod">
          <ac:chgData name="Muriel BORDE" userId="c170603111e0d29b" providerId="LiveId" clId="{C3C29596-27C2-42DE-9590-ED2863C64BAC}" dt="2024-01-14T10:25:51.328" v="5353"/>
          <ac:spMkLst>
            <pc:docMk/>
            <pc:sldMk cId="856273393" sldId="275"/>
            <ac:spMk id="10" creationId="{BB0CFD28-5B60-B871-A6EA-35DD55C89114}"/>
          </ac:spMkLst>
        </pc:spChg>
        <pc:spChg chg="add mod">
          <ac:chgData name="Muriel BORDE" userId="c170603111e0d29b" providerId="LiveId" clId="{C3C29596-27C2-42DE-9590-ED2863C64BAC}" dt="2024-01-14T09:40:52.488" v="4374"/>
          <ac:spMkLst>
            <pc:docMk/>
            <pc:sldMk cId="856273393" sldId="275"/>
            <ac:spMk id="11" creationId="{21D8040B-928E-B0BF-66EF-FD2C68611D01}"/>
          </ac:spMkLst>
        </pc:spChg>
        <pc:spChg chg="add mod">
          <ac:chgData name="Muriel BORDE" userId="c170603111e0d29b" providerId="LiveId" clId="{C3C29596-27C2-42DE-9590-ED2863C64BAC}" dt="2024-01-14T09:40:52.488" v="4374"/>
          <ac:spMkLst>
            <pc:docMk/>
            <pc:sldMk cId="856273393" sldId="275"/>
            <ac:spMk id="12" creationId="{A69FF369-43FD-EEEB-1713-7A25BE25A487}"/>
          </ac:spMkLst>
        </pc:spChg>
        <pc:picChg chg="mod ord">
          <ac:chgData name="Muriel BORDE" userId="c170603111e0d29b" providerId="LiveId" clId="{C3C29596-27C2-42DE-9590-ED2863C64BAC}" dt="2024-01-14T09:38:28.267" v="4318" actId="1076"/>
          <ac:picMkLst>
            <pc:docMk/>
            <pc:sldMk cId="856273393" sldId="275"/>
            <ac:picMk id="5" creationId="{431764DC-18AC-4401-A83F-FF868399C82D}"/>
          </ac:picMkLst>
        </pc:picChg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65426891" sldId="276"/>
        </pc:sldMkLst>
      </pc:sldChg>
      <pc:sldChg chg="addSp delSp modSp add mod modClrScheme chgLayout">
        <pc:chgData name="Muriel BORDE" userId="c170603111e0d29b" providerId="LiveId" clId="{C3C29596-27C2-42DE-9590-ED2863C64BAC}" dt="2024-01-14T10:25:43.008" v="5349" actId="113"/>
        <pc:sldMkLst>
          <pc:docMk/>
          <pc:sldMk cId="1495053694" sldId="276"/>
        </pc:sldMkLst>
        <pc:spChg chg="del">
          <ac:chgData name="Muriel BORDE" userId="c170603111e0d29b" providerId="LiveId" clId="{C3C29596-27C2-42DE-9590-ED2863C64BAC}" dt="2024-01-14T09:44:18.779" v="4466" actId="478"/>
          <ac:spMkLst>
            <pc:docMk/>
            <pc:sldMk cId="1495053694" sldId="276"/>
            <ac:spMk id="4" creationId="{AB42F610-EBD9-4754-8461-42FDC08C4631}"/>
          </ac:spMkLst>
        </pc:spChg>
        <pc:spChg chg="del mod">
          <ac:chgData name="Muriel BORDE" userId="c170603111e0d29b" providerId="LiveId" clId="{C3C29596-27C2-42DE-9590-ED2863C64BAC}" dt="2024-01-14T09:44:06.629" v="4459" actId="478"/>
          <ac:spMkLst>
            <pc:docMk/>
            <pc:sldMk cId="1495053694" sldId="276"/>
            <ac:spMk id="5" creationId="{F69F2C0C-BC0E-4B4C-BCAE-5108971EA02C}"/>
          </ac:spMkLst>
        </pc:spChg>
        <pc:spChg chg="mod ord">
          <ac:chgData name="Muriel BORDE" userId="c170603111e0d29b" providerId="LiveId" clId="{C3C29596-27C2-42DE-9590-ED2863C64BAC}" dt="2024-01-14T09:14:30.276" v="3517" actId="700"/>
          <ac:spMkLst>
            <pc:docMk/>
            <pc:sldMk cId="1495053694" sldId="276"/>
            <ac:spMk id="6" creationId="{DA135CF7-167D-484F-960A-FAC7D2D774F3}"/>
          </ac:spMkLst>
        </pc:spChg>
        <pc:spChg chg="add del mod ord">
          <ac:chgData name="Muriel BORDE" userId="c170603111e0d29b" providerId="LiveId" clId="{C3C29596-27C2-42DE-9590-ED2863C64BAC}" dt="2024-01-14T09:44:16.244" v="4464" actId="478"/>
          <ac:spMkLst>
            <pc:docMk/>
            <pc:sldMk cId="1495053694" sldId="276"/>
            <ac:spMk id="7" creationId="{BE1C21A9-BF08-AAF4-841A-AADB4D5CFDA3}"/>
          </ac:spMkLst>
        </pc:spChg>
        <pc:spChg chg="add del mod ord">
          <ac:chgData name="Muriel BORDE" userId="c170603111e0d29b" providerId="LiveId" clId="{C3C29596-27C2-42DE-9590-ED2863C64BAC}" dt="2024-01-14T09:44:17.440" v="4465" actId="478"/>
          <ac:spMkLst>
            <pc:docMk/>
            <pc:sldMk cId="1495053694" sldId="276"/>
            <ac:spMk id="8" creationId="{43B28E86-F51D-A1D2-95E1-A30E234933CF}"/>
          </ac:spMkLst>
        </pc:spChg>
        <pc:spChg chg="add mod">
          <ac:chgData name="Muriel BORDE" userId="c170603111e0d29b" providerId="LiveId" clId="{C3C29596-27C2-42DE-9590-ED2863C64BAC}" dt="2024-01-14T10:25:43.008" v="5349" actId="113"/>
          <ac:spMkLst>
            <pc:docMk/>
            <pc:sldMk cId="1495053694" sldId="276"/>
            <ac:spMk id="10" creationId="{1635CF07-75F2-C0EE-1F3F-75F70BE00523}"/>
          </ac:spMkLst>
        </pc:spChg>
        <pc:spChg chg="add mod">
          <ac:chgData name="Muriel BORDE" userId="c170603111e0d29b" providerId="LiveId" clId="{C3C29596-27C2-42DE-9590-ED2863C64BAC}" dt="2024-01-14T09:44:25.245" v="4467"/>
          <ac:spMkLst>
            <pc:docMk/>
            <pc:sldMk cId="1495053694" sldId="276"/>
            <ac:spMk id="11" creationId="{5ACB7AE1-BB2B-64C3-28E4-85A8E6B99E0E}"/>
          </ac:spMkLst>
        </pc:spChg>
        <pc:spChg chg="add mod">
          <ac:chgData name="Muriel BORDE" userId="c170603111e0d29b" providerId="LiveId" clId="{C3C29596-27C2-42DE-9590-ED2863C64BAC}" dt="2024-01-14T09:44:25.245" v="4467"/>
          <ac:spMkLst>
            <pc:docMk/>
            <pc:sldMk cId="1495053694" sldId="276"/>
            <ac:spMk id="12" creationId="{A390872F-2524-64BE-4DBB-7C38DAC9887E}"/>
          </ac:spMkLst>
        </pc:spChg>
        <pc:picChg chg="del mod">
          <ac:chgData name="Muriel BORDE" userId="c170603111e0d29b" providerId="LiveId" clId="{C3C29596-27C2-42DE-9590-ED2863C64BAC}" dt="2024-01-14T09:45:06.658" v="4469" actId="478"/>
          <ac:picMkLst>
            <pc:docMk/>
            <pc:sldMk cId="1495053694" sldId="276"/>
            <ac:picMk id="3" creationId="{44F9B49A-C0C4-4F6D-A682-7D1F93C6F8A6}"/>
          </ac:picMkLst>
        </pc:picChg>
        <pc:picChg chg="add mod">
          <ac:chgData name="Muriel BORDE" userId="c170603111e0d29b" providerId="LiveId" clId="{C3C29596-27C2-42DE-9590-ED2863C64BAC}" dt="2024-01-14T09:45:14.914" v="4473" actId="1076"/>
          <ac:picMkLst>
            <pc:docMk/>
            <pc:sldMk cId="1495053694" sldId="276"/>
            <ac:picMk id="2050" creationId="{612C0D19-8D70-9E1C-9735-580886EBA7A5}"/>
          </ac:picMkLst>
        </pc:picChg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4014011183" sldId="277"/>
        </pc:sldMkLst>
      </pc:sldChg>
      <pc:sldChg chg="addSp delSp modSp add mod modClrScheme chgLayout">
        <pc:chgData name="Muriel BORDE" userId="c170603111e0d29b" providerId="LiveId" clId="{C3C29596-27C2-42DE-9590-ED2863C64BAC}" dt="2024-01-14T10:25:32.778" v="5345" actId="113"/>
        <pc:sldMkLst>
          <pc:docMk/>
          <pc:sldMk cId="526115962" sldId="278"/>
        </pc:sldMkLst>
        <pc:spChg chg="mod ord">
          <ac:chgData name="Muriel BORDE" userId="c170603111e0d29b" providerId="LiveId" clId="{C3C29596-27C2-42DE-9590-ED2863C64BAC}" dt="2024-01-14T09:14:30.276" v="3517" actId="700"/>
          <ac:spMkLst>
            <pc:docMk/>
            <pc:sldMk cId="526115962" sldId="278"/>
            <ac:spMk id="2" creationId="{C6A429F9-8A0F-46E4-AB5C-608558612ED1}"/>
          </ac:spMkLst>
        </pc:spChg>
        <pc:spChg chg="add del mod ord">
          <ac:chgData name="Muriel BORDE" userId="c170603111e0d29b" providerId="LiveId" clId="{C3C29596-27C2-42DE-9590-ED2863C64BAC}" dt="2024-01-14T09:53:27.629" v="4702" actId="478"/>
          <ac:spMkLst>
            <pc:docMk/>
            <pc:sldMk cId="526115962" sldId="278"/>
            <ac:spMk id="3" creationId="{7623293D-8C28-DE7E-0983-945CF88B82B0}"/>
          </ac:spMkLst>
        </pc:spChg>
        <pc:spChg chg="add del mod ord">
          <ac:chgData name="Muriel BORDE" userId="c170603111e0d29b" providerId="LiveId" clId="{C3C29596-27C2-42DE-9590-ED2863C64BAC}" dt="2024-01-14T09:53:27.629" v="4702" actId="478"/>
          <ac:spMkLst>
            <pc:docMk/>
            <pc:sldMk cId="526115962" sldId="278"/>
            <ac:spMk id="4" creationId="{AAE713E5-7DA3-0085-3006-264C3F3528BD}"/>
          </ac:spMkLst>
        </pc:spChg>
        <pc:spChg chg="add del mod">
          <ac:chgData name="Muriel BORDE" userId="c170603111e0d29b" providerId="LiveId" clId="{C3C29596-27C2-42DE-9590-ED2863C64BAC}" dt="2024-01-14T09:48:37.120" v="4583" actId="478"/>
          <ac:spMkLst>
            <pc:docMk/>
            <pc:sldMk cId="526115962" sldId="278"/>
            <ac:spMk id="5" creationId="{D841BF5A-6F17-6B42-9CAC-7FF1E877CA65}"/>
          </ac:spMkLst>
        </pc:spChg>
        <pc:spChg chg="add del mod">
          <ac:chgData name="Muriel BORDE" userId="c170603111e0d29b" providerId="LiveId" clId="{C3C29596-27C2-42DE-9590-ED2863C64BAC}" dt="2024-01-14T09:48:38.743" v="4584" actId="478"/>
          <ac:spMkLst>
            <pc:docMk/>
            <pc:sldMk cId="526115962" sldId="278"/>
            <ac:spMk id="6" creationId="{56774176-E391-B604-4678-603EC0C78094}"/>
          </ac:spMkLst>
        </pc:spChg>
        <pc:spChg chg="add del mod">
          <ac:chgData name="Muriel BORDE" userId="c170603111e0d29b" providerId="LiveId" clId="{C3C29596-27C2-42DE-9590-ED2863C64BAC}" dt="2024-01-14T09:48:40.095" v="4585" actId="478"/>
          <ac:spMkLst>
            <pc:docMk/>
            <pc:sldMk cId="526115962" sldId="278"/>
            <ac:spMk id="7" creationId="{CD5536E0-157B-543A-FBF9-85DB22CF3A62}"/>
          </ac:spMkLst>
        </pc:spChg>
        <pc:spChg chg="add del mod">
          <ac:chgData name="Muriel BORDE" userId="c170603111e0d29b" providerId="LiveId" clId="{C3C29596-27C2-42DE-9590-ED2863C64BAC}" dt="2024-01-14T09:48:41.216" v="4586" actId="478"/>
          <ac:spMkLst>
            <pc:docMk/>
            <pc:sldMk cId="526115962" sldId="278"/>
            <ac:spMk id="8" creationId="{DA17A1C9-38CA-795F-49F7-6D5008C9A77B}"/>
          </ac:spMkLst>
        </pc:spChg>
        <pc:spChg chg="add mod">
          <ac:chgData name="Muriel BORDE" userId="c170603111e0d29b" providerId="LiveId" clId="{C3C29596-27C2-42DE-9590-ED2863C64BAC}" dt="2024-01-14T09:54:05.424" v="4712" actId="1076"/>
          <ac:spMkLst>
            <pc:docMk/>
            <pc:sldMk cId="526115962" sldId="278"/>
            <ac:spMk id="9" creationId="{B021E0F7-5B49-3181-7CF5-478458CDF768}"/>
          </ac:spMkLst>
        </pc:spChg>
        <pc:spChg chg="add mod">
          <ac:chgData name="Muriel BORDE" userId="c170603111e0d29b" providerId="LiveId" clId="{C3C29596-27C2-42DE-9590-ED2863C64BAC}" dt="2024-01-14T09:53:28.429" v="4703"/>
          <ac:spMkLst>
            <pc:docMk/>
            <pc:sldMk cId="526115962" sldId="278"/>
            <ac:spMk id="10" creationId="{8D9967DA-9F13-26B9-85CA-3B4AD82053D4}"/>
          </ac:spMkLst>
        </pc:spChg>
        <pc:spChg chg="add mod">
          <ac:chgData name="Muriel BORDE" userId="c170603111e0d29b" providerId="LiveId" clId="{C3C29596-27C2-42DE-9590-ED2863C64BAC}" dt="2024-01-14T09:53:28.429" v="4703"/>
          <ac:spMkLst>
            <pc:docMk/>
            <pc:sldMk cId="526115962" sldId="278"/>
            <ac:spMk id="11" creationId="{7A5103F0-25A3-9725-9F73-0663FA349031}"/>
          </ac:spMkLst>
        </pc:spChg>
        <pc:spChg chg="del mod">
          <ac:chgData name="Muriel BORDE" userId="c170603111e0d29b" providerId="LiveId" clId="{C3C29596-27C2-42DE-9590-ED2863C64BAC}" dt="2024-01-14T09:53:39.933" v="4706" actId="478"/>
          <ac:spMkLst>
            <pc:docMk/>
            <pc:sldMk cId="526115962" sldId="278"/>
            <ac:spMk id="12" creationId="{918CD375-599E-48D3-8DA8-894AE101B5F1}"/>
          </ac:spMkLst>
        </pc:spChg>
        <pc:spChg chg="add mod">
          <ac:chgData name="Muriel BORDE" userId="c170603111e0d29b" providerId="LiveId" clId="{C3C29596-27C2-42DE-9590-ED2863C64BAC}" dt="2024-01-14T10:25:32.778" v="5345" actId="113"/>
          <ac:spMkLst>
            <pc:docMk/>
            <pc:sldMk cId="526115962" sldId="278"/>
            <ac:spMk id="14" creationId="{54A2B9D5-CFC0-6760-54C6-614BF2C4EB79}"/>
          </ac:spMkLst>
        </pc:spChg>
        <pc:spChg chg="mod">
          <ac:chgData name="Muriel BORDE" userId="c170603111e0d29b" providerId="LiveId" clId="{C3C29596-27C2-42DE-9590-ED2863C64BAC}" dt="2024-01-14T09:54:02.365" v="4711" actId="1076"/>
          <ac:spMkLst>
            <pc:docMk/>
            <pc:sldMk cId="526115962" sldId="278"/>
            <ac:spMk id="16" creationId="{F8DFADAF-3251-4AFE-8103-49D20E9DF227}"/>
          </ac:spMkLst>
        </pc:spChg>
        <pc:picChg chg="mod">
          <ac:chgData name="Muriel BORDE" userId="c170603111e0d29b" providerId="LiveId" clId="{C3C29596-27C2-42DE-9590-ED2863C64BAC}" dt="2024-01-14T09:53:59.347" v="4710" actId="1076"/>
          <ac:picMkLst>
            <pc:docMk/>
            <pc:sldMk cId="526115962" sldId="278"/>
            <ac:picMk id="13" creationId="{666FF5EF-CB11-4F42-A4A6-0673A4252076}"/>
          </ac:picMkLst>
        </pc:picChg>
      </pc:sldChg>
      <pc:sldChg chg="addSp modSp add del mod modClrScheme chgLayout">
        <pc:chgData name="Muriel BORDE" userId="c170603111e0d29b" providerId="LiveId" clId="{C3C29596-27C2-42DE-9590-ED2863C64BAC}" dt="2024-01-14T09:51:19.023" v="4657" actId="47"/>
        <pc:sldMkLst>
          <pc:docMk/>
          <pc:sldMk cId="13087344" sldId="279"/>
        </pc:sldMkLst>
        <pc:spChg chg="mod ord">
          <ac:chgData name="Muriel BORDE" userId="c170603111e0d29b" providerId="LiveId" clId="{C3C29596-27C2-42DE-9590-ED2863C64BAC}" dt="2024-01-14T09:14:30.276" v="3517" actId="700"/>
          <ac:spMkLst>
            <pc:docMk/>
            <pc:sldMk cId="13087344" sldId="279"/>
            <ac:spMk id="2" creationId="{4D3915B0-2E9B-44FD-B378-8FC3EFD61750}"/>
          </ac:spMkLst>
        </pc:spChg>
        <pc:spChg chg="add mod ord">
          <ac:chgData name="Muriel BORDE" userId="c170603111e0d29b" providerId="LiveId" clId="{C3C29596-27C2-42DE-9590-ED2863C64BAC}" dt="2024-01-14T09:14:30.276" v="3517" actId="700"/>
          <ac:spMkLst>
            <pc:docMk/>
            <pc:sldMk cId="13087344" sldId="279"/>
            <ac:spMk id="5" creationId="{A95D75BB-2FFA-810C-81A1-A47D753ADAA0}"/>
          </ac:spMkLst>
        </pc:spChg>
        <pc:spChg chg="add mod ord">
          <ac:chgData name="Muriel BORDE" userId="c170603111e0d29b" providerId="LiveId" clId="{C3C29596-27C2-42DE-9590-ED2863C64BAC}" dt="2024-01-14T09:14:30.276" v="3517" actId="700"/>
          <ac:spMkLst>
            <pc:docMk/>
            <pc:sldMk cId="13087344" sldId="279"/>
            <ac:spMk id="6" creationId="{63CA3C5C-ED95-C09C-EEBE-71C9748A0148}"/>
          </ac:spMkLst>
        </pc:spChg>
      </pc:sldChg>
      <pc:sldChg chg="addSp modSp add del mod modClrScheme chgLayout">
        <pc:chgData name="Muriel BORDE" userId="c170603111e0d29b" providerId="LiveId" clId="{C3C29596-27C2-42DE-9590-ED2863C64BAC}" dt="2024-01-14T09:54:44.650" v="4717" actId="47"/>
        <pc:sldMkLst>
          <pc:docMk/>
          <pc:sldMk cId="284069753" sldId="281"/>
        </pc:sldMkLst>
        <pc:spChg chg="mod ord">
          <ac:chgData name="Muriel BORDE" userId="c170603111e0d29b" providerId="LiveId" clId="{C3C29596-27C2-42DE-9590-ED2863C64BAC}" dt="2024-01-14T09:14:30.276" v="3517" actId="700"/>
          <ac:spMkLst>
            <pc:docMk/>
            <pc:sldMk cId="284069753" sldId="281"/>
            <ac:spMk id="2" creationId="{3DE9559B-7468-4790-8CE1-C3818D74463D}"/>
          </ac:spMkLst>
        </pc:spChg>
        <pc:spChg chg="add mod ord">
          <ac:chgData name="Muriel BORDE" userId="c170603111e0d29b" providerId="LiveId" clId="{C3C29596-27C2-42DE-9590-ED2863C64BAC}" dt="2024-01-14T09:14:30.276" v="3517" actId="700"/>
          <ac:spMkLst>
            <pc:docMk/>
            <pc:sldMk cId="284069753" sldId="281"/>
            <ac:spMk id="4" creationId="{DC0956A5-B49A-B395-00AB-8CB126692661}"/>
          </ac:spMkLst>
        </pc:spChg>
        <pc:spChg chg="add mod ord">
          <ac:chgData name="Muriel BORDE" userId="c170603111e0d29b" providerId="LiveId" clId="{C3C29596-27C2-42DE-9590-ED2863C64BAC}" dt="2024-01-14T09:14:30.276" v="3517" actId="700"/>
          <ac:spMkLst>
            <pc:docMk/>
            <pc:sldMk cId="284069753" sldId="281"/>
            <ac:spMk id="6" creationId="{A58EEC3F-D482-BEE1-0F7B-F0E4E34BEA26}"/>
          </ac:spMkLst>
        </pc:spChg>
      </pc:sldChg>
      <pc:sldChg chg="addSp delSp modSp add mod modClrScheme chgLayout">
        <pc:chgData name="Muriel BORDE" userId="c170603111e0d29b" providerId="LiveId" clId="{C3C29596-27C2-42DE-9590-ED2863C64BAC}" dt="2024-01-14T10:25:27.239" v="5343" actId="113"/>
        <pc:sldMkLst>
          <pc:docMk/>
          <pc:sldMk cId="3736559015" sldId="282"/>
        </pc:sldMkLst>
        <pc:spChg chg="mod ord">
          <ac:chgData name="Muriel BORDE" userId="c170603111e0d29b" providerId="LiveId" clId="{C3C29596-27C2-42DE-9590-ED2863C64BAC}" dt="2024-01-14T09:14:30.276" v="3517" actId="700"/>
          <ac:spMkLst>
            <pc:docMk/>
            <pc:sldMk cId="3736559015" sldId="282"/>
            <ac:spMk id="2" creationId="{099927FB-AE29-4C22-A9AD-AA50EF56AA44}"/>
          </ac:spMkLst>
        </pc:spChg>
        <pc:spChg chg="add del mod ord">
          <ac:chgData name="Muriel BORDE" userId="c170603111e0d29b" providerId="LiveId" clId="{C3C29596-27C2-42DE-9590-ED2863C64BAC}" dt="2024-01-14T09:54:35.403" v="4715" actId="478"/>
          <ac:spMkLst>
            <pc:docMk/>
            <pc:sldMk cId="3736559015" sldId="282"/>
            <ac:spMk id="3" creationId="{25142FEF-310D-6F20-FEC9-483ACE0D89C3}"/>
          </ac:spMkLst>
        </pc:spChg>
        <pc:spChg chg="mod">
          <ac:chgData name="Muriel BORDE" userId="c170603111e0d29b" providerId="LiveId" clId="{C3C29596-27C2-42DE-9590-ED2863C64BAC}" dt="2024-01-14T09:52:44.733" v="4697" actId="1076"/>
          <ac:spMkLst>
            <pc:docMk/>
            <pc:sldMk cId="3736559015" sldId="282"/>
            <ac:spMk id="4" creationId="{1C4AA191-E8EA-4CF4-BC2A-09DAD25EEFC4}"/>
          </ac:spMkLst>
        </pc:spChg>
        <pc:spChg chg="del mod">
          <ac:chgData name="Muriel BORDE" userId="c170603111e0d29b" providerId="LiveId" clId="{C3C29596-27C2-42DE-9590-ED2863C64BAC}" dt="2024-01-14T09:51:41.665" v="4663" actId="478"/>
          <ac:spMkLst>
            <pc:docMk/>
            <pc:sldMk cId="3736559015" sldId="282"/>
            <ac:spMk id="5" creationId="{D748C49B-D6DE-4C97-9740-EC8797D76B00}"/>
          </ac:spMkLst>
        </pc:spChg>
        <pc:spChg chg="add del mod ord">
          <ac:chgData name="Muriel BORDE" userId="c170603111e0d29b" providerId="LiveId" clId="{C3C29596-27C2-42DE-9590-ED2863C64BAC}" dt="2024-01-14T09:54:35.403" v="4715" actId="478"/>
          <ac:spMkLst>
            <pc:docMk/>
            <pc:sldMk cId="3736559015" sldId="282"/>
            <ac:spMk id="7" creationId="{BC20D037-7145-E687-8F18-0285BB3FA1C3}"/>
          </ac:spMkLst>
        </pc:spChg>
        <pc:spChg chg="add mod">
          <ac:chgData name="Muriel BORDE" userId="c170603111e0d29b" providerId="LiveId" clId="{C3C29596-27C2-42DE-9590-ED2863C64BAC}" dt="2024-01-14T10:25:27.239" v="5343" actId="113"/>
          <ac:spMkLst>
            <pc:docMk/>
            <pc:sldMk cId="3736559015" sldId="282"/>
            <ac:spMk id="9" creationId="{93FD25F1-41E8-2712-7972-3CA3F50B7882}"/>
          </ac:spMkLst>
        </pc:spChg>
        <pc:spChg chg="add mod">
          <ac:chgData name="Muriel BORDE" userId="c170603111e0d29b" providerId="LiveId" clId="{C3C29596-27C2-42DE-9590-ED2863C64BAC}" dt="2024-01-14T09:54:35.891" v="4716"/>
          <ac:spMkLst>
            <pc:docMk/>
            <pc:sldMk cId="3736559015" sldId="282"/>
            <ac:spMk id="10" creationId="{13FCCAB1-29B1-FAD7-85E2-CD34AD962F61}"/>
          </ac:spMkLst>
        </pc:spChg>
        <pc:spChg chg="add mod">
          <ac:chgData name="Muriel BORDE" userId="c170603111e0d29b" providerId="LiveId" clId="{C3C29596-27C2-42DE-9590-ED2863C64BAC}" dt="2024-01-14T09:54:35.891" v="4716"/>
          <ac:spMkLst>
            <pc:docMk/>
            <pc:sldMk cId="3736559015" sldId="282"/>
            <ac:spMk id="11" creationId="{5260430F-990B-5984-6E70-53E97D3B3AA7}"/>
          </ac:spMkLst>
        </pc:spChg>
        <pc:picChg chg="mod">
          <ac:chgData name="Muriel BORDE" userId="c170603111e0d29b" providerId="LiveId" clId="{C3C29596-27C2-42DE-9590-ED2863C64BAC}" dt="2024-01-14T09:52:54.042" v="4700" actId="1076"/>
          <ac:picMkLst>
            <pc:docMk/>
            <pc:sldMk cId="3736559015" sldId="282"/>
            <ac:picMk id="6" creationId="{0669B37C-42D1-4287-A6EB-AB4175A859FF}"/>
          </ac:picMkLst>
        </pc:picChg>
      </pc:sldChg>
      <pc:sldChg chg="addSp delSp modSp add mod ord modClrScheme chgLayout">
        <pc:chgData name="Muriel BORDE" userId="c170603111e0d29b" providerId="LiveId" clId="{C3C29596-27C2-42DE-9590-ED2863C64BAC}" dt="2024-01-14T10:26:55.159" v="5375" actId="113"/>
        <pc:sldMkLst>
          <pc:docMk/>
          <pc:sldMk cId="2050014322" sldId="284"/>
        </pc:sldMkLst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2050014322" sldId="284"/>
            <ac:spMk id="2" creationId="{22255B1D-69F8-48D3-8091-F920E0A95131}"/>
          </ac:spMkLst>
        </pc:spChg>
        <pc:spChg chg="add del mod ord">
          <ac:chgData name="Muriel BORDE" userId="c170603111e0d29b" providerId="LiveId" clId="{C3C29596-27C2-42DE-9590-ED2863C64BAC}" dt="2024-01-14T09:23:39.057" v="3713" actId="478"/>
          <ac:spMkLst>
            <pc:docMk/>
            <pc:sldMk cId="2050014322" sldId="284"/>
            <ac:spMk id="3" creationId="{9171FDA0-F517-13E7-32D5-FB18C485472E}"/>
          </ac:spMkLst>
        </pc:spChg>
        <pc:spChg chg="mod">
          <ac:chgData name="Muriel BORDE" userId="c170603111e0d29b" providerId="LiveId" clId="{C3C29596-27C2-42DE-9590-ED2863C64BAC}" dt="2024-01-14T09:35:18.505" v="4278" actId="1076"/>
          <ac:spMkLst>
            <pc:docMk/>
            <pc:sldMk cId="2050014322" sldId="284"/>
            <ac:spMk id="4" creationId="{91019566-02D9-4B17-B7BD-9586119E2FEB}"/>
          </ac:spMkLst>
        </pc:spChg>
        <pc:spChg chg="add del mod ord">
          <ac:chgData name="Muriel BORDE" userId="c170603111e0d29b" providerId="LiveId" clId="{C3C29596-27C2-42DE-9590-ED2863C64BAC}" dt="2024-01-14T09:23:39.057" v="3713" actId="478"/>
          <ac:spMkLst>
            <pc:docMk/>
            <pc:sldMk cId="2050014322" sldId="284"/>
            <ac:spMk id="5" creationId="{FA6AFD13-F1D3-23AB-7C1A-CB84808660D2}"/>
          </ac:spMkLst>
        </pc:spChg>
        <pc:spChg chg="add del mod">
          <ac:chgData name="Muriel BORDE" userId="c170603111e0d29b" providerId="LiveId" clId="{C3C29596-27C2-42DE-9590-ED2863C64BAC}" dt="2024-01-14T09:35:10.442" v="4275" actId="478"/>
          <ac:spMkLst>
            <pc:docMk/>
            <pc:sldMk cId="2050014322" sldId="284"/>
            <ac:spMk id="7" creationId="{A065B8CC-8AA8-52CF-9D48-69D51B4BF2CE}"/>
          </ac:spMkLst>
        </pc:spChg>
        <pc:spChg chg="mod">
          <ac:chgData name="Muriel BORDE" userId="c170603111e0d29b" providerId="LiveId" clId="{C3C29596-27C2-42DE-9590-ED2863C64BAC}" dt="2024-01-14T09:35:18.505" v="4278" actId="1076"/>
          <ac:spMkLst>
            <pc:docMk/>
            <pc:sldMk cId="2050014322" sldId="284"/>
            <ac:spMk id="10" creationId="{FD0DE230-2298-49F5-9D9A-794BAC96496E}"/>
          </ac:spMkLst>
        </pc:spChg>
        <pc:spChg chg="del mod">
          <ac:chgData name="Muriel BORDE" userId="c170603111e0d29b" providerId="LiveId" clId="{C3C29596-27C2-42DE-9590-ED2863C64BAC}" dt="2024-01-14T09:22:42.218" v="3702" actId="478"/>
          <ac:spMkLst>
            <pc:docMk/>
            <pc:sldMk cId="2050014322" sldId="284"/>
            <ac:spMk id="11" creationId="{78C5B3D0-778F-4A7B-A487-D65B986A8EF4}"/>
          </ac:spMkLst>
        </pc:spChg>
        <pc:spChg chg="mod">
          <ac:chgData name="Muriel BORDE" userId="c170603111e0d29b" providerId="LiveId" clId="{C3C29596-27C2-42DE-9590-ED2863C64BAC}" dt="2024-01-14T09:35:18.505" v="4278" actId="1076"/>
          <ac:spMkLst>
            <pc:docMk/>
            <pc:sldMk cId="2050014322" sldId="284"/>
            <ac:spMk id="12" creationId="{65F04C9E-C750-4443-806D-992E4434C5D3}"/>
          </ac:spMkLst>
        </pc:spChg>
        <pc:spChg chg="mod">
          <ac:chgData name="Muriel BORDE" userId="c170603111e0d29b" providerId="LiveId" clId="{C3C29596-27C2-42DE-9590-ED2863C64BAC}" dt="2024-01-14T09:35:18.505" v="4278" actId="1076"/>
          <ac:spMkLst>
            <pc:docMk/>
            <pc:sldMk cId="2050014322" sldId="284"/>
            <ac:spMk id="13" creationId="{EFBF46BA-C82F-4CF5-A37E-4E4BDBF2E411}"/>
          </ac:spMkLst>
        </pc:spChg>
        <pc:spChg chg="add del mod">
          <ac:chgData name="Muriel BORDE" userId="c170603111e0d29b" providerId="LiveId" clId="{C3C29596-27C2-42DE-9590-ED2863C64BAC}" dt="2024-01-14T09:24:19.848" v="3719" actId="478"/>
          <ac:spMkLst>
            <pc:docMk/>
            <pc:sldMk cId="2050014322" sldId="284"/>
            <ac:spMk id="16" creationId="{558C57E8-F0FE-4A83-8754-C57FEFFB610C}"/>
          </ac:spMkLst>
        </pc:spChg>
        <pc:spChg chg="add del mod">
          <ac:chgData name="Muriel BORDE" userId="c170603111e0d29b" providerId="LiveId" clId="{C3C29596-27C2-42DE-9590-ED2863C64BAC}" dt="2024-01-14T09:24:19.848" v="3719" actId="478"/>
          <ac:spMkLst>
            <pc:docMk/>
            <pc:sldMk cId="2050014322" sldId="284"/>
            <ac:spMk id="17" creationId="{B3906518-4643-750B-0B8B-CB543174DA3B}"/>
          </ac:spMkLst>
        </pc:spChg>
        <pc:spChg chg="add del mod">
          <ac:chgData name="Muriel BORDE" userId="c170603111e0d29b" providerId="LiveId" clId="{C3C29596-27C2-42DE-9590-ED2863C64BAC}" dt="2024-01-14T09:24:24.628" v="3722" actId="478"/>
          <ac:spMkLst>
            <pc:docMk/>
            <pc:sldMk cId="2050014322" sldId="284"/>
            <ac:spMk id="19" creationId="{D005E3D0-8E78-1EE4-B736-990F2032A8DB}"/>
          </ac:spMkLst>
        </pc:spChg>
        <pc:spChg chg="add mod">
          <ac:chgData name="Muriel BORDE" userId="c170603111e0d29b" providerId="LiveId" clId="{C3C29596-27C2-42DE-9590-ED2863C64BAC}" dt="2024-01-14T09:24:20.180" v="3720"/>
          <ac:spMkLst>
            <pc:docMk/>
            <pc:sldMk cId="2050014322" sldId="284"/>
            <ac:spMk id="20" creationId="{EB43949F-697F-F408-7511-E74C3D2A3CDC}"/>
          </ac:spMkLst>
        </pc:spChg>
        <pc:spChg chg="add mod">
          <ac:chgData name="Muriel BORDE" userId="c170603111e0d29b" providerId="LiveId" clId="{C3C29596-27C2-42DE-9590-ED2863C64BAC}" dt="2024-01-14T09:24:22.831" v="3721"/>
          <ac:spMkLst>
            <pc:docMk/>
            <pc:sldMk cId="2050014322" sldId="284"/>
            <ac:spMk id="21" creationId="{5F0335C4-5480-A9DD-CB4E-20F0143F8149}"/>
          </ac:spMkLst>
        </pc:spChg>
        <pc:spChg chg="add mod">
          <ac:chgData name="Muriel BORDE" userId="c170603111e0d29b" providerId="LiveId" clId="{C3C29596-27C2-42DE-9590-ED2863C64BAC}" dt="2024-01-14T09:24:24.831" v="3723"/>
          <ac:spMkLst>
            <pc:docMk/>
            <pc:sldMk cId="2050014322" sldId="284"/>
            <ac:spMk id="22" creationId="{E1B7B69A-9E39-3BD7-DCC8-4B70496C9B76}"/>
          </ac:spMkLst>
        </pc:spChg>
        <pc:spChg chg="add del mod">
          <ac:chgData name="Muriel BORDE" userId="c170603111e0d29b" providerId="LiveId" clId="{C3C29596-27C2-42DE-9590-ED2863C64BAC}" dt="2024-01-14T09:36:53.552" v="4288" actId="478"/>
          <ac:spMkLst>
            <pc:docMk/>
            <pc:sldMk cId="2050014322" sldId="284"/>
            <ac:spMk id="23" creationId="{A1FC990A-D8BF-BBB0-648F-6AF5FBB9D619}"/>
          </ac:spMkLst>
        </pc:spChg>
        <pc:spChg chg="add mod">
          <ac:chgData name="Muriel BORDE" userId="c170603111e0d29b" providerId="LiveId" clId="{C3C29596-27C2-42DE-9590-ED2863C64BAC}" dt="2024-01-14T10:26:55.159" v="5375" actId="113"/>
          <ac:spMkLst>
            <pc:docMk/>
            <pc:sldMk cId="2050014322" sldId="284"/>
            <ac:spMk id="24" creationId="{D1D083C7-4ED0-CD83-7A54-4D79FFE7D61F}"/>
          </ac:spMkLst>
        </pc:spChg>
        <pc:spChg chg="add del mod">
          <ac:chgData name="Muriel BORDE" userId="c170603111e0d29b" providerId="LiveId" clId="{C3C29596-27C2-42DE-9590-ED2863C64BAC}" dt="2024-01-14T09:36:55.312" v="4289" actId="478"/>
          <ac:spMkLst>
            <pc:docMk/>
            <pc:sldMk cId="2050014322" sldId="284"/>
            <ac:spMk id="26" creationId="{5A3872B9-6737-3733-4656-577A261D98A4}"/>
          </ac:spMkLst>
        </pc:spChg>
        <pc:spChg chg="add mod">
          <ac:chgData name="Muriel BORDE" userId="c170603111e0d29b" providerId="LiveId" clId="{C3C29596-27C2-42DE-9590-ED2863C64BAC}" dt="2024-01-14T09:36:55.602" v="4290"/>
          <ac:spMkLst>
            <pc:docMk/>
            <pc:sldMk cId="2050014322" sldId="284"/>
            <ac:spMk id="27" creationId="{F17C4E8E-43C5-65E5-114F-7A5BABC001F5}"/>
          </ac:spMkLst>
        </pc:spChg>
        <pc:picChg chg="mod">
          <ac:chgData name="Muriel BORDE" userId="c170603111e0d29b" providerId="LiveId" clId="{C3C29596-27C2-42DE-9590-ED2863C64BAC}" dt="2024-01-14T09:35:18.505" v="4278" actId="1076"/>
          <ac:picMkLst>
            <pc:docMk/>
            <pc:sldMk cId="2050014322" sldId="284"/>
            <ac:picMk id="8" creationId="{97D7A4BC-EF1A-41B6-88AA-719F8A32ACF6}"/>
          </ac:picMkLst>
        </pc:picChg>
        <pc:picChg chg="mod">
          <ac:chgData name="Muriel BORDE" userId="c170603111e0d29b" providerId="LiveId" clId="{C3C29596-27C2-42DE-9590-ED2863C64BAC}" dt="2024-01-14T09:35:18.505" v="4278" actId="1076"/>
          <ac:picMkLst>
            <pc:docMk/>
            <pc:sldMk cId="2050014322" sldId="284"/>
            <ac:picMk id="9" creationId="{1FE335DF-633B-4E9E-978A-9F6DAB53D249}"/>
          </ac:picMkLst>
        </pc:picChg>
        <pc:picChg chg="mod">
          <ac:chgData name="Muriel BORDE" userId="c170603111e0d29b" providerId="LiveId" clId="{C3C29596-27C2-42DE-9590-ED2863C64BAC}" dt="2024-01-14T09:23:25.166" v="3711" actId="1076"/>
          <ac:picMkLst>
            <pc:docMk/>
            <pc:sldMk cId="2050014322" sldId="284"/>
            <ac:picMk id="14" creationId="{8CF9FBD1-2FA2-4E84-8958-766ED8759A65}"/>
          </ac:picMkLst>
        </pc:picChg>
        <pc:picChg chg="mod">
          <ac:chgData name="Muriel BORDE" userId="c170603111e0d29b" providerId="LiveId" clId="{C3C29596-27C2-42DE-9590-ED2863C64BAC}" dt="2024-01-14T09:23:25.166" v="3711" actId="1076"/>
          <ac:picMkLst>
            <pc:docMk/>
            <pc:sldMk cId="2050014322" sldId="284"/>
            <ac:picMk id="15" creationId="{8E3B5F58-1ECD-425B-A5BE-74F596217537}"/>
          </ac:picMkLst>
        </pc:picChg>
      </pc:sldChg>
      <pc:sldChg chg="addSp delSp modSp add mod modClrScheme chgLayout">
        <pc:chgData name="Muriel BORDE" userId="c170603111e0d29b" providerId="LiveId" clId="{C3C29596-27C2-42DE-9590-ED2863C64BAC}" dt="2024-01-14T10:25:55.273" v="5355"/>
        <pc:sldMkLst>
          <pc:docMk/>
          <pc:sldMk cId="1768233436" sldId="285"/>
        </pc:sldMkLst>
        <pc:spChg chg="mod ord">
          <ac:chgData name="Muriel BORDE" userId="c170603111e0d29b" providerId="LiveId" clId="{C3C29596-27C2-42DE-9590-ED2863C64BAC}" dt="2024-01-14T09:42:18.576" v="4424" actId="20577"/>
          <ac:spMkLst>
            <pc:docMk/>
            <pc:sldMk cId="1768233436" sldId="285"/>
            <ac:spMk id="2" creationId="{C54C9E2D-35C5-4DC3-940B-EDB14534E9E6}"/>
          </ac:spMkLst>
        </pc:spChg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1768233436" sldId="285"/>
            <ac:spMk id="3" creationId="{E38445E8-DAE3-4ED6-94E0-E04F42B814CE}"/>
          </ac:spMkLst>
        </pc:spChg>
        <pc:spChg chg="del mod">
          <ac:chgData name="Muriel BORDE" userId="c170603111e0d29b" providerId="LiveId" clId="{C3C29596-27C2-42DE-9590-ED2863C64BAC}" dt="2024-01-14T09:41:01.107" v="4376" actId="478"/>
          <ac:spMkLst>
            <pc:docMk/>
            <pc:sldMk cId="1768233436" sldId="285"/>
            <ac:spMk id="4" creationId="{842F1223-B884-413D-A6D0-9752B5AE8EDE}"/>
          </ac:spMkLst>
        </pc:spChg>
        <pc:spChg chg="add del mod ord">
          <ac:chgData name="Muriel BORDE" userId="c170603111e0d29b" providerId="LiveId" clId="{C3C29596-27C2-42DE-9590-ED2863C64BAC}" dt="2024-01-14T09:38:09.006" v="4315" actId="478"/>
          <ac:spMkLst>
            <pc:docMk/>
            <pc:sldMk cId="1768233436" sldId="285"/>
            <ac:spMk id="5" creationId="{D4182DF7-88D8-B168-FAB8-A6A2AE84D922}"/>
          </ac:spMkLst>
        </pc:spChg>
        <pc:spChg chg="add mod">
          <ac:chgData name="Muriel BORDE" userId="c170603111e0d29b" providerId="LiveId" clId="{C3C29596-27C2-42DE-9590-ED2863C64BAC}" dt="2024-01-14T09:38:10.047" v="4316"/>
          <ac:spMkLst>
            <pc:docMk/>
            <pc:sldMk cId="1768233436" sldId="285"/>
            <ac:spMk id="6" creationId="{EBA0BE3B-166D-D190-C3BD-34C2515C9793}"/>
          </ac:spMkLst>
        </pc:spChg>
        <pc:spChg chg="add mod">
          <ac:chgData name="Muriel BORDE" userId="c170603111e0d29b" providerId="LiveId" clId="{C3C29596-27C2-42DE-9590-ED2863C64BAC}" dt="2024-01-14T09:38:10.047" v="4316"/>
          <ac:spMkLst>
            <pc:docMk/>
            <pc:sldMk cId="1768233436" sldId="285"/>
            <ac:spMk id="7" creationId="{60936965-D6CB-F5BB-7409-0FCB068FF609}"/>
          </ac:spMkLst>
        </pc:spChg>
        <pc:spChg chg="add mod">
          <ac:chgData name="Muriel BORDE" userId="c170603111e0d29b" providerId="LiveId" clId="{C3C29596-27C2-42DE-9590-ED2863C64BAC}" dt="2024-01-14T10:25:55.273" v="5355"/>
          <ac:spMkLst>
            <pc:docMk/>
            <pc:sldMk cId="1768233436" sldId="285"/>
            <ac:spMk id="9" creationId="{EAA97DBE-3E59-39DA-620D-D890BA684295}"/>
          </ac:spMkLst>
        </pc:spChg>
      </pc:sldChg>
      <pc:sldChg chg="addSp delSp modSp add mod modClrScheme chgLayout modNotesTx">
        <pc:chgData name="Muriel BORDE" userId="c170603111e0d29b" providerId="LiveId" clId="{C3C29596-27C2-42DE-9590-ED2863C64BAC}" dt="2024-01-14T09:32:57.800" v="4167" actId="20577"/>
        <pc:sldMkLst>
          <pc:docMk/>
          <pc:sldMk cId="186205888" sldId="286"/>
        </pc:sldMkLst>
        <pc:spChg chg="add del mod ord">
          <ac:chgData name="Muriel BORDE" userId="c170603111e0d29b" providerId="LiveId" clId="{C3C29596-27C2-42DE-9590-ED2863C64BAC}" dt="2024-01-14T09:20:12.901" v="3649" actId="478"/>
          <ac:spMkLst>
            <pc:docMk/>
            <pc:sldMk cId="186205888" sldId="286"/>
            <ac:spMk id="2" creationId="{99CCEE1C-98A2-BF79-6046-567617BCE010}"/>
          </ac:spMkLst>
        </pc:spChg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186205888" sldId="286"/>
            <ac:spMk id="4" creationId="{828BE26E-C4CD-4BD9-A123-B531D92A474A}"/>
          </ac:spMkLst>
        </pc:spChg>
        <pc:spChg chg="del">
          <ac:chgData name="Muriel BORDE" userId="c170603111e0d29b" providerId="LiveId" clId="{C3C29596-27C2-42DE-9590-ED2863C64BAC}" dt="2024-01-14T09:14:41.216" v="3518" actId="478"/>
          <ac:spMkLst>
            <pc:docMk/>
            <pc:sldMk cId="186205888" sldId="286"/>
            <ac:spMk id="5" creationId="{D45FB548-3B8C-4421-AE88-255B3B579A17}"/>
          </ac:spMkLst>
        </pc:spChg>
        <pc:spChg chg="add del mod ord">
          <ac:chgData name="Muriel BORDE" userId="c170603111e0d29b" providerId="LiveId" clId="{C3C29596-27C2-42DE-9590-ED2863C64BAC}" dt="2024-01-14T09:20:12.901" v="3649" actId="478"/>
          <ac:spMkLst>
            <pc:docMk/>
            <pc:sldMk cId="186205888" sldId="286"/>
            <ac:spMk id="6" creationId="{B4CADD39-36D7-7E67-248E-427A72365686}"/>
          </ac:spMkLst>
        </pc:spChg>
        <pc:spChg chg="add mod">
          <ac:chgData name="Muriel BORDE" userId="c170603111e0d29b" providerId="LiveId" clId="{C3C29596-27C2-42DE-9590-ED2863C64BAC}" dt="2024-01-14T09:32:57.800" v="4167" actId="20577"/>
          <ac:spMkLst>
            <pc:docMk/>
            <pc:sldMk cId="186205888" sldId="286"/>
            <ac:spMk id="7" creationId="{B13059D4-688E-C11F-CEA6-D9451E8DEEC2}"/>
          </ac:spMkLst>
        </pc:spChg>
        <pc:spChg chg="add mod">
          <ac:chgData name="Muriel BORDE" userId="c170603111e0d29b" providerId="LiveId" clId="{C3C29596-27C2-42DE-9590-ED2863C64BAC}" dt="2024-01-14T09:20:13.467" v="3650"/>
          <ac:spMkLst>
            <pc:docMk/>
            <pc:sldMk cId="186205888" sldId="286"/>
            <ac:spMk id="8" creationId="{60F416A3-DBC0-92EA-7114-1975AD1D4ECB}"/>
          </ac:spMkLst>
        </pc:spChg>
        <pc:spChg chg="add mod">
          <ac:chgData name="Muriel BORDE" userId="c170603111e0d29b" providerId="LiveId" clId="{C3C29596-27C2-42DE-9590-ED2863C64BAC}" dt="2024-01-14T09:20:13.467" v="3650"/>
          <ac:spMkLst>
            <pc:docMk/>
            <pc:sldMk cId="186205888" sldId="286"/>
            <ac:spMk id="9" creationId="{540781E7-7DB9-D650-1B35-ED8A75EF8D8A}"/>
          </ac:spMkLst>
        </pc:spChg>
        <pc:picChg chg="del mod">
          <ac:chgData name="Muriel BORDE" userId="c170603111e0d29b" providerId="LiveId" clId="{C3C29596-27C2-42DE-9590-ED2863C64BAC}" dt="2024-01-14T09:31:46.672" v="4156" actId="478"/>
          <ac:picMkLst>
            <pc:docMk/>
            <pc:sldMk cId="186205888" sldId="286"/>
            <ac:picMk id="3" creationId="{2B2FA89A-1EBE-4270-8E07-CC85A8CE1782}"/>
          </ac:picMkLst>
        </pc:picChg>
        <pc:picChg chg="add del mod">
          <ac:chgData name="Muriel BORDE" userId="c170603111e0d29b" providerId="LiveId" clId="{C3C29596-27C2-42DE-9590-ED2863C64BAC}" dt="2024-01-14T09:32:36.756" v="4161" actId="478"/>
          <ac:picMkLst>
            <pc:docMk/>
            <pc:sldMk cId="186205888" sldId="286"/>
            <ac:picMk id="1026" creationId="{BA7C28CF-5861-A609-749A-FA21C55860D3}"/>
          </ac:picMkLst>
        </pc:picChg>
        <pc:picChg chg="add mod">
          <ac:chgData name="Muriel BORDE" userId="c170603111e0d29b" providerId="LiveId" clId="{C3C29596-27C2-42DE-9590-ED2863C64BAC}" dt="2024-01-14T09:32:42.690" v="4165" actId="1076"/>
          <ac:picMkLst>
            <pc:docMk/>
            <pc:sldMk cId="186205888" sldId="286"/>
            <ac:picMk id="1028" creationId="{5C228CC0-F070-FB6C-3957-FBB1DEEF614E}"/>
          </ac:picMkLst>
        </pc:picChg>
      </pc:sldChg>
      <pc:sldChg chg="addSp delSp modSp add mod ord modClrScheme chgLayout">
        <pc:chgData name="Muriel BORDE" userId="c170603111e0d29b" providerId="LiveId" clId="{C3C29596-27C2-42DE-9590-ED2863C64BAC}" dt="2024-01-14T09:35:41.300" v="4287" actId="1076"/>
        <pc:sldMkLst>
          <pc:docMk/>
          <pc:sldMk cId="857917796" sldId="291"/>
        </pc:sldMkLst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857917796" sldId="291"/>
            <ac:spMk id="2" creationId="{22255B1D-69F8-48D3-8091-F920E0A95131}"/>
          </ac:spMkLst>
        </pc:spChg>
        <pc:spChg chg="mod">
          <ac:chgData name="Muriel BORDE" userId="c170603111e0d29b" providerId="LiveId" clId="{C3C29596-27C2-42DE-9590-ED2863C64BAC}" dt="2024-01-14T09:35:41.300" v="4287" actId="1076"/>
          <ac:spMkLst>
            <pc:docMk/>
            <pc:sldMk cId="857917796" sldId="291"/>
            <ac:spMk id="3" creationId="{7B999545-A7D1-400D-98F2-2B6404353011}"/>
          </ac:spMkLst>
        </pc:spChg>
        <pc:spChg chg="add del mod ord">
          <ac:chgData name="Muriel BORDE" userId="c170603111e0d29b" providerId="LiveId" clId="{C3C29596-27C2-42DE-9590-ED2863C64BAC}" dt="2024-01-14T09:25:52.269" v="3767" actId="478"/>
          <ac:spMkLst>
            <pc:docMk/>
            <pc:sldMk cId="857917796" sldId="291"/>
            <ac:spMk id="4" creationId="{9E9935B9-2E58-1520-7408-3597027832FC}"/>
          </ac:spMkLst>
        </pc:spChg>
        <pc:spChg chg="add del mod ord">
          <ac:chgData name="Muriel BORDE" userId="c170603111e0d29b" providerId="LiveId" clId="{C3C29596-27C2-42DE-9590-ED2863C64BAC}" dt="2024-01-14T09:25:52.269" v="3767" actId="478"/>
          <ac:spMkLst>
            <pc:docMk/>
            <pc:sldMk cId="857917796" sldId="291"/>
            <ac:spMk id="5" creationId="{1BC75D83-DAAF-D085-407B-9288C5120BB2}"/>
          </ac:spMkLst>
        </pc:spChg>
        <pc:spChg chg="add mod">
          <ac:chgData name="Muriel BORDE" userId="c170603111e0d29b" providerId="LiveId" clId="{C3C29596-27C2-42DE-9590-ED2863C64BAC}" dt="2024-01-14T09:25:52.994" v="3768"/>
          <ac:spMkLst>
            <pc:docMk/>
            <pc:sldMk cId="857917796" sldId="291"/>
            <ac:spMk id="6" creationId="{2D826E1E-1321-E60D-8E6E-A96E5FB54CEA}"/>
          </ac:spMkLst>
        </pc:spChg>
        <pc:spChg chg="add mod">
          <ac:chgData name="Muriel BORDE" userId="c170603111e0d29b" providerId="LiveId" clId="{C3C29596-27C2-42DE-9590-ED2863C64BAC}" dt="2024-01-14T09:33:18.059" v="4168" actId="1076"/>
          <ac:spMkLst>
            <pc:docMk/>
            <pc:sldMk cId="857917796" sldId="291"/>
            <ac:spMk id="8" creationId="{63989600-ED44-CC45-BDF3-10E7ECF589A5}"/>
          </ac:spMkLst>
        </pc:spChg>
        <pc:spChg chg="mod">
          <ac:chgData name="Muriel BORDE" userId="c170603111e0d29b" providerId="LiveId" clId="{C3C29596-27C2-42DE-9590-ED2863C64BAC}" dt="2024-01-14T09:35:41.300" v="4287" actId="1076"/>
          <ac:spMkLst>
            <pc:docMk/>
            <pc:sldMk cId="857917796" sldId="291"/>
            <ac:spMk id="10" creationId="{08830044-9951-4424-BADB-962BDAF464DF}"/>
          </ac:spMkLst>
        </pc:spChg>
        <pc:spChg chg="del">
          <ac:chgData name="Muriel BORDE" userId="c170603111e0d29b" providerId="LiveId" clId="{C3C29596-27C2-42DE-9590-ED2863C64BAC}" dt="2024-01-14T09:25:46.609" v="3766" actId="478"/>
          <ac:spMkLst>
            <pc:docMk/>
            <pc:sldMk cId="857917796" sldId="291"/>
            <ac:spMk id="11" creationId="{78C5B3D0-778F-4A7B-A487-D65B986A8EF4}"/>
          </ac:spMkLst>
        </pc:spChg>
        <pc:spChg chg="mod">
          <ac:chgData name="Muriel BORDE" userId="c170603111e0d29b" providerId="LiveId" clId="{C3C29596-27C2-42DE-9590-ED2863C64BAC}" dt="2024-01-14T09:35:41.300" v="4287" actId="1076"/>
          <ac:spMkLst>
            <pc:docMk/>
            <pc:sldMk cId="857917796" sldId="291"/>
            <ac:spMk id="12" creationId="{8282C0A7-CE5A-42D8-9BDA-6353B4E42BB0}"/>
          </ac:spMkLst>
        </pc:spChg>
        <pc:spChg chg="mod">
          <ac:chgData name="Muriel BORDE" userId="c170603111e0d29b" providerId="LiveId" clId="{C3C29596-27C2-42DE-9590-ED2863C64BAC}" dt="2024-01-14T09:35:41.300" v="4287" actId="1076"/>
          <ac:spMkLst>
            <pc:docMk/>
            <pc:sldMk cId="857917796" sldId="291"/>
            <ac:spMk id="13" creationId="{3470E87F-F30D-4CB2-8927-4B39E2A9E471}"/>
          </ac:spMkLst>
        </pc:spChg>
        <pc:spChg chg="add del mod">
          <ac:chgData name="Muriel BORDE" userId="c170603111e0d29b" providerId="LiveId" clId="{C3C29596-27C2-42DE-9590-ED2863C64BAC}" dt="2024-01-14T09:35:36.371" v="4286" actId="478"/>
          <ac:spMkLst>
            <pc:docMk/>
            <pc:sldMk cId="857917796" sldId="291"/>
            <ac:spMk id="14" creationId="{8DB3B1E1-66AB-2DFF-8435-61B2F5C32050}"/>
          </ac:spMkLst>
        </pc:spChg>
        <pc:spChg chg="mod">
          <ac:chgData name="Muriel BORDE" userId="c170603111e0d29b" providerId="LiveId" clId="{C3C29596-27C2-42DE-9590-ED2863C64BAC}" dt="2024-01-14T09:35:41.300" v="4287" actId="1076"/>
          <ac:spMkLst>
            <pc:docMk/>
            <pc:sldMk cId="857917796" sldId="291"/>
            <ac:spMk id="19" creationId="{5E7EAA5B-AA35-4C18-809C-9F8B463ED8A2}"/>
          </ac:spMkLst>
        </pc:spChg>
        <pc:spChg chg="mod">
          <ac:chgData name="Muriel BORDE" userId="c170603111e0d29b" providerId="LiveId" clId="{C3C29596-27C2-42DE-9590-ED2863C64BAC}" dt="2024-01-14T09:35:41.300" v="4287" actId="1076"/>
          <ac:spMkLst>
            <pc:docMk/>
            <pc:sldMk cId="857917796" sldId="291"/>
            <ac:spMk id="20" creationId="{C437D2C3-4CE8-446C-89DF-6E1982BC94D5}"/>
          </ac:spMkLst>
        </pc:spChg>
        <pc:spChg chg="mod">
          <ac:chgData name="Muriel BORDE" userId="c170603111e0d29b" providerId="LiveId" clId="{C3C29596-27C2-42DE-9590-ED2863C64BAC}" dt="2024-01-14T09:35:41.300" v="4287" actId="1076"/>
          <ac:spMkLst>
            <pc:docMk/>
            <pc:sldMk cId="857917796" sldId="291"/>
            <ac:spMk id="21" creationId="{FDB5226E-AE4D-43EC-8524-961074821982}"/>
          </ac:spMkLst>
        </pc:spChg>
        <pc:cxnChg chg="mod">
          <ac:chgData name="Muriel BORDE" userId="c170603111e0d29b" providerId="LiveId" clId="{C3C29596-27C2-42DE-9590-ED2863C64BAC}" dt="2024-01-14T09:35:41.300" v="4287" actId="1076"/>
          <ac:cxnSpMkLst>
            <pc:docMk/>
            <pc:sldMk cId="857917796" sldId="291"/>
            <ac:cxnSpMk id="7" creationId="{8FB05F1E-2D77-4772-8BF6-1F74D2217E4E}"/>
          </ac:cxnSpMkLst>
        </pc:cxnChg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037896188" sldId="29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572137962" sldId="292"/>
        </pc:sldMkLst>
      </pc:sldChg>
      <pc:sldChg chg="addSp modSp add del mod modClrScheme chgLayout">
        <pc:chgData name="Muriel BORDE" userId="c170603111e0d29b" providerId="LiveId" clId="{C3C29596-27C2-42DE-9590-ED2863C64BAC}" dt="2024-01-14T09:37:05.168" v="4291" actId="47"/>
        <pc:sldMkLst>
          <pc:docMk/>
          <pc:sldMk cId="847014699" sldId="292"/>
        </pc:sldMkLst>
        <pc:spChg chg="add mod ord">
          <ac:chgData name="Muriel BORDE" userId="c170603111e0d29b" providerId="LiveId" clId="{C3C29596-27C2-42DE-9590-ED2863C64BAC}" dt="2024-01-14T09:14:21.807" v="3516" actId="700"/>
          <ac:spMkLst>
            <pc:docMk/>
            <pc:sldMk cId="847014699" sldId="292"/>
            <ac:spMk id="2" creationId="{F6171E6C-5169-5532-2385-AFC449914A23}"/>
          </ac:spMkLst>
        </pc:spChg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847014699" sldId="292"/>
            <ac:spMk id="3" creationId="{E38445E8-DAE3-4ED6-94E0-E04F42B814CE}"/>
          </ac:spMkLst>
        </pc:spChg>
        <pc:spChg chg="add mod ord">
          <ac:chgData name="Muriel BORDE" userId="c170603111e0d29b" providerId="LiveId" clId="{C3C29596-27C2-42DE-9590-ED2863C64BAC}" dt="2024-01-14T09:14:21.807" v="3516" actId="700"/>
          <ac:spMkLst>
            <pc:docMk/>
            <pc:sldMk cId="847014699" sldId="292"/>
            <ac:spMk id="5" creationId="{85FB9274-2E0A-3290-FAF0-1AC9F3329273}"/>
          </ac:spMkLst>
        </pc:spChg>
      </pc:sldChg>
      <pc:sldChg chg="addSp modSp add del mod modClrScheme chgLayout">
        <pc:chgData name="Muriel BORDE" userId="c170603111e0d29b" providerId="LiveId" clId="{C3C29596-27C2-42DE-9590-ED2863C64BAC}" dt="2024-01-14T09:16:05.320" v="3612" actId="47"/>
        <pc:sldMkLst>
          <pc:docMk/>
          <pc:sldMk cId="2096193899" sldId="293"/>
        </pc:sldMkLst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2096193899" sldId="293"/>
            <ac:spMk id="2" creationId="{04676EBD-93E1-4BD4-8BFD-6DDFA79F815A}"/>
          </ac:spMkLst>
        </pc:spChg>
        <pc:spChg chg="add mod ord">
          <ac:chgData name="Muriel BORDE" userId="c170603111e0d29b" providerId="LiveId" clId="{C3C29596-27C2-42DE-9590-ED2863C64BAC}" dt="2024-01-14T09:14:21.807" v="3516" actId="700"/>
          <ac:spMkLst>
            <pc:docMk/>
            <pc:sldMk cId="2096193899" sldId="293"/>
            <ac:spMk id="3" creationId="{E3231793-6C9E-9331-A1E8-8D18FB38D7DE}"/>
          </ac:spMkLst>
        </pc:spChg>
        <pc:spChg chg="mod ord">
          <ac:chgData name="Muriel BORDE" userId="c170603111e0d29b" providerId="LiveId" clId="{C3C29596-27C2-42DE-9590-ED2863C64BAC}" dt="2024-01-14T09:14:21.807" v="3516" actId="700"/>
          <ac:spMkLst>
            <pc:docMk/>
            <pc:sldMk cId="2096193899" sldId="293"/>
            <ac:spMk id="4" creationId="{828BE26E-C4CD-4BD9-A123-B531D92A474A}"/>
          </ac:spMkLst>
        </pc:spChg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949355884" sldId="29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409841927" sldId="29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955040011" sldId="30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517329253" sldId="30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4251819550" sldId="30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617856018" sldId="310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80677855" sldId="31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618240513" sldId="315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162498139" sldId="31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171768951" sldId="31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559031685" sldId="335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893655513" sldId="33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588690590" sldId="34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710328947" sldId="342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919467611" sldId="34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684892692" sldId="34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72729198" sldId="345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250890671" sldId="34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750098727" sldId="34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4860508" sldId="34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461894395" sldId="34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784850762" sldId="35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843052423" sldId="352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0" sldId="36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615159242" sldId="36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085378898" sldId="37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167038906" sldId="38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897276873" sldId="392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499924118" sldId="39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894047666" sldId="39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095914046" sldId="39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19206254" sldId="400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827529150" sldId="40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649936149" sldId="40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478438008" sldId="410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662690432" sldId="41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797572871" sldId="41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06991966" sldId="42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826839492" sldId="425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705316243" sldId="42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37908375" sldId="42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68974922" sldId="42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295296417" sldId="43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47725858" sldId="432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4285160046" sldId="43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81294663" sldId="43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4114581776" sldId="43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994453029" sldId="43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898844940" sldId="43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094019554" sldId="440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761803462" sldId="44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924615619" sldId="44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0" sldId="44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0" sldId="44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0" sldId="44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278907323" sldId="44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480219597" sldId="452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983165549" sldId="45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660007410" sldId="45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95441944" sldId="45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68474687" sldId="45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583576800" sldId="45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339556018" sldId="460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532903524" sldId="46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28176175" sldId="462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78395775" sldId="46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620786957" sldId="46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74281555" sldId="465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83549790" sldId="46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184257106" sldId="46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60956037" sldId="46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746449873" sldId="472"/>
        </pc:sldMkLst>
      </pc:sldChg>
      <pc:sldChg chg="del">
        <pc:chgData name="Muriel BORDE" userId="c170603111e0d29b" providerId="LiveId" clId="{C3C29596-27C2-42DE-9590-ED2863C64BAC}" dt="2024-01-13T09:32:54.658" v="1134" actId="47"/>
        <pc:sldMkLst>
          <pc:docMk/>
          <pc:sldMk cId="2447112194" sldId="47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299282410" sldId="47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798688737" sldId="475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520849967" sldId="47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915137504" sldId="47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084706264" sldId="47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714649290" sldId="47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748848600" sldId="480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8945599" sldId="481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262612563" sldId="482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025637599" sldId="483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385928822" sldId="484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758555970" sldId="485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3323540049" sldId="486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146104369" sldId="487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457049403" sldId="488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862963755" sldId="489"/>
        </pc:sldMkLst>
      </pc:sldChg>
      <pc:sldChg chg="del">
        <pc:chgData name="Muriel BORDE" userId="c170603111e0d29b" providerId="LiveId" clId="{C3C29596-27C2-42DE-9590-ED2863C64BAC}" dt="2024-01-13T08:44:08.839" v="46" actId="47"/>
        <pc:sldMkLst>
          <pc:docMk/>
          <pc:sldMk cId="2023948013" sldId="490"/>
        </pc:sldMkLst>
      </pc:sldChg>
      <pc:sldChg chg="add del ord">
        <pc:chgData name="Muriel BORDE" userId="c170603111e0d29b" providerId="LiveId" clId="{C3C29596-27C2-42DE-9590-ED2863C64BAC}" dt="2024-01-13T08:46:36.850" v="58" actId="47"/>
        <pc:sldMkLst>
          <pc:docMk/>
          <pc:sldMk cId="3645010272" sldId="2191"/>
        </pc:sldMkLst>
      </pc:sldChg>
      <pc:sldChg chg="addSp delSp modSp add mod modClrScheme chgLayout">
        <pc:chgData name="Muriel BORDE" userId="c170603111e0d29b" providerId="LiveId" clId="{C3C29596-27C2-42DE-9590-ED2863C64BAC}" dt="2024-01-13T10:14:07.668" v="2510" actId="14100"/>
        <pc:sldMkLst>
          <pc:docMk/>
          <pc:sldMk cId="646515155" sldId="2244"/>
        </pc:sldMkLst>
        <pc:spChg chg="del mod ord">
          <ac:chgData name="Muriel BORDE" userId="c170603111e0d29b" providerId="LiveId" clId="{C3C29596-27C2-42DE-9590-ED2863C64BAC}" dt="2024-01-13T10:01:34.820" v="2299" actId="478"/>
          <ac:spMkLst>
            <pc:docMk/>
            <pc:sldMk cId="646515155" sldId="2244"/>
            <ac:spMk id="2" creationId="{7DCAF4A6-61F7-48FC-B79C-D1F1C3D93110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646515155" sldId="2244"/>
            <ac:spMk id="3" creationId="{A9A48FB7-DC4B-532F-5E5C-5A61B9351EFB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646515155" sldId="2244"/>
            <ac:spMk id="4" creationId="{617BC673-A954-23D1-871C-665CD0541BAB}"/>
          </ac:spMkLst>
        </pc:spChg>
        <pc:spChg chg="add del mod ord">
          <ac:chgData name="Muriel BORDE" userId="c170603111e0d29b" providerId="LiveId" clId="{C3C29596-27C2-42DE-9590-ED2863C64BAC}" dt="2024-01-13T10:01:34.820" v="2299" actId="478"/>
          <ac:spMkLst>
            <pc:docMk/>
            <pc:sldMk cId="646515155" sldId="2244"/>
            <ac:spMk id="5" creationId="{2593BBAC-668A-887B-A0C4-3D4CFF0D67CA}"/>
          </ac:spMkLst>
        </pc:spChg>
        <pc:spChg chg="mod">
          <ac:chgData name="Muriel BORDE" userId="c170603111e0d29b" providerId="LiveId" clId="{C3C29596-27C2-42DE-9590-ED2863C64BAC}" dt="2024-01-13T10:14:07.668" v="2510" actId="14100"/>
          <ac:spMkLst>
            <pc:docMk/>
            <pc:sldMk cId="646515155" sldId="2244"/>
            <ac:spMk id="7" creationId="{B251A50E-E7DA-4D5C-9E2E-CA062B1BBE4C}"/>
          </ac:spMkLst>
        </pc:spChg>
        <pc:spChg chg="add del mod">
          <ac:chgData name="Muriel BORDE" userId="c170603111e0d29b" providerId="LiveId" clId="{C3C29596-27C2-42DE-9590-ED2863C64BAC}" dt="2024-01-13T10:01:37.254" v="2300" actId="478"/>
          <ac:spMkLst>
            <pc:docMk/>
            <pc:sldMk cId="646515155" sldId="2244"/>
            <ac:spMk id="8" creationId="{2084AA55-2539-685E-B3BF-297E8BCEB8AF}"/>
          </ac:spMkLst>
        </pc:spChg>
        <pc:spChg chg="add mod">
          <ac:chgData name="Muriel BORDE" userId="c170603111e0d29b" providerId="LiveId" clId="{C3C29596-27C2-42DE-9590-ED2863C64BAC}" dt="2024-01-13T10:01:37.545" v="2301"/>
          <ac:spMkLst>
            <pc:docMk/>
            <pc:sldMk cId="646515155" sldId="2244"/>
            <ac:spMk id="9" creationId="{7F5ECDDD-92B1-E56C-36F6-27379A507DC5}"/>
          </ac:spMkLst>
        </pc:spChg>
        <pc:spChg chg="add mod">
          <ac:chgData name="Muriel BORDE" userId="c170603111e0d29b" providerId="LiveId" clId="{C3C29596-27C2-42DE-9590-ED2863C64BAC}" dt="2024-01-13T10:01:43.607" v="2326" actId="5793"/>
          <ac:spMkLst>
            <pc:docMk/>
            <pc:sldMk cId="646515155" sldId="2244"/>
            <ac:spMk id="10" creationId="{B8FBAC10-3E24-A386-EFFD-D73708828313}"/>
          </ac:spMkLst>
        </pc:spChg>
        <pc:picChg chg="mod">
          <ac:chgData name="Muriel BORDE" userId="c170603111e0d29b" providerId="LiveId" clId="{C3C29596-27C2-42DE-9590-ED2863C64BAC}" dt="2024-01-13T10:14:03.388" v="2508" actId="1076"/>
          <ac:picMkLst>
            <pc:docMk/>
            <pc:sldMk cId="646515155" sldId="2244"/>
            <ac:picMk id="6146" creationId="{5637E641-CC66-4DB5-B0D7-E7AC60AF6152}"/>
          </ac:picMkLst>
        </pc:picChg>
        <pc:picChg chg="mod">
          <ac:chgData name="Muriel BORDE" userId="c170603111e0d29b" providerId="LiveId" clId="{C3C29596-27C2-42DE-9590-ED2863C64BAC}" dt="2024-01-13T10:14:05.345" v="2509" actId="1076"/>
          <ac:picMkLst>
            <pc:docMk/>
            <pc:sldMk cId="646515155" sldId="2244"/>
            <ac:picMk id="6148" creationId="{807A1C80-C276-4744-83D9-9F5F7AF460C3}"/>
          </ac:picMkLst>
        </pc:picChg>
      </pc:sldChg>
      <pc:sldChg chg="addSp delSp modSp add mod modClrScheme chgLayout">
        <pc:chgData name="Muriel BORDE" userId="c170603111e0d29b" providerId="LiveId" clId="{C3C29596-27C2-42DE-9590-ED2863C64BAC}" dt="2024-01-13T10:14:23.495" v="2514" actId="1076"/>
        <pc:sldMkLst>
          <pc:docMk/>
          <pc:sldMk cId="368104088" sldId="2245"/>
        </pc:sldMkLst>
        <pc:spChg chg="del mod ord">
          <ac:chgData name="Muriel BORDE" userId="c170603111e0d29b" providerId="LiveId" clId="{C3C29596-27C2-42DE-9590-ED2863C64BAC}" dt="2024-01-13T10:01:48.209" v="2327" actId="478"/>
          <ac:spMkLst>
            <pc:docMk/>
            <pc:sldMk cId="368104088" sldId="2245"/>
            <ac:spMk id="2" creationId="{7DCAF4A6-61F7-48FC-B79C-D1F1C3D93110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368104088" sldId="2245"/>
            <ac:spMk id="3" creationId="{EB1AC742-DAC9-6479-D41C-06BF060F6194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368104088" sldId="2245"/>
            <ac:spMk id="4" creationId="{27E3C50C-C069-74F4-1C3F-77C8FF7F5B9F}"/>
          </ac:spMkLst>
        </pc:spChg>
        <pc:spChg chg="add del mod ord">
          <ac:chgData name="Muriel BORDE" userId="c170603111e0d29b" providerId="LiveId" clId="{C3C29596-27C2-42DE-9590-ED2863C64BAC}" dt="2024-01-13T10:01:48.209" v="2327" actId="478"/>
          <ac:spMkLst>
            <pc:docMk/>
            <pc:sldMk cId="368104088" sldId="2245"/>
            <ac:spMk id="5" creationId="{85928D21-6B5D-E74E-E1AA-199645949D98}"/>
          </ac:spMkLst>
        </pc:spChg>
        <pc:spChg chg="mod">
          <ac:chgData name="Muriel BORDE" userId="c170603111e0d29b" providerId="LiveId" clId="{C3C29596-27C2-42DE-9590-ED2863C64BAC}" dt="2024-01-13T10:14:21.598" v="2513" actId="1076"/>
          <ac:spMkLst>
            <pc:docMk/>
            <pc:sldMk cId="368104088" sldId="2245"/>
            <ac:spMk id="6" creationId="{19B6E52E-1B8E-467D-AD4B-05A235157D3B}"/>
          </ac:spMkLst>
        </pc:spChg>
        <pc:spChg chg="mod">
          <ac:chgData name="Muriel BORDE" userId="c170603111e0d29b" providerId="LiveId" clId="{C3C29596-27C2-42DE-9590-ED2863C64BAC}" dt="2024-01-13T10:14:21.598" v="2513" actId="1076"/>
          <ac:spMkLst>
            <pc:docMk/>
            <pc:sldMk cId="368104088" sldId="2245"/>
            <ac:spMk id="7" creationId="{B251A50E-E7DA-4D5C-9E2E-CA062B1BBE4C}"/>
          </ac:spMkLst>
        </pc:spChg>
        <pc:spChg chg="add del mod">
          <ac:chgData name="Muriel BORDE" userId="c170603111e0d29b" providerId="LiveId" clId="{C3C29596-27C2-42DE-9590-ED2863C64BAC}" dt="2024-01-13T10:01:50.527" v="2328" actId="478"/>
          <ac:spMkLst>
            <pc:docMk/>
            <pc:sldMk cId="368104088" sldId="2245"/>
            <ac:spMk id="9" creationId="{A8E15F67-D28C-A599-B89E-C43EE66CB6BC}"/>
          </ac:spMkLst>
        </pc:spChg>
        <pc:spChg chg="add mod">
          <ac:chgData name="Muriel BORDE" userId="c170603111e0d29b" providerId="LiveId" clId="{C3C29596-27C2-42DE-9590-ED2863C64BAC}" dt="2024-01-13T10:01:51.177" v="2329"/>
          <ac:spMkLst>
            <pc:docMk/>
            <pc:sldMk cId="368104088" sldId="2245"/>
            <ac:spMk id="10" creationId="{98A11248-5C2F-0AC8-F055-1759FA565CF7}"/>
          </ac:spMkLst>
        </pc:spChg>
        <pc:spChg chg="add mod">
          <ac:chgData name="Muriel BORDE" userId="c170603111e0d29b" providerId="LiveId" clId="{C3C29596-27C2-42DE-9590-ED2863C64BAC}" dt="2024-01-13T10:01:51.177" v="2329"/>
          <ac:spMkLst>
            <pc:docMk/>
            <pc:sldMk cId="368104088" sldId="2245"/>
            <ac:spMk id="11" creationId="{31CD47FC-4DC4-1AAE-630F-CC2D27319433}"/>
          </ac:spMkLst>
        </pc:spChg>
        <pc:picChg chg="mod">
          <ac:chgData name="Muriel BORDE" userId="c170603111e0d29b" providerId="LiveId" clId="{C3C29596-27C2-42DE-9590-ED2863C64BAC}" dt="2024-01-13T10:14:23.495" v="2514" actId="1076"/>
          <ac:picMkLst>
            <pc:docMk/>
            <pc:sldMk cId="368104088" sldId="2245"/>
            <ac:picMk id="5122" creationId="{5CBE52CA-5487-48BE-A865-97B0E9BEB63F}"/>
          </ac:picMkLst>
        </pc:picChg>
      </pc:sldChg>
      <pc:sldChg chg="addSp delSp modSp add mod modClrScheme chgLayout">
        <pc:chgData name="Muriel BORDE" userId="c170603111e0d29b" providerId="LiveId" clId="{C3C29596-27C2-42DE-9590-ED2863C64BAC}" dt="2024-01-13T10:23:22.203" v="2553"/>
        <pc:sldMkLst>
          <pc:docMk/>
          <pc:sldMk cId="2415022750" sldId="2246"/>
        </pc:sldMkLst>
        <pc:spChg chg="del mod ord">
          <ac:chgData name="Muriel BORDE" userId="c170603111e0d29b" providerId="LiveId" clId="{C3C29596-27C2-42DE-9590-ED2863C64BAC}" dt="2024-01-13T10:01:54.016" v="2330" actId="478"/>
          <ac:spMkLst>
            <pc:docMk/>
            <pc:sldMk cId="2415022750" sldId="2246"/>
            <ac:spMk id="2" creationId="{7DCAF4A6-61F7-48FC-B79C-D1F1C3D93110}"/>
          </ac:spMkLst>
        </pc:spChg>
        <pc:spChg chg="mod">
          <ac:chgData name="Muriel BORDE" userId="c170603111e0d29b" providerId="LiveId" clId="{C3C29596-27C2-42DE-9590-ED2863C64BAC}" dt="2024-01-13T10:23:02.275" v="2550" actId="14100"/>
          <ac:spMkLst>
            <pc:docMk/>
            <pc:sldMk cId="2415022750" sldId="2246"/>
            <ac:spMk id="3" creationId="{1214D615-B70A-4EBE-93E7-B5631A16BF40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2415022750" sldId="2246"/>
            <ac:spMk id="4" creationId="{39B4957C-BAC6-385C-31A6-9EEFFE2BDBF6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2415022750" sldId="2246"/>
            <ac:spMk id="5" creationId="{BA4362F8-8459-4E85-2BF9-1CA48254219A}"/>
          </ac:spMkLst>
        </pc:spChg>
        <pc:spChg chg="add del mod ord">
          <ac:chgData name="Muriel BORDE" userId="c170603111e0d29b" providerId="LiveId" clId="{C3C29596-27C2-42DE-9590-ED2863C64BAC}" dt="2024-01-13T10:01:54.016" v="2330" actId="478"/>
          <ac:spMkLst>
            <pc:docMk/>
            <pc:sldMk cId="2415022750" sldId="2246"/>
            <ac:spMk id="6" creationId="{0236C51B-6DAE-9C37-DEB1-0EB67388BA97}"/>
          </ac:spMkLst>
        </pc:spChg>
        <pc:spChg chg="mod">
          <ac:chgData name="Muriel BORDE" userId="c170603111e0d29b" providerId="LiveId" clId="{C3C29596-27C2-42DE-9590-ED2863C64BAC}" dt="2024-01-13T10:22:54.015" v="2547" actId="14"/>
          <ac:spMkLst>
            <pc:docMk/>
            <pc:sldMk cId="2415022750" sldId="2246"/>
            <ac:spMk id="7" creationId="{B251A50E-E7DA-4D5C-9E2E-CA062B1BBE4C}"/>
          </ac:spMkLst>
        </pc:spChg>
        <pc:spChg chg="add del mod">
          <ac:chgData name="Muriel BORDE" userId="c170603111e0d29b" providerId="LiveId" clId="{C3C29596-27C2-42DE-9590-ED2863C64BAC}" dt="2024-01-13T10:01:55.739" v="2331" actId="478"/>
          <ac:spMkLst>
            <pc:docMk/>
            <pc:sldMk cId="2415022750" sldId="2246"/>
            <ac:spMk id="9" creationId="{005D458D-D45B-4839-DF29-45311508F3B3}"/>
          </ac:spMkLst>
        </pc:spChg>
        <pc:spChg chg="add mod">
          <ac:chgData name="Muriel BORDE" userId="c170603111e0d29b" providerId="LiveId" clId="{C3C29596-27C2-42DE-9590-ED2863C64BAC}" dt="2024-01-13T10:01:55.974" v="2332"/>
          <ac:spMkLst>
            <pc:docMk/>
            <pc:sldMk cId="2415022750" sldId="2246"/>
            <ac:spMk id="10" creationId="{C4DEF840-B2CC-CA56-4681-72315C35DAE9}"/>
          </ac:spMkLst>
        </pc:spChg>
        <pc:spChg chg="add mod">
          <ac:chgData name="Muriel BORDE" userId="c170603111e0d29b" providerId="LiveId" clId="{C3C29596-27C2-42DE-9590-ED2863C64BAC}" dt="2024-01-13T10:01:55.974" v="2332"/>
          <ac:spMkLst>
            <pc:docMk/>
            <pc:sldMk cId="2415022750" sldId="2246"/>
            <ac:spMk id="11" creationId="{0663193A-E03E-A618-5950-5C7FD67FB8C4}"/>
          </ac:spMkLst>
        </pc:spChg>
        <pc:picChg chg="add mod">
          <ac:chgData name="Muriel BORDE" userId="c170603111e0d29b" providerId="LiveId" clId="{C3C29596-27C2-42DE-9590-ED2863C64BAC}" dt="2024-01-13T10:23:22.203" v="2553"/>
          <ac:picMkLst>
            <pc:docMk/>
            <pc:sldMk cId="2415022750" sldId="2246"/>
            <ac:picMk id="12" creationId="{312F487C-038A-6360-37C2-07DDD30C4B90}"/>
          </ac:picMkLst>
        </pc:picChg>
        <pc:picChg chg="mod">
          <ac:chgData name="Muriel BORDE" userId="c170603111e0d29b" providerId="LiveId" clId="{C3C29596-27C2-42DE-9590-ED2863C64BAC}" dt="2024-01-13T10:15:11.163" v="2523" actId="14100"/>
          <ac:picMkLst>
            <pc:docMk/>
            <pc:sldMk cId="2415022750" sldId="2246"/>
            <ac:picMk id="4098" creationId="{00158BD2-35FB-496C-9DC6-0A290FFB3079}"/>
          </ac:picMkLst>
        </pc:picChg>
        <pc:picChg chg="mod">
          <ac:chgData name="Muriel BORDE" userId="c170603111e0d29b" providerId="LiveId" clId="{C3C29596-27C2-42DE-9590-ED2863C64BAC}" dt="2024-01-13T10:02:06.411" v="2333" actId="1076"/>
          <ac:picMkLst>
            <pc:docMk/>
            <pc:sldMk cId="2415022750" sldId="2246"/>
            <ac:picMk id="8194" creationId="{E6B0D7D2-A03C-4E52-B41A-3B373EF3B0B3}"/>
          </ac:picMkLst>
        </pc:picChg>
      </pc:sldChg>
      <pc:sldChg chg="addSp delSp modSp add mod modClrScheme chgLayout">
        <pc:chgData name="Muriel BORDE" userId="c170603111e0d29b" providerId="LiveId" clId="{C3C29596-27C2-42DE-9590-ED2863C64BAC}" dt="2024-01-13T10:52:54.065" v="3135" actId="1076"/>
        <pc:sldMkLst>
          <pc:docMk/>
          <pc:sldMk cId="3002122017" sldId="2247"/>
        </pc:sldMkLst>
        <pc:spChg chg="del mod ord">
          <ac:chgData name="Muriel BORDE" userId="c170603111e0d29b" providerId="LiveId" clId="{C3C29596-27C2-42DE-9590-ED2863C64BAC}" dt="2024-01-13T10:35:04.136" v="2585" actId="478"/>
          <ac:spMkLst>
            <pc:docMk/>
            <pc:sldMk cId="3002122017" sldId="2247"/>
            <ac:spMk id="2" creationId="{4D2FD9BD-9BCA-434E-8B01-E6AEADFFFB1C}"/>
          </ac:spMkLst>
        </pc:spChg>
        <pc:spChg chg="del mod">
          <ac:chgData name="Muriel BORDE" userId="c170603111e0d29b" providerId="LiveId" clId="{C3C29596-27C2-42DE-9590-ED2863C64BAC}" dt="2024-01-13T10:42:48.048" v="2690" actId="478"/>
          <ac:spMkLst>
            <pc:docMk/>
            <pc:sldMk cId="3002122017" sldId="2247"/>
            <ac:spMk id="3" creationId="{EF6EA63C-7B18-4F7D-8E5B-FCFF69D21494}"/>
          </ac:spMkLst>
        </pc:spChg>
        <pc:spChg chg="add del mod ord">
          <ac:chgData name="Muriel BORDE" userId="c170603111e0d29b" providerId="LiveId" clId="{C3C29596-27C2-42DE-9590-ED2863C64BAC}" dt="2024-01-13T10:35:04.136" v="2585" actId="478"/>
          <ac:spMkLst>
            <pc:docMk/>
            <pc:sldMk cId="3002122017" sldId="2247"/>
            <ac:spMk id="5" creationId="{8C2006C6-4D5A-4014-2083-E49818700D12}"/>
          </ac:spMkLst>
        </pc:spChg>
        <pc:spChg chg="mod">
          <ac:chgData name="Muriel BORDE" userId="c170603111e0d29b" providerId="LiveId" clId="{C3C29596-27C2-42DE-9590-ED2863C64BAC}" dt="2024-01-13T10:45:00.485" v="2809" actId="1076"/>
          <ac:spMkLst>
            <pc:docMk/>
            <pc:sldMk cId="3002122017" sldId="2247"/>
            <ac:spMk id="7" creationId="{DE488529-8EE8-47E0-80CC-7D1BEBC8485E}"/>
          </ac:spMkLst>
        </pc:spChg>
        <pc:spChg chg="add del mod">
          <ac:chgData name="Muriel BORDE" userId="c170603111e0d29b" providerId="LiveId" clId="{C3C29596-27C2-42DE-9590-ED2863C64BAC}" dt="2024-01-13T10:35:06.428" v="2586" actId="478"/>
          <ac:spMkLst>
            <pc:docMk/>
            <pc:sldMk cId="3002122017" sldId="2247"/>
            <ac:spMk id="8" creationId="{3DB30F97-4BF4-90FC-85E2-25DFF43B5ED9}"/>
          </ac:spMkLst>
        </pc:spChg>
        <pc:spChg chg="mod">
          <ac:chgData name="Muriel BORDE" userId="c170603111e0d29b" providerId="LiveId" clId="{C3C29596-27C2-42DE-9590-ED2863C64BAC}" dt="2024-01-13T10:45:00.485" v="2809" actId="1076"/>
          <ac:spMkLst>
            <pc:docMk/>
            <pc:sldMk cId="3002122017" sldId="2247"/>
            <ac:spMk id="9" creationId="{3ED77637-2148-42DE-8691-63206AAF1D2F}"/>
          </ac:spMkLst>
        </pc:spChg>
        <pc:spChg chg="mod">
          <ac:chgData name="Muriel BORDE" userId="c170603111e0d29b" providerId="LiveId" clId="{C3C29596-27C2-42DE-9590-ED2863C64BAC}" dt="2024-01-13T10:44:44.454" v="2803" actId="1076"/>
          <ac:spMkLst>
            <pc:docMk/>
            <pc:sldMk cId="3002122017" sldId="2247"/>
            <ac:spMk id="10" creationId="{40544087-AFE7-4B16-9CAD-AF45E708B7FA}"/>
          </ac:spMkLst>
        </pc:spChg>
        <pc:spChg chg="mod">
          <ac:chgData name="Muriel BORDE" userId="c170603111e0d29b" providerId="LiveId" clId="{C3C29596-27C2-42DE-9590-ED2863C64BAC}" dt="2024-01-13T10:44:31.745" v="2799" actId="1076"/>
          <ac:spMkLst>
            <pc:docMk/>
            <pc:sldMk cId="3002122017" sldId="2247"/>
            <ac:spMk id="11" creationId="{4B33ED6C-92A0-4E5F-A084-E27C3309F96F}"/>
          </ac:spMkLst>
        </pc:spChg>
        <pc:spChg chg="mod">
          <ac:chgData name="Muriel BORDE" userId="c170603111e0d29b" providerId="LiveId" clId="{C3C29596-27C2-42DE-9590-ED2863C64BAC}" dt="2024-01-13T10:45:02.996" v="2810" actId="1076"/>
          <ac:spMkLst>
            <pc:docMk/>
            <pc:sldMk cId="3002122017" sldId="2247"/>
            <ac:spMk id="12" creationId="{54A6A0D9-62D1-4D25-93F6-1AA226C2208C}"/>
          </ac:spMkLst>
        </pc:spChg>
        <pc:spChg chg="add mod">
          <ac:chgData name="Muriel BORDE" userId="c170603111e0d29b" providerId="LiveId" clId="{C3C29596-27C2-42DE-9590-ED2863C64BAC}" dt="2024-01-13T10:35:06.753" v="2587"/>
          <ac:spMkLst>
            <pc:docMk/>
            <pc:sldMk cId="3002122017" sldId="2247"/>
            <ac:spMk id="14" creationId="{1DDFC6BE-D463-5AAF-B428-A37DA3DCF6B1}"/>
          </ac:spMkLst>
        </pc:spChg>
        <pc:spChg chg="add mod">
          <ac:chgData name="Muriel BORDE" userId="c170603111e0d29b" providerId="LiveId" clId="{C3C29596-27C2-42DE-9590-ED2863C64BAC}" dt="2024-01-13T10:35:06.753" v="2587"/>
          <ac:spMkLst>
            <pc:docMk/>
            <pc:sldMk cId="3002122017" sldId="2247"/>
            <ac:spMk id="15" creationId="{BA356E36-789F-8945-17D4-30A33780E769}"/>
          </ac:spMkLst>
        </pc:spChg>
        <pc:spChg chg="mod">
          <ac:chgData name="Muriel BORDE" userId="c170603111e0d29b" providerId="LiveId" clId="{C3C29596-27C2-42DE-9590-ED2863C64BAC}" dt="2024-01-13T10:52:54.065" v="3135" actId="1076"/>
          <ac:spMkLst>
            <pc:docMk/>
            <pc:sldMk cId="3002122017" sldId="2247"/>
            <ac:spMk id="18" creationId="{0E4EDFF4-5BE1-4E54-A7DA-84FCDA1C87B0}"/>
          </ac:spMkLst>
        </pc:spChg>
        <pc:spChg chg="del">
          <ac:chgData name="Muriel BORDE" userId="c170603111e0d29b" providerId="LiveId" clId="{C3C29596-27C2-42DE-9590-ED2863C64BAC}" dt="2024-01-13T10:42:48.048" v="2690" actId="478"/>
          <ac:spMkLst>
            <pc:docMk/>
            <pc:sldMk cId="3002122017" sldId="2247"/>
            <ac:spMk id="19" creationId="{13AF9A60-413C-4895-BF45-AF395D25B76A}"/>
          </ac:spMkLst>
        </pc:spChg>
        <pc:spChg chg="del mod">
          <ac:chgData name="Muriel BORDE" userId="c170603111e0d29b" providerId="LiveId" clId="{C3C29596-27C2-42DE-9590-ED2863C64BAC}" dt="2024-01-13T10:42:48.048" v="2690" actId="478"/>
          <ac:spMkLst>
            <pc:docMk/>
            <pc:sldMk cId="3002122017" sldId="2247"/>
            <ac:spMk id="20" creationId="{03AC776A-85EE-4924-B23E-FAE259F95E1E}"/>
          </ac:spMkLst>
        </pc:spChg>
        <pc:spChg chg="del mod">
          <ac:chgData name="Muriel BORDE" userId="c170603111e0d29b" providerId="LiveId" clId="{C3C29596-27C2-42DE-9590-ED2863C64BAC}" dt="2024-01-13T10:42:48.048" v="2690" actId="478"/>
          <ac:spMkLst>
            <pc:docMk/>
            <pc:sldMk cId="3002122017" sldId="2247"/>
            <ac:spMk id="21" creationId="{9BDE33B2-2155-4589-B66E-A9EDFC29FF82}"/>
          </ac:spMkLst>
        </pc:spChg>
        <pc:spChg chg="add mod">
          <ac:chgData name="Muriel BORDE" userId="c170603111e0d29b" providerId="LiveId" clId="{C3C29596-27C2-42DE-9590-ED2863C64BAC}" dt="2024-01-13T10:44:11.123" v="2794" actId="1076"/>
          <ac:spMkLst>
            <pc:docMk/>
            <pc:sldMk cId="3002122017" sldId="2247"/>
            <ac:spMk id="22" creationId="{87309E05-A111-8579-857C-AA17AFBF5E0C}"/>
          </ac:spMkLst>
        </pc:spChg>
        <pc:spChg chg="add mod">
          <ac:chgData name="Muriel BORDE" userId="c170603111e0d29b" providerId="LiveId" clId="{C3C29596-27C2-42DE-9590-ED2863C64BAC}" dt="2024-01-13T10:45:12.681" v="2812" actId="122"/>
          <ac:spMkLst>
            <pc:docMk/>
            <pc:sldMk cId="3002122017" sldId="2247"/>
            <ac:spMk id="23" creationId="{3BF8519C-D60F-699F-4E60-8D0434920FDE}"/>
          </ac:spMkLst>
        </pc:spChg>
        <pc:spChg chg="add mod">
          <ac:chgData name="Muriel BORDE" userId="c170603111e0d29b" providerId="LiveId" clId="{C3C29596-27C2-42DE-9590-ED2863C64BAC}" dt="2024-01-13T10:45:17.011" v="2813" actId="1076"/>
          <ac:spMkLst>
            <pc:docMk/>
            <pc:sldMk cId="3002122017" sldId="2247"/>
            <ac:spMk id="25" creationId="{CB4DB6B8-B6F8-A7B6-A11A-640012F75BC8}"/>
          </ac:spMkLst>
        </pc:spChg>
        <pc:spChg chg="add mod">
          <ac:chgData name="Muriel BORDE" userId="c170603111e0d29b" providerId="LiveId" clId="{C3C29596-27C2-42DE-9590-ED2863C64BAC}" dt="2024-01-13T10:46:54.425" v="2862" actId="1076"/>
          <ac:spMkLst>
            <pc:docMk/>
            <pc:sldMk cId="3002122017" sldId="2247"/>
            <ac:spMk id="26" creationId="{602DCEAA-9026-6441-B9D6-E632E8AFB2BA}"/>
          </ac:spMkLst>
        </pc:spChg>
        <pc:spChg chg="add mod">
          <ac:chgData name="Muriel BORDE" userId="c170603111e0d29b" providerId="LiveId" clId="{C3C29596-27C2-42DE-9590-ED2863C64BAC}" dt="2024-01-13T10:47:02.155" v="2864" actId="1076"/>
          <ac:spMkLst>
            <pc:docMk/>
            <pc:sldMk cId="3002122017" sldId="2247"/>
            <ac:spMk id="27" creationId="{770F3759-BAA7-B150-A778-6E03258EC3D0}"/>
          </ac:spMkLst>
        </pc:spChg>
        <pc:spChg chg="add mod">
          <ac:chgData name="Muriel BORDE" userId="c170603111e0d29b" providerId="LiveId" clId="{C3C29596-27C2-42DE-9590-ED2863C64BAC}" dt="2024-01-13T10:52:50.595" v="3134"/>
          <ac:spMkLst>
            <pc:docMk/>
            <pc:sldMk cId="3002122017" sldId="2247"/>
            <ac:spMk id="28" creationId="{13DD7D24-1AC6-886C-83F0-9AF76B71D9E1}"/>
          </ac:spMkLst>
        </pc:spChg>
        <pc:picChg chg="del mod">
          <ac:chgData name="Muriel BORDE" userId="c170603111e0d29b" providerId="LiveId" clId="{C3C29596-27C2-42DE-9590-ED2863C64BAC}" dt="2024-01-13T10:42:48.048" v="2690" actId="478"/>
          <ac:picMkLst>
            <pc:docMk/>
            <pc:sldMk cId="3002122017" sldId="2247"/>
            <ac:picMk id="4" creationId="{5A9162A7-DA76-4870-95C9-CD3D934D6D98}"/>
          </ac:picMkLst>
        </pc:picChg>
        <pc:picChg chg="del mod">
          <ac:chgData name="Muriel BORDE" userId="c170603111e0d29b" providerId="LiveId" clId="{C3C29596-27C2-42DE-9590-ED2863C64BAC}" dt="2024-01-13T10:42:48.048" v="2690" actId="478"/>
          <ac:picMkLst>
            <pc:docMk/>
            <pc:sldMk cId="3002122017" sldId="2247"/>
            <ac:picMk id="13" creationId="{FAE08DD2-F5D8-4559-BF8E-FBBD1216EF9B}"/>
          </ac:picMkLst>
        </pc:picChg>
        <pc:picChg chg="add del mod">
          <ac:chgData name="Muriel BORDE" userId="c170603111e0d29b" providerId="LiveId" clId="{C3C29596-27C2-42DE-9590-ED2863C64BAC}" dt="2024-01-13T10:42:41.269" v="2689" actId="478"/>
          <ac:picMkLst>
            <pc:docMk/>
            <pc:sldMk cId="3002122017" sldId="2247"/>
            <ac:picMk id="17" creationId="{B2255D92-F94D-812C-DD2D-519B2A89C013}"/>
          </ac:picMkLst>
        </pc:picChg>
        <pc:picChg chg="del mod">
          <ac:chgData name="Muriel BORDE" userId="c170603111e0d29b" providerId="LiveId" clId="{C3C29596-27C2-42DE-9590-ED2863C64BAC}" dt="2024-01-13T10:42:48.048" v="2690" actId="478"/>
          <ac:picMkLst>
            <pc:docMk/>
            <pc:sldMk cId="3002122017" sldId="2247"/>
            <ac:picMk id="24" creationId="{FDB85FBA-AFF4-49AC-A347-9A3B0BCC3A02}"/>
          </ac:picMkLst>
        </pc:picChg>
        <pc:picChg chg="mod">
          <ac:chgData name="Muriel BORDE" userId="c170603111e0d29b" providerId="LiveId" clId="{C3C29596-27C2-42DE-9590-ED2863C64BAC}" dt="2024-01-13T10:45:00.485" v="2809" actId="1076"/>
          <ac:picMkLst>
            <pc:docMk/>
            <pc:sldMk cId="3002122017" sldId="2247"/>
            <ac:picMk id="5122" creationId="{5BD7288E-2D07-42A4-A902-FB863DADB127}"/>
          </ac:picMkLst>
        </pc:picChg>
        <pc:picChg chg="mod">
          <ac:chgData name="Muriel BORDE" userId="c170603111e0d29b" providerId="LiveId" clId="{C3C29596-27C2-42DE-9590-ED2863C64BAC}" dt="2024-01-13T10:45:00.485" v="2809" actId="1076"/>
          <ac:picMkLst>
            <pc:docMk/>
            <pc:sldMk cId="3002122017" sldId="2247"/>
            <ac:picMk id="5124" creationId="{5BA181D7-357E-47FE-8C8D-0822D3FEC9BC}"/>
          </ac:picMkLst>
        </pc:picChg>
        <pc:picChg chg="mod">
          <ac:chgData name="Muriel BORDE" userId="c170603111e0d29b" providerId="LiveId" clId="{C3C29596-27C2-42DE-9590-ED2863C64BAC}" dt="2024-01-13T10:44:31.745" v="2799" actId="1076"/>
          <ac:picMkLst>
            <pc:docMk/>
            <pc:sldMk cId="3002122017" sldId="2247"/>
            <ac:picMk id="5126" creationId="{30B46544-E76A-4997-BBB3-134C64070956}"/>
          </ac:picMkLst>
        </pc:picChg>
        <pc:picChg chg="mod">
          <ac:chgData name="Muriel BORDE" userId="c170603111e0d29b" providerId="LiveId" clId="{C3C29596-27C2-42DE-9590-ED2863C64BAC}" dt="2024-01-13T10:45:02.996" v="2810" actId="1076"/>
          <ac:picMkLst>
            <pc:docMk/>
            <pc:sldMk cId="3002122017" sldId="2247"/>
            <ac:picMk id="5130" creationId="{00786530-87BD-4F29-9310-60F3F416FAB3}"/>
          </ac:picMkLst>
        </pc:picChg>
        <pc:picChg chg="mod">
          <ac:chgData name="Muriel BORDE" userId="c170603111e0d29b" providerId="LiveId" clId="{C3C29596-27C2-42DE-9590-ED2863C64BAC}" dt="2024-01-13T10:44:44.454" v="2803" actId="1076"/>
          <ac:picMkLst>
            <pc:docMk/>
            <pc:sldMk cId="3002122017" sldId="2247"/>
            <ac:picMk id="5132" creationId="{6B7CA672-6C77-40AE-B1E8-42EC0BEE5A9D}"/>
          </ac:picMkLst>
        </pc:picChg>
        <pc:picChg chg="add del">
          <ac:chgData name="Muriel BORDE" userId="c170603111e0d29b" providerId="LiveId" clId="{C3C29596-27C2-42DE-9590-ED2863C64BAC}" dt="2024-01-13T10:36:41.952" v="2589" actId="478"/>
          <ac:picMkLst>
            <pc:docMk/>
            <pc:sldMk cId="3002122017" sldId="2247"/>
            <ac:picMk id="18434" creationId="{EA716695-7BCA-AF02-3062-3D584B14AFD1}"/>
          </ac:picMkLst>
        </pc:picChg>
      </pc:sldChg>
      <pc:sldChg chg="addSp delSp modSp add mod modClrScheme chgLayout">
        <pc:chgData name="Muriel BORDE" userId="c170603111e0d29b" providerId="LiveId" clId="{C3C29596-27C2-42DE-9590-ED2863C64BAC}" dt="2024-01-13T10:50:12.488" v="2995"/>
        <pc:sldMkLst>
          <pc:docMk/>
          <pc:sldMk cId="423558924" sldId="2248"/>
        </pc:sldMkLst>
        <pc:spChg chg="del mod ord">
          <ac:chgData name="Muriel BORDE" userId="c170603111e0d29b" providerId="LiveId" clId="{C3C29596-27C2-42DE-9590-ED2863C64BAC}" dt="2024-01-13T10:50:10.471" v="2993" actId="478"/>
          <ac:spMkLst>
            <pc:docMk/>
            <pc:sldMk cId="423558924" sldId="2248"/>
            <ac:spMk id="2" creationId="{4D2FD9BD-9BCA-434E-8B01-E6AEADFFFB1C}"/>
          </ac:spMkLst>
        </pc:spChg>
        <pc:spChg chg="add del mod ord">
          <ac:chgData name="Muriel BORDE" userId="c170603111e0d29b" providerId="LiveId" clId="{C3C29596-27C2-42DE-9590-ED2863C64BAC}" dt="2024-01-13T10:50:10.471" v="2993" actId="478"/>
          <ac:spMkLst>
            <pc:docMk/>
            <pc:sldMk cId="423558924" sldId="2248"/>
            <ac:spMk id="3" creationId="{271218C7-CAD2-236F-BF54-F078AE0B8D42}"/>
          </ac:spMkLst>
        </pc:spChg>
        <pc:spChg chg="add del mod">
          <ac:chgData name="Muriel BORDE" userId="c170603111e0d29b" providerId="LiveId" clId="{C3C29596-27C2-42DE-9590-ED2863C64BAC}" dt="2024-01-13T10:50:12.121" v="2994" actId="478"/>
          <ac:spMkLst>
            <pc:docMk/>
            <pc:sldMk cId="423558924" sldId="2248"/>
            <ac:spMk id="5" creationId="{5F5A43A8-72B2-8523-2E10-D25AD8D6DE6A}"/>
          </ac:spMkLst>
        </pc:spChg>
        <pc:spChg chg="add mod">
          <ac:chgData name="Muriel BORDE" userId="c170603111e0d29b" providerId="LiveId" clId="{C3C29596-27C2-42DE-9590-ED2863C64BAC}" dt="2024-01-13T10:50:12.488" v="2995"/>
          <ac:spMkLst>
            <pc:docMk/>
            <pc:sldMk cId="423558924" sldId="2248"/>
            <ac:spMk id="6" creationId="{8493A027-F2F7-F635-3A31-3135CEC2BF6B}"/>
          </ac:spMkLst>
        </pc:spChg>
        <pc:spChg chg="add mod">
          <ac:chgData name="Muriel BORDE" userId="c170603111e0d29b" providerId="LiveId" clId="{C3C29596-27C2-42DE-9590-ED2863C64BAC}" dt="2024-01-13T10:50:12.488" v="2995"/>
          <ac:spMkLst>
            <pc:docMk/>
            <pc:sldMk cId="423558924" sldId="2248"/>
            <ac:spMk id="9" creationId="{AD97DF45-0165-83F6-021C-619B9783FC2E}"/>
          </ac:spMkLst>
        </pc:spChg>
        <pc:picChg chg="mod">
          <ac:chgData name="Muriel BORDE" userId="c170603111e0d29b" providerId="LiveId" clId="{C3C29596-27C2-42DE-9590-ED2863C64BAC}" dt="2024-01-13T10:41:55.851" v="2685" actId="1076"/>
          <ac:picMkLst>
            <pc:docMk/>
            <pc:sldMk cId="423558924" sldId="2248"/>
            <ac:picMk id="11" creationId="{D6C66C71-46DB-4606-86E8-E11AACA9B080}"/>
          </ac:picMkLst>
        </pc:picChg>
      </pc:sldChg>
      <pc:sldChg chg="modSp add del mod">
        <pc:chgData name="Muriel BORDE" userId="c170603111e0d29b" providerId="LiveId" clId="{C3C29596-27C2-42DE-9590-ED2863C64BAC}" dt="2024-01-13T10:53:47.272" v="3164" actId="47"/>
        <pc:sldMkLst>
          <pc:docMk/>
          <pc:sldMk cId="2786460329" sldId="2249"/>
        </pc:sldMkLst>
        <pc:spChg chg="mod">
          <ac:chgData name="Muriel BORDE" userId="c170603111e0d29b" providerId="LiveId" clId="{C3C29596-27C2-42DE-9590-ED2863C64BAC}" dt="2024-01-13T08:49:45.555" v="63" actId="27636"/>
          <ac:spMkLst>
            <pc:docMk/>
            <pc:sldMk cId="2786460329" sldId="2249"/>
            <ac:spMk id="2" creationId="{4D2FD9BD-9BCA-434E-8B01-E6AEADFFFB1C}"/>
          </ac:spMkLst>
        </pc:spChg>
      </pc:sldChg>
      <pc:sldChg chg="addSp delSp modSp add del mod modClrScheme chgLayout">
        <pc:chgData name="Muriel BORDE" userId="c170603111e0d29b" providerId="LiveId" clId="{C3C29596-27C2-42DE-9590-ED2863C64BAC}" dt="2024-01-13T10:47:33.401" v="2872" actId="47"/>
        <pc:sldMkLst>
          <pc:docMk/>
          <pc:sldMk cId="2397384373" sldId="2252"/>
        </pc:sldMkLst>
        <pc:spChg chg="add del mod ord">
          <ac:chgData name="Muriel BORDE" userId="c170603111e0d29b" providerId="LiveId" clId="{C3C29596-27C2-42DE-9590-ED2863C64BAC}" dt="2024-01-13T10:40:55.878" v="2667" actId="478"/>
          <ac:spMkLst>
            <pc:docMk/>
            <pc:sldMk cId="2397384373" sldId="2252"/>
            <ac:spMk id="4" creationId="{FEDAE227-4D83-8BAE-667B-459652FF1190}"/>
          </ac:spMkLst>
        </pc:spChg>
        <pc:spChg chg="add del mod">
          <ac:chgData name="Muriel BORDE" userId="c170603111e0d29b" providerId="LiveId" clId="{C3C29596-27C2-42DE-9590-ED2863C64BAC}" dt="2024-01-13T10:40:52.489" v="2665" actId="478"/>
          <ac:spMkLst>
            <pc:docMk/>
            <pc:sldMk cId="2397384373" sldId="2252"/>
            <ac:spMk id="6" creationId="{D7317A30-7F38-7AAB-E963-DBEB75E79802}"/>
          </ac:spMkLst>
        </pc:spChg>
        <pc:spChg chg="add mod">
          <ac:chgData name="Muriel BORDE" userId="c170603111e0d29b" providerId="LiveId" clId="{C3C29596-27C2-42DE-9590-ED2863C64BAC}" dt="2024-01-13T10:40:59.905" v="2668"/>
          <ac:spMkLst>
            <pc:docMk/>
            <pc:sldMk cId="2397384373" sldId="2252"/>
            <ac:spMk id="7" creationId="{944D18AF-49EE-A443-3EEC-9A98E2D83560}"/>
          </ac:spMkLst>
        </pc:spChg>
        <pc:spChg chg="add mod">
          <ac:chgData name="Muriel BORDE" userId="c170603111e0d29b" providerId="LiveId" clId="{C3C29596-27C2-42DE-9590-ED2863C64BAC}" dt="2024-01-13T10:40:59.905" v="2668"/>
          <ac:spMkLst>
            <pc:docMk/>
            <pc:sldMk cId="2397384373" sldId="2252"/>
            <ac:spMk id="8" creationId="{8C94D466-EA9C-41F6-4FE4-E468CF42F050}"/>
          </ac:spMkLst>
        </pc:spChg>
        <pc:spChg chg="add mod">
          <ac:chgData name="Muriel BORDE" userId="c170603111e0d29b" providerId="LiveId" clId="{C3C29596-27C2-42DE-9590-ED2863C64BAC}" dt="2024-01-13T10:41:26.513" v="2679"/>
          <ac:spMkLst>
            <pc:docMk/>
            <pc:sldMk cId="2397384373" sldId="2252"/>
            <ac:spMk id="9" creationId="{EBBB245F-1483-FB37-952A-591E7C90DB31}"/>
          </ac:spMkLst>
        </pc:spChg>
        <pc:spChg chg="del">
          <ac:chgData name="Muriel BORDE" userId="c170603111e0d29b" providerId="LiveId" clId="{C3C29596-27C2-42DE-9590-ED2863C64BAC}" dt="2024-01-13T10:40:54.440" v="2666" actId="478"/>
          <ac:spMkLst>
            <pc:docMk/>
            <pc:sldMk cId="2397384373" sldId="2252"/>
            <ac:spMk id="17" creationId="{C40DB6A9-69C8-4870-86C4-51929E241B9E}"/>
          </ac:spMkLst>
        </pc:spChg>
        <pc:spChg chg="del mod ord">
          <ac:chgData name="Muriel BORDE" userId="c170603111e0d29b" providerId="LiveId" clId="{C3C29596-27C2-42DE-9590-ED2863C64BAC}" dt="2024-01-13T10:40:50.614" v="2664" actId="478"/>
          <ac:spMkLst>
            <pc:docMk/>
            <pc:sldMk cId="2397384373" sldId="2252"/>
            <ac:spMk id="705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C3C29596-27C2-42DE-9590-ED2863C64BAC}" dt="2024-01-13T10:41:24.592" v="2678" actId="122"/>
        <pc:sldMkLst>
          <pc:docMk/>
          <pc:sldMk cId="4069528679" sldId="2253"/>
        </pc:sldMkLst>
        <pc:spChg chg="del mod ord">
          <ac:chgData name="Muriel BORDE" userId="c170603111e0d29b" providerId="LiveId" clId="{C3C29596-27C2-42DE-9590-ED2863C64BAC}" dt="2024-01-13T10:40:17.895" v="2655" actId="478"/>
          <ac:spMkLst>
            <pc:docMk/>
            <pc:sldMk cId="4069528679" sldId="2253"/>
            <ac:spMk id="2" creationId="{E97F18DC-81E6-4DD3-BE13-48840687D560}"/>
          </ac:spMkLst>
        </pc:spChg>
        <pc:spChg chg="add del mod ord">
          <ac:chgData name="Muriel BORDE" userId="c170603111e0d29b" providerId="LiveId" clId="{C3C29596-27C2-42DE-9590-ED2863C64BAC}" dt="2024-01-13T10:40:17.895" v="2655" actId="478"/>
          <ac:spMkLst>
            <pc:docMk/>
            <pc:sldMk cId="4069528679" sldId="2253"/>
            <ac:spMk id="3" creationId="{B44D28C1-A417-9C46-151D-19BF9D441477}"/>
          </ac:spMkLst>
        </pc:spChg>
        <pc:spChg chg="mod">
          <ac:chgData name="Muriel BORDE" userId="c170603111e0d29b" providerId="LiveId" clId="{C3C29596-27C2-42DE-9590-ED2863C64BAC}" dt="2024-01-13T10:40:11.367" v="2654" actId="1076"/>
          <ac:spMkLst>
            <pc:docMk/>
            <pc:sldMk cId="4069528679" sldId="2253"/>
            <ac:spMk id="4" creationId="{55AB2F24-AF04-44C4-B655-CEB284786760}"/>
          </ac:spMkLst>
        </pc:spChg>
        <pc:spChg chg="add del mod">
          <ac:chgData name="Muriel BORDE" userId="c170603111e0d29b" providerId="LiveId" clId="{C3C29596-27C2-42DE-9590-ED2863C64BAC}" dt="2024-01-13T10:40:21.098" v="2656" actId="478"/>
          <ac:spMkLst>
            <pc:docMk/>
            <pc:sldMk cId="4069528679" sldId="2253"/>
            <ac:spMk id="7" creationId="{7FA9CD5F-4D1C-AD68-0E73-34E791D168FF}"/>
          </ac:spMkLst>
        </pc:spChg>
        <pc:spChg chg="add mod">
          <ac:chgData name="Muriel BORDE" userId="c170603111e0d29b" providerId="LiveId" clId="{C3C29596-27C2-42DE-9590-ED2863C64BAC}" dt="2024-01-13T10:40:21.509" v="2657"/>
          <ac:spMkLst>
            <pc:docMk/>
            <pc:sldMk cId="4069528679" sldId="2253"/>
            <ac:spMk id="8" creationId="{CF71F966-BFB1-4960-80DB-5E75EA4C10F1}"/>
          </ac:spMkLst>
        </pc:spChg>
        <pc:spChg chg="add mod">
          <ac:chgData name="Muriel BORDE" userId="c170603111e0d29b" providerId="LiveId" clId="{C3C29596-27C2-42DE-9590-ED2863C64BAC}" dt="2024-01-13T10:40:21.509" v="2657"/>
          <ac:spMkLst>
            <pc:docMk/>
            <pc:sldMk cId="4069528679" sldId="2253"/>
            <ac:spMk id="9" creationId="{FB6B606D-9F51-2D62-0624-457B1E17C6F0}"/>
          </ac:spMkLst>
        </pc:spChg>
        <pc:spChg chg="add mod">
          <ac:chgData name="Muriel BORDE" userId="c170603111e0d29b" providerId="LiveId" clId="{C3C29596-27C2-42DE-9590-ED2863C64BAC}" dt="2024-01-13T10:41:24.592" v="2678" actId="122"/>
          <ac:spMkLst>
            <pc:docMk/>
            <pc:sldMk cId="4069528679" sldId="2253"/>
            <ac:spMk id="10" creationId="{D7D5E00A-5858-C01E-2C28-9C8F15AB35BE}"/>
          </ac:spMkLst>
        </pc:spChg>
        <pc:picChg chg="mod">
          <ac:chgData name="Muriel BORDE" userId="c170603111e0d29b" providerId="LiveId" clId="{C3C29596-27C2-42DE-9590-ED2863C64BAC}" dt="2024-01-13T10:40:25.598" v="2661" actId="1036"/>
          <ac:picMkLst>
            <pc:docMk/>
            <pc:sldMk cId="4069528679" sldId="2253"/>
            <ac:picMk id="5" creationId="{1C59B2E1-BC9E-49CD-9AD9-3CBA9D2CAC91}"/>
          </ac:picMkLst>
        </pc:picChg>
      </pc:sldChg>
      <pc:sldChg chg="addSp delSp modSp add mod modClrScheme chgLayout">
        <pc:chgData name="Muriel BORDE" userId="c170603111e0d29b" providerId="LiveId" clId="{C3C29596-27C2-42DE-9590-ED2863C64BAC}" dt="2024-01-13T10:25:30.246" v="2582" actId="20577"/>
        <pc:sldMkLst>
          <pc:docMk/>
          <pc:sldMk cId="3563992579" sldId="2254"/>
        </pc:sldMkLst>
        <pc:spChg chg="del mod ord">
          <ac:chgData name="Muriel BORDE" userId="c170603111e0d29b" providerId="LiveId" clId="{C3C29596-27C2-42DE-9590-ED2863C64BAC}" dt="2024-01-13T10:02:11.841" v="2334" actId="478"/>
          <ac:spMkLst>
            <pc:docMk/>
            <pc:sldMk cId="3563992579" sldId="2254"/>
            <ac:spMk id="2" creationId="{3ABA4C63-A19D-4EB6-A51D-8BDF2D037566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3563992579" sldId="2254"/>
            <ac:spMk id="3" creationId="{4A8F8896-EEE4-F6F5-E481-4A908A9AB019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3563992579" sldId="2254"/>
            <ac:spMk id="4" creationId="{FD67221C-68A5-2615-FBBF-29E8B1A0C0FE}"/>
          </ac:spMkLst>
        </pc:spChg>
        <pc:spChg chg="add del mod ord">
          <ac:chgData name="Muriel BORDE" userId="c170603111e0d29b" providerId="LiveId" clId="{C3C29596-27C2-42DE-9590-ED2863C64BAC}" dt="2024-01-13T10:02:11.841" v="2334" actId="478"/>
          <ac:spMkLst>
            <pc:docMk/>
            <pc:sldMk cId="3563992579" sldId="2254"/>
            <ac:spMk id="5" creationId="{94294FC0-0C50-8EC6-56D2-83B70686E9AB}"/>
          </ac:spMkLst>
        </pc:spChg>
        <pc:spChg chg="del">
          <ac:chgData name="Muriel BORDE" userId="c170603111e0d29b" providerId="LiveId" clId="{C3C29596-27C2-42DE-9590-ED2863C64BAC}" dt="2024-01-13T09:57:48.626" v="2173" actId="478"/>
          <ac:spMkLst>
            <pc:docMk/>
            <pc:sldMk cId="3563992579" sldId="2254"/>
            <ac:spMk id="6" creationId="{B47A91E5-8BE3-4896-8730-E47028814582}"/>
          </ac:spMkLst>
        </pc:spChg>
        <pc:spChg chg="add del mod">
          <ac:chgData name="Muriel BORDE" userId="c170603111e0d29b" providerId="LiveId" clId="{C3C29596-27C2-42DE-9590-ED2863C64BAC}" dt="2024-01-13T10:02:14.284" v="2335" actId="478"/>
          <ac:spMkLst>
            <pc:docMk/>
            <pc:sldMk cId="3563992579" sldId="2254"/>
            <ac:spMk id="8" creationId="{F632200E-0214-3D4C-0BB9-27973EA4B4CC}"/>
          </ac:spMkLst>
        </pc:spChg>
        <pc:spChg chg="mod">
          <ac:chgData name="Muriel BORDE" userId="c170603111e0d29b" providerId="LiveId" clId="{C3C29596-27C2-42DE-9590-ED2863C64BAC}" dt="2024-01-13T10:25:30.246" v="2582" actId="20577"/>
          <ac:spMkLst>
            <pc:docMk/>
            <pc:sldMk cId="3563992579" sldId="2254"/>
            <ac:spMk id="9" creationId="{86628038-AD13-42C1-B7C2-FE3A4439A8B8}"/>
          </ac:spMkLst>
        </pc:spChg>
        <pc:spChg chg="add mod">
          <ac:chgData name="Muriel BORDE" userId="c170603111e0d29b" providerId="LiveId" clId="{C3C29596-27C2-42DE-9590-ED2863C64BAC}" dt="2024-01-13T10:02:14.583" v="2336"/>
          <ac:spMkLst>
            <pc:docMk/>
            <pc:sldMk cId="3563992579" sldId="2254"/>
            <ac:spMk id="11" creationId="{79C1F910-25E7-DDFA-3858-46F39D4F8997}"/>
          </ac:spMkLst>
        </pc:spChg>
        <pc:spChg chg="add mod">
          <ac:chgData name="Muriel BORDE" userId="c170603111e0d29b" providerId="LiveId" clId="{C3C29596-27C2-42DE-9590-ED2863C64BAC}" dt="2024-01-13T10:02:14.583" v="2336"/>
          <ac:spMkLst>
            <pc:docMk/>
            <pc:sldMk cId="3563992579" sldId="2254"/>
            <ac:spMk id="12" creationId="{F116E592-EB75-A75E-5C4C-4FB4E0E6015E}"/>
          </ac:spMkLst>
        </pc:spChg>
        <pc:picChg chg="mod">
          <ac:chgData name="Muriel BORDE" userId="c170603111e0d29b" providerId="LiveId" clId="{C3C29596-27C2-42DE-9590-ED2863C64BAC}" dt="2024-01-13T09:57:55.488" v="2174" actId="1076"/>
          <ac:picMkLst>
            <pc:docMk/>
            <pc:sldMk cId="3563992579" sldId="2254"/>
            <ac:picMk id="10" creationId="{EB0F2213-77A1-4B95-A0CB-C02167417053}"/>
          </ac:picMkLst>
        </pc:picChg>
      </pc:sldChg>
      <pc:sldChg chg="add del">
        <pc:chgData name="Muriel BORDE" userId="c170603111e0d29b" providerId="LiveId" clId="{C3C29596-27C2-42DE-9590-ED2863C64BAC}" dt="2024-01-13T10:34:49.370" v="2583" actId="47"/>
        <pc:sldMkLst>
          <pc:docMk/>
          <pc:sldMk cId="2111277725" sldId="2255"/>
        </pc:sldMkLst>
      </pc:sldChg>
      <pc:sldChg chg="addSp delSp modSp add del mod">
        <pc:chgData name="Muriel BORDE" userId="c170603111e0d29b" providerId="LiveId" clId="{C3C29596-27C2-42DE-9590-ED2863C64BAC}" dt="2024-01-13T10:04:36.141" v="2409" actId="2696"/>
        <pc:sldMkLst>
          <pc:docMk/>
          <pc:sldMk cId="313969966" sldId="2256"/>
        </pc:sldMkLst>
        <pc:spChg chg="del">
          <ac:chgData name="Muriel BORDE" userId="c170603111e0d29b" providerId="LiveId" clId="{C3C29596-27C2-42DE-9590-ED2863C64BAC}" dt="2024-01-13T10:04:13.585" v="2408" actId="478"/>
          <ac:spMkLst>
            <pc:docMk/>
            <pc:sldMk cId="313969966" sldId="2256"/>
            <ac:spMk id="2" creationId="{53889597-C3F4-4B18-B11B-48CE423D37F4}"/>
          </ac:spMkLst>
        </pc:spChg>
        <pc:spChg chg="add mod">
          <ac:chgData name="Muriel BORDE" userId="c170603111e0d29b" providerId="LiveId" clId="{C3C29596-27C2-42DE-9590-ED2863C64BAC}" dt="2024-01-13T10:04:13.585" v="2408" actId="478"/>
          <ac:spMkLst>
            <pc:docMk/>
            <pc:sldMk cId="313969966" sldId="2256"/>
            <ac:spMk id="6" creationId="{DFB05795-B3F3-4ABB-063F-F021850D2701}"/>
          </ac:spMkLst>
        </pc:spChg>
      </pc:sldChg>
      <pc:sldChg chg="addSp delSp modSp add mod modClrScheme chgLayout">
        <pc:chgData name="Muriel BORDE" userId="c170603111e0d29b" providerId="LiveId" clId="{C3C29596-27C2-42DE-9590-ED2863C64BAC}" dt="2024-01-14T09:09:06.142" v="3496" actId="2711"/>
        <pc:sldMkLst>
          <pc:docMk/>
          <pc:sldMk cId="3563282763" sldId="2256"/>
        </pc:sldMkLst>
        <pc:spChg chg="add del mod ord">
          <ac:chgData name="Muriel BORDE" userId="c170603111e0d29b" providerId="LiveId" clId="{C3C29596-27C2-42DE-9590-ED2863C64BAC}" dt="2024-01-13T10:05:03.151" v="2413" actId="478"/>
          <ac:spMkLst>
            <pc:docMk/>
            <pc:sldMk cId="3563282763" sldId="2256"/>
            <ac:spMk id="2" creationId="{C5A9611D-7A4B-811C-3838-AE5515486CDC}"/>
          </ac:spMkLst>
        </pc:spChg>
        <pc:spChg chg="mod">
          <ac:chgData name="Muriel BORDE" userId="c170603111e0d29b" providerId="LiveId" clId="{C3C29596-27C2-42DE-9590-ED2863C64BAC}" dt="2024-01-14T09:09:06.142" v="3496" actId="2711"/>
          <ac:spMkLst>
            <pc:docMk/>
            <pc:sldMk cId="3563282763" sldId="2256"/>
            <ac:spMk id="4" creationId="{7CF49FD2-E1FB-40CB-AC1D-4FB8A025F0A7}"/>
          </ac:spMkLst>
        </pc:spChg>
        <pc:spChg chg="add del mod ord">
          <ac:chgData name="Muriel BORDE" userId="c170603111e0d29b" providerId="LiveId" clId="{C3C29596-27C2-42DE-9590-ED2863C64BAC}" dt="2024-01-13T10:05:03.151" v="2413" actId="478"/>
          <ac:spMkLst>
            <pc:docMk/>
            <pc:sldMk cId="3563282763" sldId="2256"/>
            <ac:spMk id="5" creationId="{58E0782C-8CB6-17DD-E9AC-D5DA19FC5A0E}"/>
          </ac:spMkLst>
        </pc:spChg>
        <pc:spChg chg="del mod ord">
          <ac:chgData name="Muriel BORDE" userId="c170603111e0d29b" providerId="LiveId" clId="{C3C29596-27C2-42DE-9590-ED2863C64BAC}" dt="2024-01-13T10:04:46.234" v="2411" actId="700"/>
          <ac:spMkLst>
            <pc:docMk/>
            <pc:sldMk cId="3563282763" sldId="2256"/>
            <ac:spMk id="6" creationId="{DFB05795-B3F3-4ABB-063F-F021850D2701}"/>
          </ac:spMkLst>
        </pc:spChg>
        <pc:spChg chg="add mod">
          <ac:chgData name="Muriel BORDE" userId="c170603111e0d29b" providerId="LiveId" clId="{C3C29596-27C2-42DE-9590-ED2863C64BAC}" dt="2024-01-13T10:05:03.834" v="2414"/>
          <ac:spMkLst>
            <pc:docMk/>
            <pc:sldMk cId="3563282763" sldId="2256"/>
            <ac:spMk id="7" creationId="{47D425E2-0FE7-ED89-8527-47ED3B960317}"/>
          </ac:spMkLst>
        </pc:spChg>
        <pc:spChg chg="add mod">
          <ac:chgData name="Muriel BORDE" userId="c170603111e0d29b" providerId="LiveId" clId="{C3C29596-27C2-42DE-9590-ED2863C64BAC}" dt="2024-01-13T10:05:08.008" v="2429" actId="20577"/>
          <ac:spMkLst>
            <pc:docMk/>
            <pc:sldMk cId="3563282763" sldId="2256"/>
            <ac:spMk id="8" creationId="{46733D0D-2996-3558-8E01-50F827F2C94F}"/>
          </ac:spMkLst>
        </pc:spChg>
        <pc:picChg chg="mod">
          <ac:chgData name="Muriel BORDE" userId="c170603111e0d29b" providerId="LiveId" clId="{C3C29596-27C2-42DE-9590-ED2863C64BAC}" dt="2024-01-13T10:04:50.485" v="2412" actId="1076"/>
          <ac:picMkLst>
            <pc:docMk/>
            <pc:sldMk cId="3563282763" sldId="2256"/>
            <ac:picMk id="3" creationId="{2F2DEE1C-1493-4F83-A596-3A0AAACEE578}"/>
          </ac:picMkLst>
        </pc:picChg>
      </pc:sldChg>
      <pc:sldChg chg="addSp delSp modSp add mod modClrScheme chgLayout">
        <pc:chgData name="Muriel BORDE" userId="c170603111e0d29b" providerId="LiveId" clId="{C3C29596-27C2-42DE-9590-ED2863C64BAC}" dt="2024-01-14T09:09:52.063" v="3501" actId="2711"/>
        <pc:sldMkLst>
          <pc:docMk/>
          <pc:sldMk cId="1036982793" sldId="2257"/>
        </pc:sldMkLst>
        <pc:spChg chg="add del mod ord">
          <ac:chgData name="Muriel BORDE" userId="c170603111e0d29b" providerId="LiveId" clId="{C3C29596-27C2-42DE-9590-ED2863C64BAC}" dt="2024-01-13T10:50:30.783" v="3014" actId="478"/>
          <ac:spMkLst>
            <pc:docMk/>
            <pc:sldMk cId="1036982793" sldId="2257"/>
            <ac:spMk id="2" creationId="{334094FC-F66B-C0EA-636D-8963B4847370}"/>
          </ac:spMkLst>
        </pc:spChg>
        <pc:spChg chg="add mod">
          <ac:chgData name="Muriel BORDE" userId="c170603111e0d29b" providerId="LiveId" clId="{C3C29596-27C2-42DE-9590-ED2863C64BAC}" dt="2024-01-13T10:50:02.702" v="2992"/>
          <ac:spMkLst>
            <pc:docMk/>
            <pc:sldMk cId="1036982793" sldId="2257"/>
            <ac:spMk id="3" creationId="{33303D40-B924-6BE5-06CC-DEEC8E1709DB}"/>
          </ac:spMkLst>
        </pc:spChg>
        <pc:spChg chg="add del mod">
          <ac:chgData name="Muriel BORDE" userId="c170603111e0d29b" providerId="LiveId" clId="{C3C29596-27C2-42DE-9590-ED2863C64BAC}" dt="2024-01-13T10:50:29.866" v="3013" actId="478"/>
          <ac:spMkLst>
            <pc:docMk/>
            <pc:sldMk cId="1036982793" sldId="2257"/>
            <ac:spMk id="5" creationId="{E20B0FE0-3EAC-D960-9E62-B988E9D152C3}"/>
          </ac:spMkLst>
        </pc:spChg>
        <pc:spChg chg="add mod">
          <ac:chgData name="Muriel BORDE" userId="c170603111e0d29b" providerId="LiveId" clId="{C3C29596-27C2-42DE-9590-ED2863C64BAC}" dt="2024-01-13T10:50:31.550" v="3015"/>
          <ac:spMkLst>
            <pc:docMk/>
            <pc:sldMk cId="1036982793" sldId="2257"/>
            <ac:spMk id="6" creationId="{7EF185B1-638F-8542-0DD5-83A1576FAE3F}"/>
          </ac:spMkLst>
        </pc:spChg>
        <pc:spChg chg="add mod">
          <ac:chgData name="Muriel BORDE" userId="c170603111e0d29b" providerId="LiveId" clId="{C3C29596-27C2-42DE-9590-ED2863C64BAC}" dt="2024-01-13T10:50:31.550" v="3015"/>
          <ac:spMkLst>
            <pc:docMk/>
            <pc:sldMk cId="1036982793" sldId="2257"/>
            <ac:spMk id="7" creationId="{0A1423B7-BAC4-DD24-0241-EB8F5D2B7F03}"/>
          </ac:spMkLst>
        </pc:spChg>
        <pc:spChg chg="mod">
          <ac:chgData name="Muriel BORDE" userId="c170603111e0d29b" providerId="LiveId" clId="{C3C29596-27C2-42DE-9590-ED2863C64BAC}" dt="2024-01-14T09:09:52.063" v="3501" actId="2711"/>
          <ac:spMkLst>
            <pc:docMk/>
            <pc:sldMk cId="1036982793" sldId="2257"/>
            <ac:spMk id="13" creationId="{063A9832-56B4-4153-AD06-FFB7BD708E56}"/>
          </ac:spMkLst>
        </pc:spChg>
        <pc:spChg chg="mod">
          <ac:chgData name="Muriel BORDE" userId="c170603111e0d29b" providerId="LiveId" clId="{C3C29596-27C2-42DE-9590-ED2863C64BAC}" dt="2024-01-14T09:09:34.596" v="3499" actId="114"/>
          <ac:spMkLst>
            <pc:docMk/>
            <pc:sldMk cId="1036982793" sldId="2257"/>
            <ac:spMk id="16" creationId="{D4F7B222-3767-448D-B7F7-0CF7BC5E7F8A}"/>
          </ac:spMkLst>
        </pc:spChg>
        <pc:spChg chg="del mod">
          <ac:chgData name="Muriel BORDE" userId="c170603111e0d29b" providerId="LiveId" clId="{C3C29596-27C2-42DE-9590-ED2863C64BAC}" dt="2024-01-13T10:50:27.819" v="3012" actId="478"/>
          <ac:spMkLst>
            <pc:docMk/>
            <pc:sldMk cId="1036982793" sldId="2257"/>
            <ac:spMk id="20" creationId="{2739096D-7C04-4B0B-AA08-DD10D880DED4}"/>
          </ac:spMkLst>
        </pc:spChg>
        <pc:spChg chg="del mod ord">
          <ac:chgData name="Muriel BORDE" userId="c170603111e0d29b" providerId="LiveId" clId="{C3C29596-27C2-42DE-9590-ED2863C64BAC}" dt="2024-01-13T10:50:27.819" v="3012" actId="478"/>
          <ac:spMkLst>
            <pc:docMk/>
            <pc:sldMk cId="1036982793" sldId="2257"/>
            <ac:spMk id="705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C3C29596-27C2-42DE-9590-ED2863C64BAC}" dt="2024-01-13T10:01:18.597" v="2298" actId="1076"/>
        <pc:sldMkLst>
          <pc:docMk/>
          <pc:sldMk cId="1448477576" sldId="2261"/>
        </pc:sldMkLst>
        <pc:spChg chg="del mod ord">
          <ac:chgData name="Muriel BORDE" userId="c170603111e0d29b" providerId="LiveId" clId="{C3C29596-27C2-42DE-9590-ED2863C64BAC}" dt="2024-01-13T10:00:37.703" v="2267" actId="478"/>
          <ac:spMkLst>
            <pc:docMk/>
            <pc:sldMk cId="1448477576" sldId="2261"/>
            <ac:spMk id="2" creationId="{7DCAF4A6-61F7-48FC-B79C-D1F1C3D93110}"/>
          </ac:spMkLst>
        </pc:spChg>
        <pc:spChg chg="add del mod ord">
          <ac:chgData name="Muriel BORDE" userId="c170603111e0d29b" providerId="LiveId" clId="{C3C29596-27C2-42DE-9590-ED2863C64BAC}" dt="2024-01-13T09:54:37.569" v="2024" actId="700"/>
          <ac:spMkLst>
            <pc:docMk/>
            <pc:sldMk cId="1448477576" sldId="2261"/>
            <ac:spMk id="4" creationId="{2B3E8647-7549-F98F-AD28-E1810F36EB9F}"/>
          </ac:spMkLst>
        </pc:spChg>
        <pc:spChg chg="add del mod ord">
          <ac:chgData name="Muriel BORDE" userId="c170603111e0d29b" providerId="LiveId" clId="{C3C29596-27C2-42DE-9590-ED2863C64BAC}" dt="2024-01-13T09:54:27.822" v="2023" actId="478"/>
          <ac:spMkLst>
            <pc:docMk/>
            <pc:sldMk cId="1448477576" sldId="2261"/>
            <ac:spMk id="5" creationId="{4B265168-1AAF-808C-26E2-5F01D37A899D}"/>
          </ac:spMkLst>
        </pc:spChg>
        <pc:spChg chg="add del mod ord">
          <ac:chgData name="Muriel BORDE" userId="c170603111e0d29b" providerId="LiveId" clId="{C3C29596-27C2-42DE-9590-ED2863C64BAC}" dt="2024-01-13T10:00:37.703" v="2267" actId="478"/>
          <ac:spMkLst>
            <pc:docMk/>
            <pc:sldMk cId="1448477576" sldId="2261"/>
            <ac:spMk id="8" creationId="{FBEFE8D1-5CFD-56BF-DA22-1C82C3BB98CF}"/>
          </ac:spMkLst>
        </pc:spChg>
        <pc:spChg chg="add del mod">
          <ac:chgData name="Muriel BORDE" userId="c170603111e0d29b" providerId="LiveId" clId="{C3C29596-27C2-42DE-9590-ED2863C64BAC}" dt="2024-01-13T10:00:40.534" v="2268" actId="478"/>
          <ac:spMkLst>
            <pc:docMk/>
            <pc:sldMk cId="1448477576" sldId="2261"/>
            <ac:spMk id="13" creationId="{65E21447-E65D-F0A8-EA4D-66D4597D2AAA}"/>
          </ac:spMkLst>
        </pc:spChg>
        <pc:spChg chg="add mod">
          <ac:chgData name="Muriel BORDE" userId="c170603111e0d29b" providerId="LiveId" clId="{C3C29596-27C2-42DE-9590-ED2863C64BAC}" dt="2024-01-13T10:01:15.425" v="2297" actId="1035"/>
          <ac:spMkLst>
            <pc:docMk/>
            <pc:sldMk cId="1448477576" sldId="2261"/>
            <ac:spMk id="18" creationId="{BF491801-7164-8233-FA66-3B498BAFA963}"/>
          </ac:spMkLst>
        </pc:spChg>
        <pc:spChg chg="add mod">
          <ac:chgData name="Muriel BORDE" userId="c170603111e0d29b" providerId="LiveId" clId="{C3C29596-27C2-42DE-9590-ED2863C64BAC}" dt="2024-01-13T10:01:18.597" v="2298" actId="1076"/>
          <ac:spMkLst>
            <pc:docMk/>
            <pc:sldMk cId="1448477576" sldId="2261"/>
            <ac:spMk id="19" creationId="{64AB37B0-80B9-178D-8A9A-A2C725DB481D}"/>
          </ac:spMkLst>
        </pc:spChg>
      </pc:sldChg>
      <pc:sldChg chg="addSp modSp add del mod ord modClrScheme chgLayout">
        <pc:chgData name="Muriel BORDE" userId="c170603111e0d29b" providerId="LiveId" clId="{C3C29596-27C2-42DE-9590-ED2863C64BAC}" dt="2024-01-13T09:33:32.695" v="1137" actId="47"/>
        <pc:sldMkLst>
          <pc:docMk/>
          <pc:sldMk cId="1288669168" sldId="2287"/>
        </pc:sldMkLst>
        <pc:spChg chg="mod ord">
          <ac:chgData name="Muriel BORDE" userId="c170603111e0d29b" providerId="LiveId" clId="{C3C29596-27C2-42DE-9590-ED2863C64BAC}" dt="2024-01-13T08:45:50.811" v="51" actId="700"/>
          <ac:spMkLst>
            <pc:docMk/>
            <pc:sldMk cId="1288669168" sldId="2287"/>
            <ac:spMk id="2" creationId="{814A9BA5-61FB-415C-A68A-609AB76F39BA}"/>
          </ac:spMkLst>
        </pc:spChg>
        <pc:spChg chg="add mod ord">
          <ac:chgData name="Muriel BORDE" userId="c170603111e0d29b" providerId="LiveId" clId="{C3C29596-27C2-42DE-9590-ED2863C64BAC}" dt="2024-01-13T08:45:50.811" v="51" actId="700"/>
          <ac:spMkLst>
            <pc:docMk/>
            <pc:sldMk cId="1288669168" sldId="2287"/>
            <ac:spMk id="3" creationId="{021FFBD6-07F5-02D4-D7C0-7753752767D1}"/>
          </ac:spMkLst>
        </pc:spChg>
      </pc:sldChg>
      <pc:sldChg chg="add del">
        <pc:chgData name="Muriel BORDE" userId="c170603111e0d29b" providerId="LiveId" clId="{C3C29596-27C2-42DE-9590-ED2863C64BAC}" dt="2024-01-13T08:46:36.850" v="58" actId="47"/>
        <pc:sldMkLst>
          <pc:docMk/>
          <pc:sldMk cId="2558892369" sldId="2288"/>
        </pc:sldMkLst>
      </pc:sldChg>
      <pc:sldChg chg="delSp modSp add mod modClrScheme chgLayout">
        <pc:chgData name="Muriel BORDE" userId="c170603111e0d29b" providerId="LiveId" clId="{C3C29596-27C2-42DE-9590-ED2863C64BAC}" dt="2024-01-13T10:07:48.128" v="2466" actId="1035"/>
        <pc:sldMkLst>
          <pc:docMk/>
          <pc:sldMk cId="1282490819" sldId="2289"/>
        </pc:sldMkLst>
        <pc:spChg chg="mod">
          <ac:chgData name="Muriel BORDE" userId="c170603111e0d29b" providerId="LiveId" clId="{C3C29596-27C2-42DE-9590-ED2863C64BAC}" dt="2024-01-13T10:07:48.128" v="2466" actId="1035"/>
          <ac:spMkLst>
            <pc:docMk/>
            <pc:sldMk cId="1282490819" sldId="2289"/>
            <ac:spMk id="2" creationId="{DCE999DF-5A83-9C94-4F4F-A4A57A0E4D4D}"/>
          </ac:spMkLst>
        </pc:spChg>
        <pc:spChg chg="del">
          <ac:chgData name="Muriel BORDE" userId="c170603111e0d29b" providerId="LiveId" clId="{C3C29596-27C2-42DE-9590-ED2863C64BAC}" dt="2024-01-13T09:37:36.905" v="1353" actId="478"/>
          <ac:spMkLst>
            <pc:docMk/>
            <pc:sldMk cId="1282490819" sldId="2289"/>
            <ac:spMk id="3" creationId="{DB8D41C0-12B4-BF3F-ECBD-9699C0C0DF29}"/>
          </ac:spMkLst>
        </pc:spChg>
        <pc:spChg chg="mod ord">
          <ac:chgData name="Muriel BORDE" userId="c170603111e0d29b" providerId="LiveId" clId="{C3C29596-27C2-42DE-9590-ED2863C64BAC}" dt="2024-01-13T09:59:24.966" v="2238" actId="1076"/>
          <ac:spMkLst>
            <pc:docMk/>
            <pc:sldMk cId="1282490819" sldId="2289"/>
            <ac:spMk id="5" creationId="{00000000-0000-0000-0000-000000000000}"/>
          </ac:spMkLst>
        </pc:spChg>
        <pc:spChg chg="mod ord">
          <ac:chgData name="Muriel BORDE" userId="c170603111e0d29b" providerId="LiveId" clId="{C3C29596-27C2-42DE-9590-ED2863C64BAC}" dt="2024-01-13T08:54:20.897" v="88" actId="700"/>
          <ac:spMkLst>
            <pc:docMk/>
            <pc:sldMk cId="1282490819" sldId="2289"/>
            <ac:spMk id="8" creationId="{00000000-0000-0000-0000-000000000000}"/>
          </ac:spMkLst>
        </pc:spChg>
      </pc:sldChg>
      <pc:sldChg chg="modSp add del mod">
        <pc:chgData name="Muriel BORDE" userId="c170603111e0d29b" providerId="LiveId" clId="{C3C29596-27C2-42DE-9590-ED2863C64BAC}" dt="2024-01-13T10:34:49.370" v="2583" actId="47"/>
        <pc:sldMkLst>
          <pc:docMk/>
          <pc:sldMk cId="673929239" sldId="2290"/>
        </pc:sldMkLst>
        <pc:spChg chg="mod">
          <ac:chgData name="Muriel BORDE" userId="c170603111e0d29b" providerId="LiveId" clId="{C3C29596-27C2-42DE-9590-ED2863C64BAC}" dt="2024-01-13T10:03:36.701" v="2407" actId="20577"/>
          <ac:spMkLst>
            <pc:docMk/>
            <pc:sldMk cId="673929239" sldId="2290"/>
            <ac:spMk id="3" creationId="{959F41A4-0E66-4BE6-A30D-8B23389E2B63}"/>
          </ac:spMkLst>
        </pc:spChg>
      </pc:sldChg>
      <pc:sldChg chg="add del">
        <pc:chgData name="Muriel BORDE" userId="c170603111e0d29b" providerId="LiveId" clId="{C3C29596-27C2-42DE-9590-ED2863C64BAC}" dt="2024-01-13T10:34:49.370" v="2583" actId="47"/>
        <pc:sldMkLst>
          <pc:docMk/>
          <pc:sldMk cId="3964191938" sldId="2291"/>
        </pc:sldMkLst>
      </pc:sldChg>
      <pc:sldChg chg="add del">
        <pc:chgData name="Muriel BORDE" userId="c170603111e0d29b" providerId="LiveId" clId="{C3C29596-27C2-42DE-9590-ED2863C64BAC}" dt="2024-01-13T10:41:49.697" v="2684" actId="47"/>
        <pc:sldMkLst>
          <pc:docMk/>
          <pc:sldMk cId="4163833045" sldId="2292"/>
        </pc:sldMkLst>
      </pc:sldChg>
      <pc:sldChg chg="add del">
        <pc:chgData name="Muriel BORDE" userId="c170603111e0d29b" providerId="LiveId" clId="{C3C29596-27C2-42DE-9590-ED2863C64BAC}" dt="2024-01-13T10:53:47.272" v="3164" actId="47"/>
        <pc:sldMkLst>
          <pc:docMk/>
          <pc:sldMk cId="741067930" sldId="2293"/>
        </pc:sldMkLst>
      </pc:sldChg>
      <pc:sldChg chg="modSp add del mod">
        <pc:chgData name="Muriel BORDE" userId="c170603111e0d29b" providerId="LiveId" clId="{C3C29596-27C2-42DE-9590-ED2863C64BAC}" dt="2024-01-13T09:54:21.106" v="2022" actId="47"/>
        <pc:sldMkLst>
          <pc:docMk/>
          <pc:sldMk cId="2941236337" sldId="2301"/>
        </pc:sldMkLst>
        <pc:picChg chg="mod">
          <ac:chgData name="Muriel BORDE" userId="c170603111e0d29b" providerId="LiveId" clId="{C3C29596-27C2-42DE-9590-ED2863C64BAC}" dt="2024-01-13T08:47:56.167" v="60" actId="1076"/>
          <ac:picMkLst>
            <pc:docMk/>
            <pc:sldMk cId="2941236337" sldId="2301"/>
            <ac:picMk id="5" creationId="{291A1F41-7524-7A14-ACBA-442535709FAE}"/>
          </ac:picMkLst>
        </pc:picChg>
      </pc:sldChg>
      <pc:sldChg chg="modSp add del mod">
        <pc:chgData name="Muriel BORDE" userId="c170603111e0d29b" providerId="LiveId" clId="{C3C29596-27C2-42DE-9590-ED2863C64BAC}" dt="2024-01-13T10:53:47.272" v="3164" actId="47"/>
        <pc:sldMkLst>
          <pc:docMk/>
          <pc:sldMk cId="3846523021" sldId="2314"/>
        </pc:sldMkLst>
        <pc:spChg chg="mod">
          <ac:chgData name="Muriel BORDE" userId="c170603111e0d29b" providerId="LiveId" clId="{C3C29596-27C2-42DE-9590-ED2863C64BAC}" dt="2024-01-13T08:49:45.555" v="64" actId="27636"/>
          <ac:spMkLst>
            <pc:docMk/>
            <pc:sldMk cId="3846523021" sldId="2314"/>
            <ac:spMk id="2" creationId="{4D2FD9BD-9BCA-434E-8B01-E6AEADFFFB1C}"/>
          </ac:spMkLst>
        </pc:spChg>
      </pc:sldChg>
      <pc:sldChg chg="addSp delSp modSp add del mod ord modClrScheme chgLayout">
        <pc:chgData name="Muriel BORDE" userId="c170603111e0d29b" providerId="LiveId" clId="{C3C29596-27C2-42DE-9590-ED2863C64BAC}" dt="2024-01-13T09:24:01.515" v="957" actId="47"/>
        <pc:sldMkLst>
          <pc:docMk/>
          <pc:sldMk cId="1746557706" sldId="2315"/>
        </pc:sldMkLst>
        <pc:spChg chg="mod">
          <ac:chgData name="Muriel BORDE" userId="c170603111e0d29b" providerId="LiveId" clId="{C3C29596-27C2-42DE-9590-ED2863C64BAC}" dt="2024-01-13T09:06:20.975" v="438" actId="404"/>
          <ac:spMkLst>
            <pc:docMk/>
            <pc:sldMk cId="1746557706" sldId="2315"/>
            <ac:spMk id="2" creationId="{475BD4A3-BF8F-D0D6-C3A5-D24B36AC7664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3" creationId="{02FA1067-8E89-9BBE-3346-681167CB6033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4" creationId="{2A3BE196-E9B2-421D-169D-3FA12CB287A3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5" creationId="{41D1CEC4-4C91-8F43-2D6B-A12B91434D5C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6" creationId="{722EAE2C-CE54-7A33-D00B-BFC68F33A864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7" creationId="{76CD9609-32B0-AAAF-8148-5F6C47842348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8" creationId="{53C15BB2-4D45-CC6B-AF37-604CA168DC08}"/>
          </ac:spMkLst>
        </pc:spChg>
        <pc:spChg chg="del">
          <ac:chgData name="Muriel BORDE" userId="c170603111e0d29b" providerId="LiveId" clId="{C3C29596-27C2-42DE-9590-ED2863C64BAC}" dt="2024-01-13T08:54:27.202" v="89" actId="700"/>
          <ac:spMkLst>
            <pc:docMk/>
            <pc:sldMk cId="1746557706" sldId="2315"/>
            <ac:spMk id="9" creationId="{7CF049EF-D74C-DF70-EF56-EDA40169FD01}"/>
          </ac:spMkLst>
        </pc:spChg>
        <pc:spChg chg="del">
          <ac:chgData name="Muriel BORDE" userId="c170603111e0d29b" providerId="LiveId" clId="{C3C29596-27C2-42DE-9590-ED2863C64BAC}" dt="2024-01-13T08:54:27.202" v="89" actId="700"/>
          <ac:spMkLst>
            <pc:docMk/>
            <pc:sldMk cId="1746557706" sldId="2315"/>
            <ac:spMk id="10" creationId="{000CAE3B-8011-78C7-4E18-1A279792EC6E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11" creationId="{4362AA6A-37EB-C909-0006-8CAFF9C80923}"/>
          </ac:spMkLst>
        </pc:spChg>
        <pc:spChg chg="add mod ord">
          <ac:chgData name="Muriel BORDE" userId="c170603111e0d29b" providerId="LiveId" clId="{C3C29596-27C2-42DE-9590-ED2863C64BAC}" dt="2024-01-13T09:06:28.444" v="439" actId="700"/>
          <ac:spMkLst>
            <pc:docMk/>
            <pc:sldMk cId="1746557706" sldId="2315"/>
            <ac:spMk id="12" creationId="{B38D884B-326A-FFBD-D349-ED8CF6BF73A6}"/>
          </ac:spMkLst>
        </pc:spChg>
        <pc:spChg chg="add mod ord">
          <ac:chgData name="Muriel BORDE" userId="c170603111e0d29b" providerId="LiveId" clId="{C3C29596-27C2-42DE-9590-ED2863C64BAC}" dt="2024-01-13T09:06:28.444" v="439" actId="700"/>
          <ac:spMkLst>
            <pc:docMk/>
            <pc:sldMk cId="1746557706" sldId="2315"/>
            <ac:spMk id="13" creationId="{C5F9EA18-2290-DB8E-5FA8-460F9476E9F7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14" creationId="{19C420AF-C365-31F5-3184-B0AF072D3778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15" creationId="{4B43BDD6-8870-5BA7-AE95-7C96CAF3A41D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16" creationId="{3D66A0B4-4102-7FFC-D1C9-97514D508A64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17" creationId="{83D3EC43-2B2D-E16E-22FB-49E2B683E707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18" creationId="{F5B58379-7C6B-ECF7-7A0C-0413D6742E74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19" creationId="{627CD63F-58E0-9ACC-E986-04418DBBAA66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20" creationId="{BDE967BE-420A-AE42-DCA5-999DFFAF0202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21" creationId="{E3023783-3C76-9555-F7C6-20550E572CB2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22" creationId="{EA81A0D8-E4A0-45FB-9F6C-73AA8BF75E0B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23" creationId="{D8A25A46-D138-3E87-77D8-CCE5A2B37C3A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25" creationId="{1A532A2F-8C58-40F4-4130-38104DA4CAA2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26" creationId="{4F5F27E2-64F9-2BD7-BDDC-E532F585E9BB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28" creationId="{F148BF27-E21C-8C63-CEB5-99C380B57C1E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32" creationId="{7B78323E-B954-DDDC-F564-EB9DF9CDACBC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35" creationId="{AB5EC868-4F7F-1BE5-6D0E-D9950B98ADA8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36" creationId="{BCE0B129-BEB5-B6F8-9163-1DACE591B45A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37" creationId="{5B3E7188-D80F-00D2-3D96-30059916B32F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38" creationId="{62485596-5274-8411-9535-40C5BB596453}"/>
          </ac:spMkLst>
        </pc:spChg>
        <pc:spChg chg="mod">
          <ac:chgData name="Muriel BORDE" userId="c170603111e0d29b" providerId="LiveId" clId="{C3C29596-27C2-42DE-9590-ED2863C64BAC}" dt="2024-01-13T09:06:11.346" v="437" actId="2711"/>
          <ac:spMkLst>
            <pc:docMk/>
            <pc:sldMk cId="1746557706" sldId="2315"/>
            <ac:spMk id="39" creationId="{F4946E19-1E1F-2F95-99CC-1187DD9FDAF5}"/>
          </ac:spMkLst>
        </pc:spChg>
        <pc:spChg chg="mod">
          <ac:chgData name="Muriel BORDE" userId="c170603111e0d29b" providerId="LiveId" clId="{C3C29596-27C2-42DE-9590-ED2863C64BAC}" dt="2024-01-13T09:06:20.975" v="438" actId="404"/>
          <ac:spMkLst>
            <pc:docMk/>
            <pc:sldMk cId="1746557706" sldId="2315"/>
            <ac:spMk id="40" creationId="{9563F17E-737C-D136-9EBC-B7526EB649F5}"/>
          </ac:spMkLst>
        </pc:spChg>
        <pc:spChg chg="mod">
          <ac:chgData name="Muriel BORDE" userId="c170603111e0d29b" providerId="LiveId" clId="{C3C29596-27C2-42DE-9590-ED2863C64BAC}" dt="2024-01-13T09:06:20.975" v="438" actId="404"/>
          <ac:spMkLst>
            <pc:docMk/>
            <pc:sldMk cId="1746557706" sldId="2315"/>
            <ac:spMk id="41" creationId="{79A119E1-C165-1D13-763A-B596C2CF9256}"/>
          </ac:spMkLst>
        </pc:spChg>
      </pc:sldChg>
      <pc:sldChg chg="addSp modSp add del mod ord modClrScheme chgLayout">
        <pc:chgData name="Muriel BORDE" userId="c170603111e0d29b" providerId="LiveId" clId="{C3C29596-27C2-42DE-9590-ED2863C64BAC}" dt="2024-01-13T08:53:27.331" v="79" actId="2696"/>
        <pc:sldMkLst>
          <pc:docMk/>
          <pc:sldMk cId="1988630730" sldId="2315"/>
        </pc:sldMkLst>
        <pc:spChg chg="add mod ord">
          <ac:chgData name="Muriel BORDE" userId="c170603111e0d29b" providerId="LiveId" clId="{C3C29596-27C2-42DE-9590-ED2863C64BAC}" dt="2024-01-13T08:50:17.564" v="66" actId="700"/>
          <ac:spMkLst>
            <pc:docMk/>
            <pc:sldMk cId="1988630730" sldId="2315"/>
            <ac:spMk id="9" creationId="{7CF049EF-D74C-DF70-EF56-EDA40169FD01}"/>
          </ac:spMkLst>
        </pc:spChg>
        <pc:spChg chg="add mod ord">
          <ac:chgData name="Muriel BORDE" userId="c170603111e0d29b" providerId="LiveId" clId="{C3C29596-27C2-42DE-9590-ED2863C64BAC}" dt="2024-01-13T08:50:17.564" v="66" actId="700"/>
          <ac:spMkLst>
            <pc:docMk/>
            <pc:sldMk cId="1988630730" sldId="2315"/>
            <ac:spMk id="10" creationId="{000CAE3B-8011-78C7-4E18-1A279792EC6E}"/>
          </ac:spMkLst>
        </pc:spChg>
      </pc:sldChg>
      <pc:sldChg chg="addSp delSp modSp add mod">
        <pc:chgData name="Muriel BORDE" userId="c170603111e0d29b" providerId="LiveId" clId="{C3C29596-27C2-42DE-9590-ED2863C64BAC}" dt="2024-01-14T09:08:25.830" v="3494" actId="2711"/>
        <pc:sldMkLst>
          <pc:docMk/>
          <pc:sldMk cId="2803171885" sldId="2316"/>
        </pc:sldMkLst>
        <pc:spChg chg="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2" creationId="{00000000-0000-0000-0000-000000000000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3" creationId="{E355815F-DE87-6C3E-8CDD-C6E783C392C8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4" creationId="{ABC73EE8-C50B-4230-5B40-FF6BE95A5711}"/>
          </ac:spMkLst>
        </pc:spChg>
        <pc:spChg chg="del mod">
          <ac:chgData name="Muriel BORDE" userId="c170603111e0d29b" providerId="LiveId" clId="{C3C29596-27C2-42DE-9590-ED2863C64BAC}" dt="2024-01-13T09:59:44.874" v="2254" actId="478"/>
          <ac:spMkLst>
            <pc:docMk/>
            <pc:sldMk cId="2803171885" sldId="2316"/>
            <ac:spMk id="5" creationId="{00000000-0000-0000-0000-000000000000}"/>
          </ac:spMkLst>
        </pc:spChg>
        <pc:spChg chg="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6" creationId="{0888CF66-8614-3B48-6C67-FF121F668467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7" creationId="{88866E6E-DB34-5E1C-58BA-C3C2AA8239B1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8" creationId="{E452A22C-22F9-C2E8-D934-F02C7332866C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9" creationId="{BB6CBADB-DB20-DC45-80B4-57591CC4D923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10" creationId="{0DB2D268-0CCF-B31B-80EA-379A63F7501B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11" creationId="{0E5BC42F-518C-BDEB-A281-A5D8F5FDDCD6}"/>
          </ac:spMkLst>
        </pc:spChg>
        <pc:spChg chg="add mod">
          <ac:chgData name="Muriel BORDE" userId="c170603111e0d29b" providerId="LiveId" clId="{C3C29596-27C2-42DE-9590-ED2863C64BAC}" dt="2024-01-14T09:08:25.830" v="3494" actId="2711"/>
          <ac:spMkLst>
            <pc:docMk/>
            <pc:sldMk cId="2803171885" sldId="2316"/>
            <ac:spMk id="12" creationId="{D8C96604-1A54-644A-4B8A-CC33C0AFB602}"/>
          </ac:spMkLst>
        </pc:spChg>
        <pc:spChg chg="add del mod">
          <ac:chgData name="Muriel BORDE" userId="c170603111e0d29b" providerId="LiveId" clId="{C3C29596-27C2-42DE-9590-ED2863C64BAC}" dt="2024-01-13T09:59:46.170" v="2255" actId="478"/>
          <ac:spMkLst>
            <pc:docMk/>
            <pc:sldMk cId="2803171885" sldId="2316"/>
            <ac:spMk id="14" creationId="{607EFDC7-438F-2E8A-728D-5E3D728AD260}"/>
          </ac:spMkLst>
        </pc:spChg>
        <pc:spChg chg="add mod">
          <ac:chgData name="Muriel BORDE" userId="c170603111e0d29b" providerId="LiveId" clId="{C3C29596-27C2-42DE-9590-ED2863C64BAC}" dt="2024-01-13T09:59:47.016" v="2256"/>
          <ac:spMkLst>
            <pc:docMk/>
            <pc:sldMk cId="2803171885" sldId="2316"/>
            <ac:spMk id="15" creationId="{1CB3C970-AD6E-E32B-FB84-7CEA1DFFD1A1}"/>
          </ac:spMkLst>
        </pc:spChg>
        <pc:picChg chg="add mod">
          <ac:chgData name="Muriel BORDE" userId="c170603111e0d29b" providerId="LiveId" clId="{C3C29596-27C2-42DE-9590-ED2863C64BAC}" dt="2024-01-14T09:08:25.830" v="3494" actId="2711"/>
          <ac:picMkLst>
            <pc:docMk/>
            <pc:sldMk cId="2803171885" sldId="2316"/>
            <ac:picMk id="2050" creationId="{13E667E8-D945-5BC0-767B-5806BFFED26F}"/>
          </ac:picMkLst>
        </pc:picChg>
      </pc:sldChg>
      <pc:sldChg chg="addSp delSp modSp add mod">
        <pc:chgData name="Muriel BORDE" userId="c170603111e0d29b" providerId="LiveId" clId="{C3C29596-27C2-42DE-9590-ED2863C64BAC}" dt="2024-01-14T09:08:38.197" v="3495" actId="2711"/>
        <pc:sldMkLst>
          <pc:docMk/>
          <pc:sldMk cId="2442767191" sldId="2317"/>
        </pc:sldMkLst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" creationId="{475BD4A3-BF8F-D0D6-C3A5-D24B36AC7664}"/>
          </ac:spMkLst>
        </pc:spChg>
        <pc:spChg chg="add mod">
          <ac:chgData name="Muriel BORDE" userId="c170603111e0d29b" providerId="LiveId" clId="{C3C29596-27C2-42DE-9590-ED2863C64BAC}" dt="2024-01-14T09:04:00.758" v="3370" actId="1035"/>
          <ac:spMkLst>
            <pc:docMk/>
            <pc:sldMk cId="2442767191" sldId="2317"/>
            <ac:spMk id="2" creationId="{D59EA558-12D3-F186-C7EA-E928449EECE3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3" creationId="{02FA1067-8E89-9BBE-3346-681167CB6033}"/>
          </ac:spMkLst>
        </pc:spChg>
        <pc:spChg chg="add mod">
          <ac:chgData name="Muriel BORDE" userId="c170603111e0d29b" providerId="LiveId" clId="{C3C29596-27C2-42DE-9590-ED2863C64BAC}" dt="2024-01-14T09:04:00.758" v="3370" actId="1035"/>
          <ac:spMkLst>
            <pc:docMk/>
            <pc:sldMk cId="2442767191" sldId="2317"/>
            <ac:spMk id="3" creationId="{4FEF67AE-B605-F8FB-C657-63E143ADE409}"/>
          </ac:spMkLst>
        </pc:spChg>
        <pc:spChg chg="mod">
          <ac:chgData name="Muriel BORDE" userId="c170603111e0d29b" providerId="LiveId" clId="{C3C29596-27C2-42DE-9590-ED2863C64BAC}" dt="2024-01-13T09:18:03.706" v="796" actId="115"/>
          <ac:spMkLst>
            <pc:docMk/>
            <pc:sldMk cId="2442767191" sldId="2317"/>
            <ac:spMk id="4" creationId="{2A3BE196-E9B2-421D-169D-3FA12CB287A3}"/>
          </ac:spMkLst>
        </pc:spChg>
        <pc:spChg chg="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5" creationId="{41D1CEC4-4C91-8F43-2D6B-A12B91434D5C}"/>
          </ac:spMkLst>
        </pc:spChg>
        <pc:spChg chg="mod">
          <ac:chgData name="Muriel BORDE" userId="c170603111e0d29b" providerId="LiveId" clId="{C3C29596-27C2-42DE-9590-ED2863C64BAC}" dt="2024-01-14T09:04:00.758" v="3370" actId="1035"/>
          <ac:spMkLst>
            <pc:docMk/>
            <pc:sldMk cId="2442767191" sldId="2317"/>
            <ac:spMk id="6" creationId="{722EAE2C-CE54-7A33-D00B-BFC68F33A864}"/>
          </ac:spMkLst>
        </pc:spChg>
        <pc:spChg chg="mod">
          <ac:chgData name="Muriel BORDE" userId="c170603111e0d29b" providerId="LiveId" clId="{C3C29596-27C2-42DE-9590-ED2863C64BAC}" dt="2024-01-14T09:03:53.074" v="3361" actId="554"/>
          <ac:spMkLst>
            <pc:docMk/>
            <pc:sldMk cId="2442767191" sldId="2317"/>
            <ac:spMk id="7" creationId="{76CD9609-32B0-AAAF-8148-5F6C47842348}"/>
          </ac:spMkLst>
        </pc:spChg>
        <pc:spChg chg="add mod">
          <ac:chgData name="Muriel BORDE" userId="c170603111e0d29b" providerId="LiveId" clId="{C3C29596-27C2-42DE-9590-ED2863C64BAC}" dt="2024-01-14T09:04:00.758" v="3370" actId="1035"/>
          <ac:spMkLst>
            <pc:docMk/>
            <pc:sldMk cId="2442767191" sldId="2317"/>
            <ac:spMk id="8" creationId="{1C032850-EE46-7CBB-76E5-83902EB7887E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8" creationId="{53C15BB2-4D45-CC6B-AF37-604CA168DC08}"/>
          </ac:spMkLst>
        </pc:spChg>
        <pc:spChg chg="add mod">
          <ac:chgData name="Muriel BORDE" userId="c170603111e0d29b" providerId="LiveId" clId="{C3C29596-27C2-42DE-9590-ED2863C64BAC}" dt="2024-01-13T09:18:03.706" v="796" actId="115"/>
          <ac:spMkLst>
            <pc:docMk/>
            <pc:sldMk cId="2442767191" sldId="2317"/>
            <ac:spMk id="9" creationId="{7176CD98-7799-B723-8E8C-FC086ACE4B29}"/>
          </ac:spMkLst>
        </pc:spChg>
        <pc:spChg chg="add 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10" creationId="{8CEAF6C1-CA48-3255-BA1E-7CB643449E1A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11" creationId="{4362AA6A-37EB-C909-0006-8CAFF9C80923}"/>
          </ac:spMkLst>
        </pc:spChg>
        <pc:spChg chg="add mod">
          <ac:chgData name="Muriel BORDE" userId="c170603111e0d29b" providerId="LiveId" clId="{C3C29596-27C2-42DE-9590-ED2863C64BAC}" dt="2024-01-14T09:04:00.758" v="3370" actId="1035"/>
          <ac:spMkLst>
            <pc:docMk/>
            <pc:sldMk cId="2442767191" sldId="2317"/>
            <ac:spMk id="11" creationId="{BBD4A323-3293-E7A5-0A6D-0C4FA1AE6DE3}"/>
          </ac:spMkLst>
        </pc:spChg>
        <pc:spChg chg="del mod">
          <ac:chgData name="Muriel BORDE" userId="c170603111e0d29b" providerId="LiveId" clId="{C3C29596-27C2-42DE-9590-ED2863C64BAC}" dt="2024-01-13T09:59:51.352" v="2257" actId="478"/>
          <ac:spMkLst>
            <pc:docMk/>
            <pc:sldMk cId="2442767191" sldId="2317"/>
            <ac:spMk id="12" creationId="{B38D884B-326A-FFBD-D349-ED8CF6BF73A6}"/>
          </ac:spMkLst>
        </pc:spChg>
        <pc:spChg chg="add mod">
          <ac:chgData name="Muriel BORDE" userId="c170603111e0d29b" providerId="LiveId" clId="{C3C29596-27C2-42DE-9590-ED2863C64BAC}" dt="2024-01-14T09:08:38.197" v="3495" actId="2711"/>
          <ac:spMkLst>
            <pc:docMk/>
            <pc:sldMk cId="2442767191" sldId="2317"/>
            <ac:spMk id="12" creationId="{B7C45786-1DB2-D17B-F8B7-E463EA05E1C9}"/>
          </ac:spMkLst>
        </pc:spChg>
        <pc:spChg chg="del mod">
          <ac:chgData name="Muriel BORDE" userId="c170603111e0d29b" providerId="LiveId" clId="{C3C29596-27C2-42DE-9590-ED2863C64BAC}" dt="2024-01-13T09:44:25.362" v="1653" actId="478"/>
          <ac:spMkLst>
            <pc:docMk/>
            <pc:sldMk cId="2442767191" sldId="2317"/>
            <ac:spMk id="13" creationId="{C5F9EA18-2290-DB8E-5FA8-460F9476E9F7}"/>
          </ac:spMkLst>
        </pc:spChg>
        <pc:spChg chg="mod">
          <ac:chgData name="Muriel BORDE" userId="c170603111e0d29b" providerId="LiveId" clId="{C3C29596-27C2-42DE-9590-ED2863C64BAC}" dt="2024-01-14T09:04:08.017" v="3391" actId="1036"/>
          <ac:spMkLst>
            <pc:docMk/>
            <pc:sldMk cId="2442767191" sldId="2317"/>
            <ac:spMk id="14" creationId="{19C420AF-C365-31F5-3184-B0AF072D3778}"/>
          </ac:spMkLst>
        </pc:spChg>
        <pc:spChg chg="mod">
          <ac:chgData name="Muriel BORDE" userId="c170603111e0d29b" providerId="LiveId" clId="{C3C29596-27C2-42DE-9590-ED2863C64BAC}" dt="2024-01-14T09:04:08.017" v="3391" actId="1036"/>
          <ac:spMkLst>
            <pc:docMk/>
            <pc:sldMk cId="2442767191" sldId="2317"/>
            <ac:spMk id="15" creationId="{4B43BDD6-8870-5BA7-AE95-7C96CAF3A41D}"/>
          </ac:spMkLst>
        </pc:spChg>
        <pc:spChg chg="mod">
          <ac:chgData name="Muriel BORDE" userId="c170603111e0d29b" providerId="LiveId" clId="{C3C29596-27C2-42DE-9590-ED2863C64BAC}" dt="2024-01-14T09:04:08.017" v="3391" actId="1036"/>
          <ac:spMkLst>
            <pc:docMk/>
            <pc:sldMk cId="2442767191" sldId="2317"/>
            <ac:spMk id="16" creationId="{3D66A0B4-4102-7FFC-D1C9-97514D508A64}"/>
          </ac:spMkLst>
        </pc:spChg>
        <pc:spChg chg="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17" creationId="{83D3EC43-2B2D-E16E-22FB-49E2B683E707}"/>
          </ac:spMkLst>
        </pc:spChg>
        <pc:spChg chg="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18" creationId="{F5B58379-7C6B-ECF7-7A0C-0413D6742E74}"/>
          </ac:spMkLst>
        </pc:spChg>
        <pc:spChg chg="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19" creationId="{627CD63F-58E0-9ACC-E986-04418DBBAA66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0" creationId="{BDE967BE-420A-AE42-DCA5-999DFFAF0202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1" creationId="{E3023783-3C76-9555-F7C6-20550E572CB2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2" creationId="{EA81A0D8-E4A0-45FB-9F6C-73AA8BF75E0B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3" creationId="{D8A25A46-D138-3E87-77D8-CCE5A2B37C3A}"/>
          </ac:spMkLst>
        </pc:spChg>
        <pc:spChg chg="add 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24" creationId="{11E95D2B-1DA3-29A8-B90E-463EF49777F1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5" creationId="{1A532A2F-8C58-40F4-4130-38104DA4CAA2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6" creationId="{4F5F27E2-64F9-2BD7-BDDC-E532F585E9BB}"/>
          </ac:spMkLst>
        </pc:spChg>
        <pc:spChg chg="add 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27" creationId="{C36494F4-04ED-8313-73FF-04EB90B7300C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28" creationId="{F148BF27-E21C-8C63-CEB5-99C380B57C1E}"/>
          </ac:spMkLst>
        </pc:spChg>
        <pc:spChg chg="add mod">
          <ac:chgData name="Muriel BORDE" userId="c170603111e0d29b" providerId="LiveId" clId="{C3C29596-27C2-42DE-9590-ED2863C64BAC}" dt="2024-01-13T09:22:31.795" v="956" actId="1036"/>
          <ac:spMkLst>
            <pc:docMk/>
            <pc:sldMk cId="2442767191" sldId="2317"/>
            <ac:spMk id="29" creationId="{1B30ECF8-D19B-84A2-52AA-48229FDEF0D2}"/>
          </ac:spMkLst>
        </pc:spChg>
        <pc:spChg chg="add mod">
          <ac:chgData name="Muriel BORDE" userId="c170603111e0d29b" providerId="LiveId" clId="{C3C29596-27C2-42DE-9590-ED2863C64BAC}" dt="2024-01-14T09:04:08.017" v="3391" actId="1036"/>
          <ac:spMkLst>
            <pc:docMk/>
            <pc:sldMk cId="2442767191" sldId="2317"/>
            <ac:spMk id="31" creationId="{80CABDA5-5946-5F4C-0875-70DC09C51B85}"/>
          </ac:spMkLst>
        </pc:spChg>
        <pc:spChg chg="add del mod">
          <ac:chgData name="Muriel BORDE" userId="c170603111e0d29b" providerId="LiveId" clId="{C3C29596-27C2-42DE-9590-ED2863C64BAC}" dt="2024-01-14T09:08:38.197" v="3495" actId="2711"/>
          <ac:spMkLst>
            <pc:docMk/>
            <pc:sldMk cId="2442767191" sldId="2317"/>
            <ac:spMk id="32" creationId="{7B78323E-B954-DDDC-F564-EB9DF9CDACBC}"/>
          </ac:spMkLst>
        </pc:spChg>
        <pc:spChg chg="add mod">
          <ac:chgData name="Muriel BORDE" userId="c170603111e0d29b" providerId="LiveId" clId="{C3C29596-27C2-42DE-9590-ED2863C64BAC}" dt="2024-01-14T09:04:08.017" v="3391" actId="1036"/>
          <ac:spMkLst>
            <pc:docMk/>
            <pc:sldMk cId="2442767191" sldId="2317"/>
            <ac:spMk id="33" creationId="{A42FF960-E734-729C-0E44-75C8E366A701}"/>
          </ac:spMkLst>
        </pc:spChg>
        <pc:spChg chg="add mod">
          <ac:chgData name="Muriel BORDE" userId="c170603111e0d29b" providerId="LiveId" clId="{C3C29596-27C2-42DE-9590-ED2863C64BAC}" dt="2024-01-14T09:04:08.017" v="3391" actId="1036"/>
          <ac:spMkLst>
            <pc:docMk/>
            <pc:sldMk cId="2442767191" sldId="2317"/>
            <ac:spMk id="34" creationId="{9ED862A8-E489-8602-603A-C50159B8E6FF}"/>
          </ac:spMkLst>
        </pc:spChg>
        <pc:spChg chg="add del mod">
          <ac:chgData name="Muriel BORDE" userId="c170603111e0d29b" providerId="LiveId" clId="{C3C29596-27C2-42DE-9590-ED2863C64BAC}" dt="2024-01-14T09:04:00.758" v="3370" actId="1035"/>
          <ac:spMkLst>
            <pc:docMk/>
            <pc:sldMk cId="2442767191" sldId="2317"/>
            <ac:spMk id="35" creationId="{AB5EC868-4F7F-1BE5-6D0E-D9950B98ADA8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36" creationId="{BCE0B129-BEB5-B6F8-9163-1DACE591B45A}"/>
          </ac:spMkLst>
        </pc:spChg>
        <pc:spChg chg="add 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37" creationId="{5B3E7188-D80F-00D2-3D96-30059916B32F}"/>
          </ac:spMkLst>
        </pc:spChg>
        <pc:spChg chg="add 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38" creationId="{62485596-5274-8411-9535-40C5BB596453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39" creationId="{F4946E19-1E1F-2F95-99CC-1187DD9FDAF5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40" creationId="{9563F17E-737C-D136-9EBC-B7526EB649F5}"/>
          </ac:spMkLst>
        </pc:spChg>
        <pc:spChg chg="del">
          <ac:chgData name="Muriel BORDE" userId="c170603111e0d29b" providerId="LiveId" clId="{C3C29596-27C2-42DE-9590-ED2863C64BAC}" dt="2024-01-13T09:07:30.265" v="445" actId="478"/>
          <ac:spMkLst>
            <pc:docMk/>
            <pc:sldMk cId="2442767191" sldId="2317"/>
            <ac:spMk id="41" creationId="{79A119E1-C165-1D13-763A-B596C2CF9256}"/>
          </ac:spMkLst>
        </pc:spChg>
        <pc:spChg chg="add mod">
          <ac:chgData name="Muriel BORDE" userId="c170603111e0d29b" providerId="LiveId" clId="{C3C29596-27C2-42DE-9590-ED2863C64BAC}" dt="2024-01-14T09:04:08.017" v="3391" actId="1036"/>
          <ac:spMkLst>
            <pc:docMk/>
            <pc:sldMk cId="2442767191" sldId="2317"/>
            <ac:spMk id="42" creationId="{7FAA24E7-AEAF-3B86-020D-3D42566B34D9}"/>
          </ac:spMkLst>
        </pc:spChg>
        <pc:spChg chg="add mod">
          <ac:chgData name="Muriel BORDE" userId="c170603111e0d29b" providerId="LiveId" clId="{C3C29596-27C2-42DE-9590-ED2863C64BAC}" dt="2024-01-14T09:03:53.074" v="3361" actId="554"/>
          <ac:spMkLst>
            <pc:docMk/>
            <pc:sldMk cId="2442767191" sldId="2317"/>
            <ac:spMk id="43" creationId="{67E25004-6F6E-F1A6-0AAC-E4558E478C8B}"/>
          </ac:spMkLst>
        </pc:spChg>
        <pc:spChg chg="add del mod">
          <ac:chgData name="Muriel BORDE" userId="c170603111e0d29b" providerId="LiveId" clId="{C3C29596-27C2-42DE-9590-ED2863C64BAC}" dt="2024-01-14T09:01:15.085" v="3335" actId="478"/>
          <ac:spMkLst>
            <pc:docMk/>
            <pc:sldMk cId="2442767191" sldId="2317"/>
            <ac:spMk id="44" creationId="{F2092379-3196-251A-388D-DA6D58F4EA2D}"/>
          </ac:spMkLst>
        </pc:spChg>
        <pc:spChg chg="add del mod">
          <ac:chgData name="Muriel BORDE" userId="c170603111e0d29b" providerId="LiveId" clId="{C3C29596-27C2-42DE-9590-ED2863C64BAC}" dt="2024-01-14T09:04:50.826" v="3408" actId="478"/>
          <ac:spMkLst>
            <pc:docMk/>
            <pc:sldMk cId="2442767191" sldId="2317"/>
            <ac:spMk id="45" creationId="{F9D29236-5918-FE55-DCCF-D0C17AC91016}"/>
          </ac:spMkLst>
        </pc:spChg>
        <pc:spChg chg="add del mod">
          <ac:chgData name="Muriel BORDE" userId="c170603111e0d29b" providerId="LiveId" clId="{C3C29596-27C2-42DE-9590-ED2863C64BAC}" dt="2024-01-14T09:01:15.085" v="3335" actId="478"/>
          <ac:spMkLst>
            <pc:docMk/>
            <pc:sldMk cId="2442767191" sldId="2317"/>
            <ac:spMk id="46" creationId="{02683160-BD1C-CE86-ACC0-FF4F6FE8276E}"/>
          </ac:spMkLst>
        </pc:spChg>
        <pc:spChg chg="add del mod">
          <ac:chgData name="Muriel BORDE" userId="c170603111e0d29b" providerId="LiveId" clId="{C3C29596-27C2-42DE-9590-ED2863C64BAC}" dt="2024-01-13T09:19:36.621" v="806" actId="478"/>
          <ac:spMkLst>
            <pc:docMk/>
            <pc:sldMk cId="2442767191" sldId="2317"/>
            <ac:spMk id="47" creationId="{751958D9-8FBA-73AC-3D3D-405DCD3D6997}"/>
          </ac:spMkLst>
        </pc:spChg>
        <pc:spChg chg="add del mod">
          <ac:chgData name="Muriel BORDE" userId="c170603111e0d29b" providerId="LiveId" clId="{C3C29596-27C2-42DE-9590-ED2863C64BAC}" dt="2024-01-13T09:19:36.621" v="806" actId="478"/>
          <ac:spMkLst>
            <pc:docMk/>
            <pc:sldMk cId="2442767191" sldId="2317"/>
            <ac:spMk id="48" creationId="{7157CCAD-C0A8-BC33-4CED-414552CD1728}"/>
          </ac:spMkLst>
        </pc:spChg>
        <pc:spChg chg="add del mod">
          <ac:chgData name="Muriel BORDE" userId="c170603111e0d29b" providerId="LiveId" clId="{C3C29596-27C2-42DE-9590-ED2863C64BAC}" dt="2024-01-13T09:19:36.621" v="806" actId="478"/>
          <ac:spMkLst>
            <pc:docMk/>
            <pc:sldMk cId="2442767191" sldId="2317"/>
            <ac:spMk id="49" creationId="{E3DA31FA-CDFE-3AA1-2E12-E15021E25605}"/>
          </ac:spMkLst>
        </pc:spChg>
        <pc:spChg chg="add del mod">
          <ac:chgData name="Muriel BORDE" userId="c170603111e0d29b" providerId="LiveId" clId="{C3C29596-27C2-42DE-9590-ED2863C64BAC}" dt="2024-01-13T09:19:36.621" v="806" actId="478"/>
          <ac:spMkLst>
            <pc:docMk/>
            <pc:sldMk cId="2442767191" sldId="2317"/>
            <ac:spMk id="50" creationId="{27D9BC8B-CECB-488A-8EEB-D9833EF78D93}"/>
          </ac:spMkLst>
        </pc:spChg>
        <pc:spChg chg="add del mod">
          <ac:chgData name="Muriel BORDE" userId="c170603111e0d29b" providerId="LiveId" clId="{C3C29596-27C2-42DE-9590-ED2863C64BAC}" dt="2024-01-13T09:59:51.352" v="2257" actId="478"/>
          <ac:spMkLst>
            <pc:docMk/>
            <pc:sldMk cId="2442767191" sldId="2317"/>
            <ac:spMk id="56" creationId="{4469CDF1-B930-8DBA-80FB-FA738E8B48ED}"/>
          </ac:spMkLst>
        </pc:spChg>
        <pc:spChg chg="add del mod">
          <ac:chgData name="Muriel BORDE" userId="c170603111e0d29b" providerId="LiveId" clId="{C3C29596-27C2-42DE-9590-ED2863C64BAC}" dt="2024-01-13T09:59:54.598" v="2259" actId="478"/>
          <ac:spMkLst>
            <pc:docMk/>
            <pc:sldMk cId="2442767191" sldId="2317"/>
            <ac:spMk id="58" creationId="{22ABCB12-0B48-8CAF-FCF0-11516CF12B82}"/>
          </ac:spMkLst>
        </pc:spChg>
        <pc:spChg chg="add mod">
          <ac:chgData name="Muriel BORDE" userId="c170603111e0d29b" providerId="LiveId" clId="{C3C29596-27C2-42DE-9590-ED2863C64BAC}" dt="2024-01-13T09:59:51.619" v="2258"/>
          <ac:spMkLst>
            <pc:docMk/>
            <pc:sldMk cId="2442767191" sldId="2317"/>
            <ac:spMk id="59" creationId="{DE936057-AE94-56A8-4459-E62D5AA9D5C6}"/>
          </ac:spMkLst>
        </pc:spChg>
        <pc:cxnChg chg="del">
          <ac:chgData name="Muriel BORDE" userId="c170603111e0d29b" providerId="LiveId" clId="{C3C29596-27C2-42DE-9590-ED2863C64BAC}" dt="2024-01-13T09:07:30.265" v="445" actId="478"/>
          <ac:cxnSpMkLst>
            <pc:docMk/>
            <pc:sldMk cId="2442767191" sldId="2317"/>
            <ac:cxnSpMk id="30" creationId="{50C287AA-A89D-620B-C1AA-CC8A84759C51}"/>
          </ac:cxnSpMkLst>
        </pc:cxnChg>
        <pc:cxnChg chg="add mod">
          <ac:chgData name="Muriel BORDE" userId="c170603111e0d29b" providerId="LiveId" clId="{C3C29596-27C2-42DE-9590-ED2863C64BAC}" dt="2024-01-13T09:18:51.783" v="800" actId="14100"/>
          <ac:cxnSpMkLst>
            <pc:docMk/>
            <pc:sldMk cId="2442767191" sldId="2317"/>
            <ac:cxnSpMk id="51" creationId="{8C1A0CA3-830E-05EE-6E0E-B401AB076EE8}"/>
          </ac:cxnSpMkLst>
        </pc:cxnChg>
      </pc:sldChg>
      <pc:sldChg chg="new del">
        <pc:chgData name="Muriel BORDE" userId="c170603111e0d29b" providerId="LiveId" clId="{C3C29596-27C2-42DE-9590-ED2863C64BAC}" dt="2024-01-13T09:08:27.511" v="583" actId="47"/>
        <pc:sldMkLst>
          <pc:docMk/>
          <pc:sldMk cId="77064175" sldId="2318"/>
        </pc:sldMkLst>
      </pc:sldChg>
      <pc:sldChg chg="addSp delSp modSp add mod">
        <pc:chgData name="Muriel BORDE" userId="c170603111e0d29b" providerId="LiveId" clId="{C3C29596-27C2-42DE-9590-ED2863C64BAC}" dt="2024-01-14T17:59:10.126" v="6442" actId="1038"/>
        <pc:sldMkLst>
          <pc:docMk/>
          <pc:sldMk cId="3597448976" sldId="2318"/>
        </pc:sldMkLst>
        <pc:spChg chg="add 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2" creationId="{A7554B9A-A51A-E204-5034-00E67F1E43BC}"/>
          </ac:spMkLst>
        </pc:spChg>
        <pc:spChg chg="add del mod">
          <ac:chgData name="Muriel BORDE" userId="c170603111e0d29b" providerId="LiveId" clId="{C3C29596-27C2-42DE-9590-ED2863C64BAC}" dt="2024-01-13T10:00:01.013" v="2261" actId="478"/>
          <ac:spMkLst>
            <pc:docMk/>
            <pc:sldMk cId="3597448976" sldId="2318"/>
            <ac:spMk id="3" creationId="{28E570FA-7114-E2E9-2397-FC8F7EDF255C}"/>
          </ac:spMkLst>
        </pc:spChg>
        <pc:spChg chg="add 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3" creationId="{518DD557-ED1E-C59A-C8CA-F5FDEB313D9E}"/>
          </ac:spMkLst>
        </pc:spChg>
        <pc:spChg chg="add mod">
          <ac:chgData name="Muriel BORDE" userId="c170603111e0d29b" providerId="LiveId" clId="{C3C29596-27C2-42DE-9590-ED2863C64BAC}" dt="2024-01-14T17:59:06.385" v="6425" actId="1038"/>
          <ac:spMkLst>
            <pc:docMk/>
            <pc:sldMk cId="3597448976" sldId="2318"/>
            <ac:spMk id="4" creationId="{0CB275B7-72D4-4B0C-6645-6BD716B6C9D3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4" creationId="{2A3BE196-E9B2-421D-169D-3FA12CB287A3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5" creationId="{41D1CEC4-4C91-8F43-2D6B-A12B91434D5C}"/>
          </ac:spMkLst>
        </pc:spChg>
        <pc:spChg chg="add mod">
          <ac:chgData name="Muriel BORDE" userId="c170603111e0d29b" providerId="LiveId" clId="{C3C29596-27C2-42DE-9590-ED2863C64BAC}" dt="2024-01-14T17:59:10.126" v="6442" actId="1038"/>
          <ac:spMkLst>
            <pc:docMk/>
            <pc:sldMk cId="3597448976" sldId="2318"/>
            <ac:spMk id="5" creationId="{90554600-533E-BF79-20CA-F691E195B584}"/>
          </ac:spMkLst>
        </pc:spChg>
        <pc:spChg chg="add mod">
          <ac:chgData name="Muriel BORDE" userId="c170603111e0d29b" providerId="LiveId" clId="{C3C29596-27C2-42DE-9590-ED2863C64BAC}" dt="2024-01-14T17:58:59.887" v="6394" actId="1076"/>
          <ac:spMkLst>
            <pc:docMk/>
            <pc:sldMk cId="3597448976" sldId="2318"/>
            <ac:spMk id="6" creationId="{0DFE8B0C-463D-B79B-54C6-57E5D8BC1CE9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6" creationId="{722EAE2C-CE54-7A33-D00B-BFC68F33A864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7" creationId="{76CD9609-32B0-AAAF-8148-5F6C47842348}"/>
          </ac:spMkLst>
        </pc:spChg>
        <pc:spChg chg="add mod">
          <ac:chgData name="Muriel BORDE" userId="c170603111e0d29b" providerId="LiveId" clId="{C3C29596-27C2-42DE-9590-ED2863C64BAC}" dt="2024-01-13T10:00:02.215" v="2262"/>
          <ac:spMkLst>
            <pc:docMk/>
            <pc:sldMk cId="3597448976" sldId="2318"/>
            <ac:spMk id="8" creationId="{49E5C86F-E22C-9274-1DB5-94DD023357EF}"/>
          </ac:spMkLst>
        </pc:spChg>
        <pc:spChg chg="mod">
          <ac:chgData name="Muriel BORDE" userId="c170603111e0d29b" providerId="LiveId" clId="{C3C29596-27C2-42DE-9590-ED2863C64BAC}" dt="2024-01-13T09:19:56.665" v="891" actId="1076"/>
          <ac:spMkLst>
            <pc:docMk/>
            <pc:sldMk cId="3597448976" sldId="2318"/>
            <ac:spMk id="9" creationId="{7176CD98-7799-B723-8E8C-FC086ACE4B29}"/>
          </ac:spMkLst>
        </pc:spChg>
        <pc:spChg chg="mod">
          <ac:chgData name="Muriel BORDE" userId="c170603111e0d29b" providerId="LiveId" clId="{C3C29596-27C2-42DE-9590-ED2863C64BAC}" dt="2024-01-13T09:25:33.582" v="994" actId="1035"/>
          <ac:spMkLst>
            <pc:docMk/>
            <pc:sldMk cId="3597448976" sldId="2318"/>
            <ac:spMk id="10" creationId="{8CEAF6C1-CA48-3255-BA1E-7CB643449E1A}"/>
          </ac:spMkLst>
        </pc:spChg>
        <pc:spChg chg="del mod">
          <ac:chgData name="Muriel BORDE" userId="c170603111e0d29b" providerId="LiveId" clId="{C3C29596-27C2-42DE-9590-ED2863C64BAC}" dt="2024-01-13T09:59:59.797" v="2260" actId="478"/>
          <ac:spMkLst>
            <pc:docMk/>
            <pc:sldMk cId="3597448976" sldId="2318"/>
            <ac:spMk id="12" creationId="{B38D884B-326A-FFBD-D349-ED8CF6BF73A6}"/>
          </ac:spMkLst>
        </pc:spChg>
        <pc:spChg chg="del">
          <ac:chgData name="Muriel BORDE" userId="c170603111e0d29b" providerId="LiveId" clId="{C3C29596-27C2-42DE-9590-ED2863C64BAC}" dt="2024-01-13T09:44:32.323" v="1666" actId="478"/>
          <ac:spMkLst>
            <pc:docMk/>
            <pc:sldMk cId="3597448976" sldId="2318"/>
            <ac:spMk id="13" creationId="{C5F9EA18-2290-DB8E-5FA8-460F9476E9F7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14" creationId="{19C420AF-C365-31F5-3184-B0AF072D3778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15" creationId="{4B43BDD6-8870-5BA7-AE95-7C96CAF3A41D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16" creationId="{3D66A0B4-4102-7FFC-D1C9-97514D508A64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17" creationId="{83D3EC43-2B2D-E16E-22FB-49E2B683E707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18" creationId="{F5B58379-7C6B-ECF7-7A0C-0413D6742E74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19" creationId="{627CD63F-58E0-9ACC-E986-04418DBBAA66}"/>
          </ac:spMkLst>
        </pc:spChg>
        <pc:spChg chg="mod">
          <ac:chgData name="Muriel BORDE" userId="c170603111e0d29b" providerId="LiveId" clId="{C3C29596-27C2-42DE-9590-ED2863C64BAC}" dt="2024-01-13T09:25:33.582" v="994" actId="1035"/>
          <ac:spMkLst>
            <pc:docMk/>
            <pc:sldMk cId="3597448976" sldId="2318"/>
            <ac:spMk id="24" creationId="{11E95D2B-1DA3-29A8-B90E-463EF49777F1}"/>
          </ac:spMkLst>
        </pc:spChg>
        <pc:spChg chg="mod">
          <ac:chgData name="Muriel BORDE" userId="c170603111e0d29b" providerId="LiveId" clId="{C3C29596-27C2-42DE-9590-ED2863C64BAC}" dt="2024-01-13T09:34:16.425" v="1183" actId="1037"/>
          <ac:spMkLst>
            <pc:docMk/>
            <pc:sldMk cId="3597448976" sldId="2318"/>
            <ac:spMk id="27" creationId="{C36494F4-04ED-8313-73FF-04EB90B7300C}"/>
          </ac:spMkLst>
        </pc:spChg>
        <pc:spChg chg="mod">
          <ac:chgData name="Muriel BORDE" userId="c170603111e0d29b" providerId="LiveId" clId="{C3C29596-27C2-42DE-9590-ED2863C64BAC}" dt="2024-01-13T09:25:33.582" v="994" actId="1035"/>
          <ac:spMkLst>
            <pc:docMk/>
            <pc:sldMk cId="3597448976" sldId="2318"/>
            <ac:spMk id="29" creationId="{1B30ECF8-D19B-84A2-52AA-48229FDEF0D2}"/>
          </ac:spMkLst>
        </pc:spChg>
        <pc:spChg chg="del mod">
          <ac:chgData name="Muriel BORDE" userId="c170603111e0d29b" providerId="LiveId" clId="{C3C29596-27C2-42DE-9590-ED2863C64BAC}" dt="2024-01-14T08:59:30.517" v="3315" actId="478"/>
          <ac:spMkLst>
            <pc:docMk/>
            <pc:sldMk cId="3597448976" sldId="2318"/>
            <ac:spMk id="31" creationId="{80CABDA5-5946-5F4C-0875-70DC09C51B85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32" creationId="{7B78323E-B954-DDDC-F564-EB9DF9CDACBC}"/>
          </ac:spMkLst>
        </pc:spChg>
        <pc:spChg chg="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33" creationId="{A42FF960-E734-729C-0E44-75C8E366A701}"/>
          </ac:spMkLst>
        </pc:spChg>
        <pc:spChg chg="del mod">
          <ac:chgData name="Muriel BORDE" userId="c170603111e0d29b" providerId="LiveId" clId="{C3C29596-27C2-42DE-9590-ED2863C64BAC}" dt="2024-01-14T08:59:30.517" v="3315" actId="478"/>
          <ac:spMkLst>
            <pc:docMk/>
            <pc:sldMk cId="3597448976" sldId="2318"/>
            <ac:spMk id="34" creationId="{9ED862A8-E489-8602-603A-C50159B8E6FF}"/>
          </ac:spMkLst>
        </pc:spChg>
        <pc:spChg chg="del">
          <ac:chgData name="Muriel BORDE" userId="c170603111e0d29b" providerId="LiveId" clId="{C3C29596-27C2-42DE-9590-ED2863C64BAC}" dt="2024-01-13T09:19:19.618" v="803" actId="478"/>
          <ac:spMkLst>
            <pc:docMk/>
            <pc:sldMk cId="3597448976" sldId="2318"/>
            <ac:spMk id="35" creationId="{AB5EC868-4F7F-1BE5-6D0E-D9950B98ADA8}"/>
          </ac:spMkLst>
        </pc:spChg>
        <pc:spChg chg="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42" creationId="{7FAA24E7-AEAF-3B86-020D-3D42566B34D9}"/>
          </ac:spMkLst>
        </pc:spChg>
        <pc:spChg chg="del mod">
          <ac:chgData name="Muriel BORDE" userId="c170603111e0d29b" providerId="LiveId" clId="{C3C29596-27C2-42DE-9590-ED2863C64BAC}" dt="2024-01-13T09:20:32.453" v="904" actId="478"/>
          <ac:spMkLst>
            <pc:docMk/>
            <pc:sldMk cId="3597448976" sldId="2318"/>
            <ac:spMk id="43" creationId="{67E25004-6F6E-F1A6-0AAC-E4558E478C8B}"/>
          </ac:spMkLst>
        </pc:spChg>
        <pc:spChg chg="del mod">
          <ac:chgData name="Muriel BORDE" userId="c170603111e0d29b" providerId="LiveId" clId="{C3C29596-27C2-42DE-9590-ED2863C64BAC}" dt="2024-01-13T09:20:32.453" v="904" actId="478"/>
          <ac:spMkLst>
            <pc:docMk/>
            <pc:sldMk cId="3597448976" sldId="2318"/>
            <ac:spMk id="44" creationId="{F2092379-3196-251A-388D-DA6D58F4EA2D}"/>
          </ac:spMkLst>
        </pc:spChg>
        <pc:spChg chg="del">
          <ac:chgData name="Muriel BORDE" userId="c170603111e0d29b" providerId="LiveId" clId="{C3C29596-27C2-42DE-9590-ED2863C64BAC}" dt="2024-01-13T09:19:29.037" v="805" actId="478"/>
          <ac:spMkLst>
            <pc:docMk/>
            <pc:sldMk cId="3597448976" sldId="2318"/>
            <ac:spMk id="45" creationId="{F9D29236-5918-FE55-DCCF-D0C17AC91016}"/>
          </ac:spMkLst>
        </pc:spChg>
        <pc:spChg chg="del">
          <ac:chgData name="Muriel BORDE" userId="c170603111e0d29b" providerId="LiveId" clId="{C3C29596-27C2-42DE-9590-ED2863C64BAC}" dt="2024-01-13T09:19:29.037" v="805" actId="478"/>
          <ac:spMkLst>
            <pc:docMk/>
            <pc:sldMk cId="3597448976" sldId="2318"/>
            <ac:spMk id="46" creationId="{02683160-BD1C-CE86-ACC0-FF4F6FE8276E}"/>
          </ac:spMkLst>
        </pc:spChg>
        <pc:spChg chg="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47" creationId="{751958D9-8FBA-73AC-3D3D-405DCD3D6997}"/>
          </ac:spMkLst>
        </pc:spChg>
        <pc:spChg chg="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48" creationId="{7157CCAD-C0A8-BC33-4CED-414552CD1728}"/>
          </ac:spMkLst>
        </pc:spChg>
        <pc:spChg chg="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49" creationId="{E3DA31FA-CDFE-3AA1-2E12-E15021E25605}"/>
          </ac:spMkLst>
        </pc:spChg>
        <pc:spChg chg="mod">
          <ac:chgData name="Muriel BORDE" userId="c170603111e0d29b" providerId="LiveId" clId="{C3C29596-27C2-42DE-9590-ED2863C64BAC}" dt="2024-01-14T17:58:52.553" v="6393" actId="1036"/>
          <ac:spMkLst>
            <pc:docMk/>
            <pc:sldMk cId="3597448976" sldId="2318"/>
            <ac:spMk id="50" creationId="{27D9BC8B-CECB-488A-8EEB-D9833EF78D93}"/>
          </ac:spMkLst>
        </pc:spChg>
        <pc:cxnChg chg="del">
          <ac:chgData name="Muriel BORDE" userId="c170603111e0d29b" providerId="LiveId" clId="{C3C29596-27C2-42DE-9590-ED2863C64BAC}" dt="2024-01-13T09:19:22.805" v="804" actId="478"/>
          <ac:cxnSpMkLst>
            <pc:docMk/>
            <pc:sldMk cId="3597448976" sldId="2318"/>
            <ac:cxnSpMk id="51" creationId="{8C1A0CA3-830E-05EE-6E0E-B401AB076EE8}"/>
          </ac:cxnSpMkLst>
        </pc:cxnChg>
      </pc:sldChg>
      <pc:sldChg chg="addSp modSp add mod">
        <pc:chgData name="Muriel BORDE" userId="c170603111e0d29b" providerId="LiveId" clId="{C3C29596-27C2-42DE-9590-ED2863C64BAC}" dt="2024-01-13T09:50:38.415" v="1838" actId="207"/>
        <pc:sldMkLst>
          <pc:docMk/>
          <pc:sldMk cId="2929436596" sldId="2319"/>
        </pc:sldMkLst>
        <pc:spChg chg="mod">
          <ac:chgData name="Muriel BORDE" userId="c170603111e0d29b" providerId="LiveId" clId="{C3C29596-27C2-42DE-9590-ED2863C64BAC}" dt="2024-01-13T09:49:19.591" v="1764"/>
          <ac:spMkLst>
            <pc:docMk/>
            <pc:sldMk cId="2929436596" sldId="2319"/>
            <ac:spMk id="3" creationId="{00000000-0000-0000-0000-000000000000}"/>
          </ac:spMkLst>
        </pc:spChg>
        <pc:spChg chg="add mod">
          <ac:chgData name="Muriel BORDE" userId="c170603111e0d29b" providerId="LiveId" clId="{C3C29596-27C2-42DE-9590-ED2863C64BAC}" dt="2024-01-13T09:50:38.415" v="1838" actId="207"/>
          <ac:spMkLst>
            <pc:docMk/>
            <pc:sldMk cId="2929436596" sldId="2319"/>
            <ac:spMk id="4" creationId="{ABF441E9-2AA1-FC17-FCA0-FD77B4E4E213}"/>
          </ac:spMkLst>
        </pc:spChg>
      </pc:sldChg>
      <pc:sldChg chg="modSp add del mod">
        <pc:chgData name="Muriel BORDE" userId="c170603111e0d29b" providerId="LiveId" clId="{C3C29596-27C2-42DE-9590-ED2863C64BAC}" dt="2024-01-13T09:49:04.956" v="1762" actId="2696"/>
        <pc:sldMkLst>
          <pc:docMk/>
          <pc:sldMk cId="3759227065" sldId="2319"/>
        </pc:sldMkLst>
        <pc:spChg chg="mod">
          <ac:chgData name="Muriel BORDE" userId="c170603111e0d29b" providerId="LiveId" clId="{C3C29596-27C2-42DE-9590-ED2863C64BAC}" dt="2024-01-13T09:46:32.261" v="1676" actId="20577"/>
          <ac:spMkLst>
            <pc:docMk/>
            <pc:sldMk cId="3759227065" sldId="2319"/>
            <ac:spMk id="2" creationId="{00000000-0000-0000-0000-000000000000}"/>
          </ac:spMkLst>
        </pc:spChg>
      </pc:sldChg>
      <pc:sldChg chg="addSp modSp add mod ord">
        <pc:chgData name="Muriel BORDE" userId="c170603111e0d29b" providerId="LiveId" clId="{C3C29596-27C2-42DE-9590-ED2863C64BAC}" dt="2024-01-13T09:52:02.542" v="1885" actId="1076"/>
        <pc:sldMkLst>
          <pc:docMk/>
          <pc:sldMk cId="639910846" sldId="2320"/>
        </pc:sldMkLst>
        <pc:spChg chg="mod">
          <ac:chgData name="Muriel BORDE" userId="c170603111e0d29b" providerId="LiveId" clId="{C3C29596-27C2-42DE-9590-ED2863C64BAC}" dt="2024-01-13T09:51:54.466" v="1883" actId="20577"/>
          <ac:spMkLst>
            <pc:docMk/>
            <pc:sldMk cId="639910846" sldId="2320"/>
            <ac:spMk id="3" creationId="{00000000-0000-0000-0000-000000000000}"/>
          </ac:spMkLst>
        </pc:spChg>
        <pc:spChg chg="add mod">
          <ac:chgData name="Muriel BORDE" userId="c170603111e0d29b" providerId="LiveId" clId="{C3C29596-27C2-42DE-9590-ED2863C64BAC}" dt="2024-01-13T09:52:02.542" v="1885" actId="1076"/>
          <ac:spMkLst>
            <pc:docMk/>
            <pc:sldMk cId="639910846" sldId="2320"/>
            <ac:spMk id="4" creationId="{2FD874C4-59FC-422F-C81A-92D2FD613C57}"/>
          </ac:spMkLst>
        </pc:spChg>
      </pc:sldChg>
      <pc:sldChg chg="modSp add del mod">
        <pc:chgData name="Muriel BORDE" userId="c170603111e0d29b" providerId="LiveId" clId="{C3C29596-27C2-42DE-9590-ED2863C64BAC}" dt="2024-01-13T09:49:04.956" v="1762" actId="2696"/>
        <pc:sldMkLst>
          <pc:docMk/>
          <pc:sldMk cId="2391944549" sldId="2320"/>
        </pc:sldMkLst>
        <pc:spChg chg="mod">
          <ac:chgData name="Muriel BORDE" userId="c170603111e0d29b" providerId="LiveId" clId="{C3C29596-27C2-42DE-9590-ED2863C64BAC}" dt="2024-01-13T09:41:21.870" v="1575" actId="6549"/>
          <ac:spMkLst>
            <pc:docMk/>
            <pc:sldMk cId="2391944549" sldId="2320"/>
            <ac:spMk id="2" creationId="{00000000-0000-0000-0000-000000000000}"/>
          </ac:spMkLst>
        </pc:spChg>
      </pc:sldChg>
      <pc:sldChg chg="modSp add mod">
        <pc:chgData name="Muriel BORDE" userId="c170603111e0d29b" providerId="LiveId" clId="{C3C29596-27C2-42DE-9590-ED2863C64BAC}" dt="2024-01-13T09:51:25.392" v="1848" actId="1035"/>
        <pc:sldMkLst>
          <pc:docMk/>
          <pc:sldMk cId="3409337951" sldId="2321"/>
        </pc:sldMkLst>
        <pc:spChg chg="mod">
          <ac:chgData name="Muriel BORDE" userId="c170603111e0d29b" providerId="LiveId" clId="{C3C29596-27C2-42DE-9590-ED2863C64BAC}" dt="2024-01-13T09:51:25.392" v="1848" actId="1035"/>
          <ac:spMkLst>
            <pc:docMk/>
            <pc:sldMk cId="3409337951" sldId="2321"/>
            <ac:spMk id="4" creationId="{ABF441E9-2AA1-FC17-FCA0-FD77B4E4E213}"/>
          </ac:spMkLst>
        </pc:spChg>
      </pc:sldChg>
      <pc:sldChg chg="modSp add mod">
        <pc:chgData name="Muriel BORDE" userId="c170603111e0d29b" providerId="LiveId" clId="{C3C29596-27C2-42DE-9590-ED2863C64BAC}" dt="2024-01-13T09:51:42.362" v="1880" actId="14100"/>
        <pc:sldMkLst>
          <pc:docMk/>
          <pc:sldMk cId="2070613949" sldId="2322"/>
        </pc:sldMkLst>
        <pc:spChg chg="mod">
          <ac:chgData name="Muriel BORDE" userId="c170603111e0d29b" providerId="LiveId" clId="{C3C29596-27C2-42DE-9590-ED2863C64BAC}" dt="2024-01-13T09:51:42.362" v="1880" actId="14100"/>
          <ac:spMkLst>
            <pc:docMk/>
            <pc:sldMk cId="2070613949" sldId="2322"/>
            <ac:spMk id="4" creationId="{ABF441E9-2AA1-FC17-FCA0-FD77B4E4E213}"/>
          </ac:spMkLst>
        </pc:spChg>
      </pc:sldChg>
      <pc:sldChg chg="add del">
        <pc:chgData name="Muriel BORDE" userId="c170603111e0d29b" providerId="LiveId" clId="{C3C29596-27C2-42DE-9590-ED2863C64BAC}" dt="2024-01-13T09:51:31.054" v="1850" actId="2696"/>
        <pc:sldMkLst>
          <pc:docMk/>
          <pc:sldMk cId="2785175436" sldId="2322"/>
        </pc:sldMkLst>
      </pc:sldChg>
      <pc:sldChg chg="modSp add mod">
        <pc:chgData name="Muriel BORDE" userId="c170603111e0d29b" providerId="LiveId" clId="{C3C29596-27C2-42DE-9590-ED2863C64BAC}" dt="2024-01-13T09:52:12.001" v="1914" actId="1035"/>
        <pc:sldMkLst>
          <pc:docMk/>
          <pc:sldMk cId="613750368" sldId="2323"/>
        </pc:sldMkLst>
        <pc:spChg chg="mod">
          <ac:chgData name="Muriel BORDE" userId="c170603111e0d29b" providerId="LiveId" clId="{C3C29596-27C2-42DE-9590-ED2863C64BAC}" dt="2024-01-13T09:52:12.001" v="1914" actId="1035"/>
          <ac:spMkLst>
            <pc:docMk/>
            <pc:sldMk cId="613750368" sldId="2323"/>
            <ac:spMk id="4" creationId="{2FD874C4-59FC-422F-C81A-92D2FD613C57}"/>
          </ac:spMkLst>
        </pc:spChg>
      </pc:sldChg>
      <pc:sldChg chg="modSp add mod">
        <pc:chgData name="Muriel BORDE" userId="c170603111e0d29b" providerId="LiveId" clId="{C3C29596-27C2-42DE-9590-ED2863C64BAC}" dt="2024-01-13T09:52:21.274" v="1939" actId="14100"/>
        <pc:sldMkLst>
          <pc:docMk/>
          <pc:sldMk cId="3862849059" sldId="2324"/>
        </pc:sldMkLst>
        <pc:spChg chg="mod">
          <ac:chgData name="Muriel BORDE" userId="c170603111e0d29b" providerId="LiveId" clId="{C3C29596-27C2-42DE-9590-ED2863C64BAC}" dt="2024-01-13T09:52:21.274" v="1939" actId="14100"/>
          <ac:spMkLst>
            <pc:docMk/>
            <pc:sldMk cId="3862849059" sldId="2324"/>
            <ac:spMk id="4" creationId="{2FD874C4-59FC-422F-C81A-92D2FD613C57}"/>
          </ac:spMkLst>
        </pc:spChg>
      </pc:sldChg>
      <pc:sldChg chg="addSp delSp modSp new mod">
        <pc:chgData name="Muriel BORDE" userId="c170603111e0d29b" providerId="LiveId" clId="{C3C29596-27C2-42DE-9590-ED2863C64BAC}" dt="2024-01-13T10:00:30.391" v="2266" actId="108"/>
        <pc:sldMkLst>
          <pc:docMk/>
          <pc:sldMk cId="438025532" sldId="2325"/>
        </pc:sldMkLst>
        <pc:spChg chg="del">
          <ac:chgData name="Muriel BORDE" userId="c170603111e0d29b" providerId="LiveId" clId="{C3C29596-27C2-42DE-9590-ED2863C64BAC}" dt="2024-01-13T10:00:09.849" v="2263" actId="478"/>
          <ac:spMkLst>
            <pc:docMk/>
            <pc:sldMk cId="438025532" sldId="2325"/>
            <ac:spMk id="2" creationId="{ADF5BD4C-FFEF-6F8C-51E1-70650FBBDAC4}"/>
          </ac:spMkLst>
        </pc:spChg>
        <pc:spChg chg="mod">
          <ac:chgData name="Muriel BORDE" userId="c170603111e0d29b" providerId="LiveId" clId="{C3C29596-27C2-42DE-9590-ED2863C64BAC}" dt="2024-01-13T09:58:47.476" v="2209" actId="122"/>
          <ac:spMkLst>
            <pc:docMk/>
            <pc:sldMk cId="438025532" sldId="2325"/>
            <ac:spMk id="3" creationId="{CB0EDEF8-215A-6F7D-F00A-070CCC373DCD}"/>
          </ac:spMkLst>
        </pc:spChg>
        <pc:spChg chg="add mod">
          <ac:chgData name="Muriel BORDE" userId="c170603111e0d29b" providerId="LiveId" clId="{C3C29596-27C2-42DE-9590-ED2863C64BAC}" dt="2024-01-13T10:00:30.391" v="2266" actId="108"/>
          <ac:spMkLst>
            <pc:docMk/>
            <pc:sldMk cId="438025532" sldId="2325"/>
            <ac:spMk id="4" creationId="{0F2BCC2B-4856-44AD-14BA-0963F4A6F26C}"/>
          </ac:spMkLst>
        </pc:spChg>
      </pc:sldChg>
      <pc:sldChg chg="addSp delSp modSp new del mod modClrScheme chgLayout">
        <pc:chgData name="Muriel BORDE" userId="c170603111e0d29b" providerId="LiveId" clId="{C3C29596-27C2-42DE-9590-ED2863C64BAC}" dt="2024-01-13T09:53:41.474" v="2020" actId="47"/>
        <pc:sldMkLst>
          <pc:docMk/>
          <pc:sldMk cId="2722777272" sldId="2325"/>
        </pc:sldMkLst>
        <pc:spChg chg="del mod ord">
          <ac:chgData name="Muriel BORDE" userId="c170603111e0d29b" providerId="LiveId" clId="{C3C29596-27C2-42DE-9590-ED2863C64BAC}" dt="2024-01-13T09:53:03.807" v="1941" actId="700"/>
          <ac:spMkLst>
            <pc:docMk/>
            <pc:sldMk cId="2722777272" sldId="2325"/>
            <ac:spMk id="2" creationId="{EDAE5EFC-92CC-F211-6095-A1AEC44D5480}"/>
          </ac:spMkLst>
        </pc:spChg>
        <pc:spChg chg="del mod ord">
          <ac:chgData name="Muriel BORDE" userId="c170603111e0d29b" providerId="LiveId" clId="{C3C29596-27C2-42DE-9590-ED2863C64BAC}" dt="2024-01-13T09:53:03.807" v="1941" actId="700"/>
          <ac:spMkLst>
            <pc:docMk/>
            <pc:sldMk cId="2722777272" sldId="2325"/>
            <ac:spMk id="3" creationId="{2C630E46-69AF-8697-B53D-3C130EB096ED}"/>
          </ac:spMkLst>
        </pc:spChg>
        <pc:spChg chg="add mod ord">
          <ac:chgData name="Muriel BORDE" userId="c170603111e0d29b" providerId="LiveId" clId="{C3C29596-27C2-42DE-9590-ED2863C64BAC}" dt="2024-01-13T09:53:11.783" v="1959" actId="20577"/>
          <ac:spMkLst>
            <pc:docMk/>
            <pc:sldMk cId="2722777272" sldId="2325"/>
            <ac:spMk id="4" creationId="{C5D7CCD2-2AEA-C5FD-C7A5-42741E5D9C8B}"/>
          </ac:spMkLst>
        </pc:spChg>
        <pc:spChg chg="add mod ord">
          <ac:chgData name="Muriel BORDE" userId="c170603111e0d29b" providerId="LiveId" clId="{C3C29596-27C2-42DE-9590-ED2863C64BAC}" dt="2024-01-13T09:53:37.401" v="2019" actId="20577"/>
          <ac:spMkLst>
            <pc:docMk/>
            <pc:sldMk cId="2722777272" sldId="2325"/>
            <ac:spMk id="5" creationId="{016D62F0-FB4F-B1D1-A11D-AB9D93165D2E}"/>
          </ac:spMkLst>
        </pc:spChg>
      </pc:sldChg>
      <pc:sldChg chg="addSp delSp modSp add mod">
        <pc:chgData name="Muriel BORDE" userId="c170603111e0d29b" providerId="LiveId" clId="{C3C29596-27C2-42DE-9590-ED2863C64BAC}" dt="2024-01-13T10:02:56.279" v="2354"/>
        <pc:sldMkLst>
          <pc:docMk/>
          <pc:sldMk cId="3406820005" sldId="2326"/>
        </pc:sldMkLst>
        <pc:spChg chg="del">
          <ac:chgData name="Muriel BORDE" userId="c170603111e0d29b" providerId="LiveId" clId="{C3C29596-27C2-42DE-9590-ED2863C64BAC}" dt="2024-01-13T10:02:55.019" v="2353" actId="478"/>
          <ac:spMkLst>
            <pc:docMk/>
            <pc:sldMk cId="3406820005" sldId="2326"/>
            <ac:spMk id="2" creationId="{ADF5BD4C-FFEF-6F8C-51E1-70650FBBDAC4}"/>
          </ac:spMkLst>
        </pc:spChg>
        <pc:spChg chg="mod">
          <ac:chgData name="Muriel BORDE" userId="c170603111e0d29b" providerId="LiveId" clId="{C3C29596-27C2-42DE-9590-ED2863C64BAC}" dt="2024-01-13T09:58:58.305" v="2233" actId="5793"/>
          <ac:spMkLst>
            <pc:docMk/>
            <pc:sldMk cId="3406820005" sldId="2326"/>
            <ac:spMk id="3" creationId="{CB0EDEF8-215A-6F7D-F00A-070CCC373DCD}"/>
          </ac:spMkLst>
        </pc:spChg>
        <pc:spChg chg="add mod">
          <ac:chgData name="Muriel BORDE" userId="c170603111e0d29b" providerId="LiveId" clId="{C3C29596-27C2-42DE-9590-ED2863C64BAC}" dt="2024-01-13T10:02:56.279" v="2354"/>
          <ac:spMkLst>
            <pc:docMk/>
            <pc:sldMk cId="3406820005" sldId="2326"/>
            <ac:spMk id="4" creationId="{CF97C6D5-5338-94E4-6046-081CD3F4FE29}"/>
          </ac:spMkLst>
        </pc:spChg>
      </pc:sldChg>
      <pc:sldChg chg="addSp delSp modSp add mod">
        <pc:chgData name="Muriel BORDE" userId="c170603111e0d29b" providerId="LiveId" clId="{C3C29596-27C2-42DE-9590-ED2863C64BAC}" dt="2024-01-13T10:03:01.434" v="2356"/>
        <pc:sldMkLst>
          <pc:docMk/>
          <pc:sldMk cId="2382764106" sldId="2327"/>
        </pc:sldMkLst>
        <pc:spChg chg="del">
          <ac:chgData name="Muriel BORDE" userId="c170603111e0d29b" providerId="LiveId" clId="{C3C29596-27C2-42DE-9590-ED2863C64BAC}" dt="2024-01-13T10:03:00.372" v="2355" actId="478"/>
          <ac:spMkLst>
            <pc:docMk/>
            <pc:sldMk cId="2382764106" sldId="2327"/>
            <ac:spMk id="2" creationId="{ADF5BD4C-FFEF-6F8C-51E1-70650FBBDAC4}"/>
          </ac:spMkLst>
        </pc:spChg>
        <pc:spChg chg="mod">
          <ac:chgData name="Muriel BORDE" userId="c170603111e0d29b" providerId="LiveId" clId="{C3C29596-27C2-42DE-9590-ED2863C64BAC}" dt="2024-01-13T10:02:32.494" v="2352" actId="20577"/>
          <ac:spMkLst>
            <pc:docMk/>
            <pc:sldMk cId="2382764106" sldId="2327"/>
            <ac:spMk id="3" creationId="{CB0EDEF8-215A-6F7D-F00A-070CCC373DCD}"/>
          </ac:spMkLst>
        </pc:spChg>
        <pc:spChg chg="add mod">
          <ac:chgData name="Muriel BORDE" userId="c170603111e0d29b" providerId="LiveId" clId="{C3C29596-27C2-42DE-9590-ED2863C64BAC}" dt="2024-01-13T10:03:01.434" v="2356"/>
          <ac:spMkLst>
            <pc:docMk/>
            <pc:sldMk cId="2382764106" sldId="2327"/>
            <ac:spMk id="4" creationId="{55C723A4-FA6A-BCE7-26DE-E20868E4C0CF}"/>
          </ac:spMkLst>
        </pc:spChg>
      </pc:sldChg>
      <pc:sldChg chg="addSp modSp add mod">
        <pc:chgData name="Muriel BORDE" userId="c170603111e0d29b" providerId="LiveId" clId="{C3C29596-27C2-42DE-9590-ED2863C64BAC}" dt="2024-01-13T10:06:31.256" v="2450" actId="20577"/>
        <pc:sldMkLst>
          <pc:docMk/>
          <pc:sldMk cId="369816660" sldId="2328"/>
        </pc:sldMkLst>
        <pc:spChg chg="add mod">
          <ac:chgData name="Muriel BORDE" userId="c170603111e0d29b" providerId="LiveId" clId="{C3C29596-27C2-42DE-9590-ED2863C64BAC}" dt="2024-01-13T10:06:15.496" v="2435" actId="1582"/>
          <ac:spMkLst>
            <pc:docMk/>
            <pc:sldMk cId="369816660" sldId="2328"/>
            <ac:spMk id="2" creationId="{5EE3B19C-A124-1BE2-29D8-2DBD20713A66}"/>
          </ac:spMkLst>
        </pc:spChg>
        <pc:spChg chg="mod">
          <ac:chgData name="Muriel BORDE" userId="c170603111e0d29b" providerId="LiveId" clId="{C3C29596-27C2-42DE-9590-ED2863C64BAC}" dt="2024-01-13T10:06:31.256" v="2450" actId="20577"/>
          <ac:spMkLst>
            <pc:docMk/>
            <pc:sldMk cId="369816660" sldId="2328"/>
            <ac:spMk id="19" creationId="{64AB37B0-80B9-178D-8A9A-A2C725DB481D}"/>
          </ac:spMkLst>
        </pc:spChg>
      </pc:sldChg>
      <pc:sldChg chg="modSp add mod">
        <pc:chgData name="Muriel BORDE" userId="c170603111e0d29b" providerId="LiveId" clId="{C3C29596-27C2-42DE-9590-ED2863C64BAC}" dt="2024-01-13T10:06:47.210" v="2453" actId="14100"/>
        <pc:sldMkLst>
          <pc:docMk/>
          <pc:sldMk cId="3897144409" sldId="2329"/>
        </pc:sldMkLst>
        <pc:spChg chg="mod">
          <ac:chgData name="Muriel BORDE" userId="c170603111e0d29b" providerId="LiveId" clId="{C3C29596-27C2-42DE-9590-ED2863C64BAC}" dt="2024-01-13T10:06:47.210" v="2453" actId="14100"/>
          <ac:spMkLst>
            <pc:docMk/>
            <pc:sldMk cId="3897144409" sldId="2329"/>
            <ac:spMk id="2" creationId="{5EE3B19C-A124-1BE2-29D8-2DBD20713A66}"/>
          </ac:spMkLst>
        </pc:spChg>
      </pc:sldChg>
      <pc:sldChg chg="modSp add mod">
        <pc:chgData name="Muriel BORDE" userId="c170603111e0d29b" providerId="LiveId" clId="{C3C29596-27C2-42DE-9590-ED2863C64BAC}" dt="2024-01-13T10:41:45.512" v="2683" actId="1076"/>
        <pc:sldMkLst>
          <pc:docMk/>
          <pc:sldMk cId="321957780" sldId="2330"/>
        </pc:sldMkLst>
        <pc:spChg chg="mod">
          <ac:chgData name="Muriel BORDE" userId="c170603111e0d29b" providerId="LiveId" clId="{C3C29596-27C2-42DE-9590-ED2863C64BAC}" dt="2024-01-13T10:41:45.512" v="2683" actId="1076"/>
          <ac:spMkLst>
            <pc:docMk/>
            <pc:sldMk cId="321957780" sldId="2330"/>
            <ac:spMk id="2" creationId="{5EE3B19C-A124-1BE2-29D8-2DBD20713A66}"/>
          </ac:spMkLst>
        </pc:spChg>
        <pc:picChg chg="mod">
          <ac:chgData name="Muriel BORDE" userId="c170603111e0d29b" providerId="LiveId" clId="{C3C29596-27C2-42DE-9590-ED2863C64BAC}" dt="2024-01-13T10:41:40.545" v="2682" actId="1076"/>
          <ac:picMkLst>
            <pc:docMk/>
            <pc:sldMk cId="321957780" sldId="2330"/>
            <ac:picMk id="30" creationId="{EDE2D6C5-6D09-4A28-969C-7651CEBF85B6}"/>
          </ac:picMkLst>
        </pc:picChg>
      </pc:sldChg>
      <pc:sldChg chg="addSp delSp modSp add mod">
        <pc:chgData name="Muriel BORDE" userId="c170603111e0d29b" providerId="LiveId" clId="{C3C29596-27C2-42DE-9590-ED2863C64BAC}" dt="2024-01-13T10:52:58.460" v="3137" actId="1076"/>
        <pc:sldMkLst>
          <pc:docMk/>
          <pc:sldMk cId="1820072190" sldId="2331"/>
        </pc:sldMkLst>
        <pc:spChg chg="add mod">
          <ac:chgData name="Muriel BORDE" userId="c170603111e0d29b" providerId="LiveId" clId="{C3C29596-27C2-42DE-9590-ED2863C64BAC}" dt="2024-01-13T10:52:58.460" v="3137" actId="1076"/>
          <ac:spMkLst>
            <pc:docMk/>
            <pc:sldMk cId="1820072190" sldId="2331"/>
            <ac:spMk id="2" creationId="{6FB74C72-5321-074D-38C9-88EB5FBAA7D9}"/>
          </ac:spMkLst>
        </pc:spChg>
        <pc:spChg chg="mod">
          <ac:chgData name="Muriel BORDE" userId="c170603111e0d29b" providerId="LiveId" clId="{C3C29596-27C2-42DE-9590-ED2863C64BAC}" dt="2024-01-13T10:45:52.096" v="2833" actId="1076"/>
          <ac:spMkLst>
            <pc:docMk/>
            <pc:sldMk cId="1820072190" sldId="2331"/>
            <ac:spMk id="3" creationId="{EF6EA63C-7B18-4F7D-8E5B-FCFF69D21494}"/>
          </ac:spMkLst>
        </pc:spChg>
        <pc:spChg chg="add mod ord">
          <ac:chgData name="Muriel BORDE" userId="c170603111e0d29b" providerId="LiveId" clId="{C3C29596-27C2-42DE-9590-ED2863C64BAC}" dt="2024-01-13T10:47:20.620" v="2871" actId="1076"/>
          <ac:spMkLst>
            <pc:docMk/>
            <pc:sldMk cId="1820072190" sldId="2331"/>
            <ac:spMk id="5" creationId="{216CCBF6-7954-6C6C-3591-4FA6BA9260DD}"/>
          </ac:spMkLst>
        </pc:spChg>
        <pc:spChg chg="add mod">
          <ac:chgData name="Muriel BORDE" userId="c170603111e0d29b" providerId="LiveId" clId="{C3C29596-27C2-42DE-9590-ED2863C64BAC}" dt="2024-01-13T10:47:13.924" v="2867"/>
          <ac:spMkLst>
            <pc:docMk/>
            <pc:sldMk cId="1820072190" sldId="2331"/>
            <ac:spMk id="6" creationId="{2992C805-4C8D-F9F2-AC5F-BB14AD52C833}"/>
          </ac:spMkLst>
        </pc:spChg>
        <pc:spChg chg="del">
          <ac:chgData name="Muriel BORDE" userId="c170603111e0d29b" providerId="LiveId" clId="{C3C29596-27C2-42DE-9590-ED2863C64BAC}" dt="2024-01-13T10:45:27.097" v="2816" actId="478"/>
          <ac:spMkLst>
            <pc:docMk/>
            <pc:sldMk cId="1820072190" sldId="2331"/>
            <ac:spMk id="7" creationId="{DE488529-8EE8-47E0-80CC-7D1BEBC8485E}"/>
          </ac:spMkLst>
        </pc:spChg>
        <pc:spChg chg="add mod">
          <ac:chgData name="Muriel BORDE" userId="c170603111e0d29b" providerId="LiveId" clId="{C3C29596-27C2-42DE-9590-ED2863C64BAC}" dt="2024-01-13T10:52:55.356" v="3136"/>
          <ac:spMkLst>
            <pc:docMk/>
            <pc:sldMk cId="1820072190" sldId="2331"/>
            <ac:spMk id="8" creationId="{78204D90-FC29-0FE4-9CA0-484160FA6527}"/>
          </ac:spMkLst>
        </pc:spChg>
        <pc:spChg chg="del">
          <ac:chgData name="Muriel BORDE" userId="c170603111e0d29b" providerId="LiveId" clId="{C3C29596-27C2-42DE-9590-ED2863C64BAC}" dt="2024-01-13T10:45:27.097" v="2816" actId="478"/>
          <ac:spMkLst>
            <pc:docMk/>
            <pc:sldMk cId="1820072190" sldId="2331"/>
            <ac:spMk id="9" creationId="{3ED77637-2148-42DE-8691-63206AAF1D2F}"/>
          </ac:spMkLst>
        </pc:spChg>
        <pc:spChg chg="del">
          <ac:chgData name="Muriel BORDE" userId="c170603111e0d29b" providerId="LiveId" clId="{C3C29596-27C2-42DE-9590-ED2863C64BAC}" dt="2024-01-13T10:45:27.097" v="2816" actId="478"/>
          <ac:spMkLst>
            <pc:docMk/>
            <pc:sldMk cId="1820072190" sldId="2331"/>
            <ac:spMk id="10" creationId="{40544087-AFE7-4B16-9CAD-AF45E708B7FA}"/>
          </ac:spMkLst>
        </pc:spChg>
        <pc:spChg chg="del">
          <ac:chgData name="Muriel BORDE" userId="c170603111e0d29b" providerId="LiveId" clId="{C3C29596-27C2-42DE-9590-ED2863C64BAC}" dt="2024-01-13T10:45:27.097" v="2816" actId="478"/>
          <ac:spMkLst>
            <pc:docMk/>
            <pc:sldMk cId="1820072190" sldId="2331"/>
            <ac:spMk id="11" creationId="{4B33ED6C-92A0-4E5F-A084-E27C3309F96F}"/>
          </ac:spMkLst>
        </pc:spChg>
        <pc:spChg chg="del">
          <ac:chgData name="Muriel BORDE" userId="c170603111e0d29b" providerId="LiveId" clId="{C3C29596-27C2-42DE-9590-ED2863C64BAC}" dt="2024-01-13T10:45:27.097" v="2816" actId="478"/>
          <ac:spMkLst>
            <pc:docMk/>
            <pc:sldMk cId="1820072190" sldId="2331"/>
            <ac:spMk id="12" creationId="{54A6A0D9-62D1-4D25-93F6-1AA226C2208C}"/>
          </ac:spMkLst>
        </pc:spChg>
        <pc:spChg chg="del">
          <ac:chgData name="Muriel BORDE" userId="c170603111e0d29b" providerId="LiveId" clId="{C3C29596-27C2-42DE-9590-ED2863C64BAC}" dt="2024-01-13T10:45:30.198" v="2817" actId="478"/>
          <ac:spMkLst>
            <pc:docMk/>
            <pc:sldMk cId="1820072190" sldId="2331"/>
            <ac:spMk id="18" creationId="{0E4EDFF4-5BE1-4E54-A7DA-84FCDA1C87B0}"/>
          </ac:spMkLst>
        </pc:spChg>
        <pc:spChg chg="del">
          <ac:chgData name="Muriel BORDE" userId="c170603111e0d29b" providerId="LiveId" clId="{C3C29596-27C2-42DE-9590-ED2863C64BAC}" dt="2024-01-13T10:45:47.572" v="2832" actId="478"/>
          <ac:spMkLst>
            <pc:docMk/>
            <pc:sldMk cId="1820072190" sldId="2331"/>
            <ac:spMk id="19" creationId="{13AF9A60-413C-4895-BF45-AF395D25B76A}"/>
          </ac:spMkLst>
        </pc:spChg>
        <pc:spChg chg="mod">
          <ac:chgData name="Muriel BORDE" userId="c170603111e0d29b" providerId="LiveId" clId="{C3C29596-27C2-42DE-9590-ED2863C64BAC}" dt="2024-01-13T10:45:52.096" v="2833" actId="1076"/>
          <ac:spMkLst>
            <pc:docMk/>
            <pc:sldMk cId="1820072190" sldId="2331"/>
            <ac:spMk id="20" creationId="{03AC776A-85EE-4924-B23E-FAE259F95E1E}"/>
          </ac:spMkLst>
        </pc:spChg>
        <pc:spChg chg="mod">
          <ac:chgData name="Muriel BORDE" userId="c170603111e0d29b" providerId="LiveId" clId="{C3C29596-27C2-42DE-9590-ED2863C64BAC}" dt="2024-01-13T10:45:52.096" v="2833" actId="1076"/>
          <ac:spMkLst>
            <pc:docMk/>
            <pc:sldMk cId="1820072190" sldId="2331"/>
            <ac:spMk id="21" creationId="{9BDE33B2-2155-4589-B66E-A9EDFC29FF82}"/>
          </ac:spMkLst>
        </pc:spChg>
        <pc:spChg chg="mod">
          <ac:chgData name="Muriel BORDE" userId="c170603111e0d29b" providerId="LiveId" clId="{C3C29596-27C2-42DE-9590-ED2863C64BAC}" dt="2024-01-13T10:45:34.085" v="2819" actId="1076"/>
          <ac:spMkLst>
            <pc:docMk/>
            <pc:sldMk cId="1820072190" sldId="2331"/>
            <ac:spMk id="22" creationId="{87309E05-A111-8579-857C-AA17AFBF5E0C}"/>
          </ac:spMkLst>
        </pc:spChg>
        <pc:picChg chg="mod">
          <ac:chgData name="Muriel BORDE" userId="c170603111e0d29b" providerId="LiveId" clId="{C3C29596-27C2-42DE-9590-ED2863C64BAC}" dt="2024-01-13T10:45:52.096" v="2833" actId="1076"/>
          <ac:picMkLst>
            <pc:docMk/>
            <pc:sldMk cId="1820072190" sldId="2331"/>
            <ac:picMk id="4" creationId="{5A9162A7-DA76-4870-95C9-CD3D934D6D98}"/>
          </ac:picMkLst>
        </pc:picChg>
        <pc:picChg chg="mod">
          <ac:chgData name="Muriel BORDE" userId="c170603111e0d29b" providerId="LiveId" clId="{C3C29596-27C2-42DE-9590-ED2863C64BAC}" dt="2024-01-13T10:45:52.096" v="2833" actId="1076"/>
          <ac:picMkLst>
            <pc:docMk/>
            <pc:sldMk cId="1820072190" sldId="2331"/>
            <ac:picMk id="13" creationId="{FAE08DD2-F5D8-4559-BF8E-FBBD1216EF9B}"/>
          </ac:picMkLst>
        </pc:picChg>
        <pc:picChg chg="del">
          <ac:chgData name="Muriel BORDE" userId="c170603111e0d29b" providerId="LiveId" clId="{C3C29596-27C2-42DE-9590-ED2863C64BAC}" dt="2024-01-13T10:45:30.817" v="2818" actId="478"/>
          <ac:picMkLst>
            <pc:docMk/>
            <pc:sldMk cId="1820072190" sldId="2331"/>
            <ac:picMk id="17" creationId="{B2255D92-F94D-812C-DD2D-519B2A89C013}"/>
          </ac:picMkLst>
        </pc:picChg>
        <pc:picChg chg="mod">
          <ac:chgData name="Muriel BORDE" userId="c170603111e0d29b" providerId="LiveId" clId="{C3C29596-27C2-42DE-9590-ED2863C64BAC}" dt="2024-01-13T10:45:52.096" v="2833" actId="1076"/>
          <ac:picMkLst>
            <pc:docMk/>
            <pc:sldMk cId="1820072190" sldId="2331"/>
            <ac:picMk id="24" creationId="{FDB85FBA-AFF4-49AC-A347-9A3B0BCC3A02}"/>
          </ac:picMkLst>
        </pc:picChg>
        <pc:picChg chg="del">
          <ac:chgData name="Muriel BORDE" userId="c170603111e0d29b" providerId="LiveId" clId="{C3C29596-27C2-42DE-9590-ED2863C64BAC}" dt="2024-01-13T10:45:27.097" v="2816" actId="478"/>
          <ac:picMkLst>
            <pc:docMk/>
            <pc:sldMk cId="1820072190" sldId="2331"/>
            <ac:picMk id="5122" creationId="{5BD7288E-2D07-42A4-A902-FB863DADB127}"/>
          </ac:picMkLst>
        </pc:picChg>
        <pc:picChg chg="del">
          <ac:chgData name="Muriel BORDE" userId="c170603111e0d29b" providerId="LiveId" clId="{C3C29596-27C2-42DE-9590-ED2863C64BAC}" dt="2024-01-13T10:45:27.097" v="2816" actId="478"/>
          <ac:picMkLst>
            <pc:docMk/>
            <pc:sldMk cId="1820072190" sldId="2331"/>
            <ac:picMk id="5124" creationId="{5BA181D7-357E-47FE-8C8D-0822D3FEC9BC}"/>
          </ac:picMkLst>
        </pc:picChg>
        <pc:picChg chg="del">
          <ac:chgData name="Muriel BORDE" userId="c170603111e0d29b" providerId="LiveId" clId="{C3C29596-27C2-42DE-9590-ED2863C64BAC}" dt="2024-01-13T10:45:27.097" v="2816" actId="478"/>
          <ac:picMkLst>
            <pc:docMk/>
            <pc:sldMk cId="1820072190" sldId="2331"/>
            <ac:picMk id="5126" creationId="{30B46544-E76A-4997-BBB3-134C64070956}"/>
          </ac:picMkLst>
        </pc:picChg>
        <pc:picChg chg="del">
          <ac:chgData name="Muriel BORDE" userId="c170603111e0d29b" providerId="LiveId" clId="{C3C29596-27C2-42DE-9590-ED2863C64BAC}" dt="2024-01-13T10:45:27.097" v="2816" actId="478"/>
          <ac:picMkLst>
            <pc:docMk/>
            <pc:sldMk cId="1820072190" sldId="2331"/>
            <ac:picMk id="5130" creationId="{00786530-87BD-4F29-9310-60F3F416FAB3}"/>
          </ac:picMkLst>
        </pc:picChg>
        <pc:picChg chg="del">
          <ac:chgData name="Muriel BORDE" userId="c170603111e0d29b" providerId="LiveId" clId="{C3C29596-27C2-42DE-9590-ED2863C64BAC}" dt="2024-01-13T10:45:27.097" v="2816" actId="478"/>
          <ac:picMkLst>
            <pc:docMk/>
            <pc:sldMk cId="1820072190" sldId="2331"/>
            <ac:picMk id="5132" creationId="{6B7CA672-6C77-40AE-B1E8-42EC0BEE5A9D}"/>
          </ac:picMkLst>
        </pc:picChg>
      </pc:sldChg>
      <pc:sldChg chg="addSp delSp modSp add mod">
        <pc:chgData name="Muriel BORDE" userId="c170603111e0d29b" providerId="LiveId" clId="{C3C29596-27C2-42DE-9590-ED2863C64BAC}" dt="2024-01-13T10:53:05.628" v="3145" actId="20577"/>
        <pc:sldMkLst>
          <pc:docMk/>
          <pc:sldMk cId="2851534889" sldId="2332"/>
        </pc:sldMkLst>
        <pc:spChg chg="add mod">
          <ac:chgData name="Muriel BORDE" userId="c170603111e0d29b" providerId="LiveId" clId="{C3C29596-27C2-42DE-9590-ED2863C64BAC}" dt="2024-01-13T10:53:05.628" v="3145" actId="20577"/>
          <ac:spMkLst>
            <pc:docMk/>
            <pc:sldMk cId="2851534889" sldId="2332"/>
            <ac:spMk id="2" creationId="{21B7B49A-EA76-CFF5-30AF-33F61D99AF90}"/>
          </ac:spMkLst>
        </pc:spChg>
        <pc:spChg chg="mod">
          <ac:chgData name="Muriel BORDE" userId="c170603111e0d29b" providerId="LiveId" clId="{C3C29596-27C2-42DE-9590-ED2863C64BAC}" dt="2024-01-13T10:48:06.513" v="2898" actId="14100"/>
          <ac:spMkLst>
            <pc:docMk/>
            <pc:sldMk cId="2851534889" sldId="2332"/>
            <ac:spMk id="7" creationId="{DE488529-8EE8-47E0-80CC-7D1BEBC8485E}"/>
          </ac:spMkLst>
        </pc:spChg>
        <pc:spChg chg="mod">
          <ac:chgData name="Muriel BORDE" userId="c170603111e0d29b" providerId="LiveId" clId="{C3C29596-27C2-42DE-9590-ED2863C64BAC}" dt="2024-01-13T10:48:24.901" v="2913" actId="14100"/>
          <ac:spMkLst>
            <pc:docMk/>
            <pc:sldMk cId="2851534889" sldId="2332"/>
            <ac:spMk id="9" creationId="{3ED77637-2148-42DE-8691-63206AAF1D2F}"/>
          </ac:spMkLst>
        </pc:spChg>
        <pc:spChg chg="del">
          <ac:chgData name="Muriel BORDE" userId="c170603111e0d29b" providerId="LiveId" clId="{C3C29596-27C2-42DE-9590-ED2863C64BAC}" dt="2024-01-13T10:48:50.054" v="2941" actId="478"/>
          <ac:spMkLst>
            <pc:docMk/>
            <pc:sldMk cId="2851534889" sldId="2332"/>
            <ac:spMk id="10" creationId="{40544087-AFE7-4B16-9CAD-AF45E708B7FA}"/>
          </ac:spMkLst>
        </pc:spChg>
        <pc:spChg chg="mod">
          <ac:chgData name="Muriel BORDE" userId="c170603111e0d29b" providerId="LiveId" clId="{C3C29596-27C2-42DE-9590-ED2863C64BAC}" dt="2024-01-13T10:50:23.199" v="3010" actId="20577"/>
          <ac:spMkLst>
            <pc:docMk/>
            <pc:sldMk cId="2851534889" sldId="2332"/>
            <ac:spMk id="11" creationId="{4B33ED6C-92A0-4E5F-A084-E27C3309F96F}"/>
          </ac:spMkLst>
        </pc:spChg>
        <pc:spChg chg="mod">
          <ac:chgData name="Muriel BORDE" userId="c170603111e0d29b" providerId="LiveId" clId="{C3C29596-27C2-42DE-9590-ED2863C64BAC}" dt="2024-01-13T10:48:54.768" v="2943" actId="1076"/>
          <ac:spMkLst>
            <pc:docMk/>
            <pc:sldMk cId="2851534889" sldId="2332"/>
            <ac:spMk id="12" creationId="{54A6A0D9-62D1-4D25-93F6-1AA226C2208C}"/>
          </ac:spMkLst>
        </pc:spChg>
        <pc:spChg chg="mod">
          <ac:chgData name="Muriel BORDE" userId="c170603111e0d29b" providerId="LiveId" clId="{C3C29596-27C2-42DE-9590-ED2863C64BAC}" dt="2024-01-13T10:52:15.940" v="3128" actId="1076"/>
          <ac:spMkLst>
            <pc:docMk/>
            <pc:sldMk cId="2851534889" sldId="2332"/>
            <ac:spMk id="18" creationId="{0E4EDFF4-5BE1-4E54-A7DA-84FCDA1C87B0}"/>
          </ac:spMkLst>
        </pc:spChg>
        <pc:spChg chg="mod">
          <ac:chgData name="Muriel BORDE" userId="c170603111e0d29b" providerId="LiveId" clId="{C3C29596-27C2-42DE-9590-ED2863C64BAC}" dt="2024-01-13T10:48:52.775" v="2942" actId="1076"/>
          <ac:spMkLst>
            <pc:docMk/>
            <pc:sldMk cId="2851534889" sldId="2332"/>
            <ac:spMk id="22" creationId="{87309E05-A111-8579-857C-AA17AFBF5E0C}"/>
          </ac:spMkLst>
        </pc:spChg>
        <pc:spChg chg="mod">
          <ac:chgData name="Muriel BORDE" userId="c170603111e0d29b" providerId="LiveId" clId="{C3C29596-27C2-42DE-9590-ED2863C64BAC}" dt="2024-01-13T10:49:07.566" v="2972" actId="20577"/>
          <ac:spMkLst>
            <pc:docMk/>
            <pc:sldMk cId="2851534889" sldId="2332"/>
            <ac:spMk id="23" creationId="{3BF8519C-D60F-699F-4E60-8D0434920FDE}"/>
          </ac:spMkLst>
        </pc:spChg>
        <pc:spChg chg="del">
          <ac:chgData name="Muriel BORDE" userId="c170603111e0d29b" providerId="LiveId" clId="{C3C29596-27C2-42DE-9590-ED2863C64BAC}" dt="2024-01-13T10:49:09.694" v="2973" actId="478"/>
          <ac:spMkLst>
            <pc:docMk/>
            <pc:sldMk cId="2851534889" sldId="2332"/>
            <ac:spMk id="25" creationId="{CB4DB6B8-B6F8-A7B6-A11A-640012F75BC8}"/>
          </ac:spMkLst>
        </pc:spChg>
        <pc:picChg chg="del">
          <ac:chgData name="Muriel BORDE" userId="c170603111e0d29b" providerId="LiveId" clId="{C3C29596-27C2-42DE-9590-ED2863C64BAC}" dt="2024-01-13T10:47:52.935" v="2887" actId="478"/>
          <ac:picMkLst>
            <pc:docMk/>
            <pc:sldMk cId="2851534889" sldId="2332"/>
            <ac:picMk id="5122" creationId="{5BD7288E-2D07-42A4-A902-FB863DADB127}"/>
          </ac:picMkLst>
        </pc:picChg>
        <pc:picChg chg="del">
          <ac:chgData name="Muriel BORDE" userId="c170603111e0d29b" providerId="LiveId" clId="{C3C29596-27C2-42DE-9590-ED2863C64BAC}" dt="2024-01-13T10:48:08.449" v="2899" actId="478"/>
          <ac:picMkLst>
            <pc:docMk/>
            <pc:sldMk cId="2851534889" sldId="2332"/>
            <ac:picMk id="5124" creationId="{5BA181D7-357E-47FE-8C8D-0822D3FEC9BC}"/>
          </ac:picMkLst>
        </pc:picChg>
        <pc:picChg chg="del mod">
          <ac:chgData name="Muriel BORDE" userId="c170603111e0d29b" providerId="LiveId" clId="{C3C29596-27C2-42DE-9590-ED2863C64BAC}" dt="2024-01-13T10:48:27.403" v="2916" actId="478"/>
          <ac:picMkLst>
            <pc:docMk/>
            <pc:sldMk cId="2851534889" sldId="2332"/>
            <ac:picMk id="5126" creationId="{30B46544-E76A-4997-BBB3-134C64070956}"/>
          </ac:picMkLst>
        </pc:picChg>
        <pc:picChg chg="del mod">
          <ac:chgData name="Muriel BORDE" userId="c170603111e0d29b" providerId="LiveId" clId="{C3C29596-27C2-42DE-9590-ED2863C64BAC}" dt="2024-01-13T10:48:27.403" v="2916" actId="478"/>
          <ac:picMkLst>
            <pc:docMk/>
            <pc:sldMk cId="2851534889" sldId="2332"/>
            <ac:picMk id="5130" creationId="{00786530-87BD-4F29-9310-60F3F416FAB3}"/>
          </ac:picMkLst>
        </pc:picChg>
        <pc:picChg chg="del mod">
          <ac:chgData name="Muriel BORDE" userId="c170603111e0d29b" providerId="LiveId" clId="{C3C29596-27C2-42DE-9590-ED2863C64BAC}" dt="2024-01-13T10:48:27.403" v="2916" actId="478"/>
          <ac:picMkLst>
            <pc:docMk/>
            <pc:sldMk cId="2851534889" sldId="2332"/>
            <ac:picMk id="5132" creationId="{6B7CA672-6C77-40AE-B1E8-42EC0BEE5A9D}"/>
          </ac:picMkLst>
        </pc:picChg>
      </pc:sldChg>
      <pc:sldChg chg="addSp delSp modSp add mod">
        <pc:chgData name="Muriel BORDE" userId="c170603111e0d29b" providerId="LiveId" clId="{C3C29596-27C2-42DE-9590-ED2863C64BAC}" dt="2024-01-13T10:53:12.219" v="3146"/>
        <pc:sldMkLst>
          <pc:docMk/>
          <pc:sldMk cId="3511013512" sldId="2333"/>
        </pc:sldMkLst>
        <pc:spChg chg="mod">
          <ac:chgData name="Muriel BORDE" userId="c170603111e0d29b" providerId="LiveId" clId="{C3C29596-27C2-42DE-9590-ED2863C64BAC}" dt="2024-01-13T10:52:29.644" v="3133" actId="1076"/>
          <ac:spMkLst>
            <pc:docMk/>
            <pc:sldMk cId="3511013512" sldId="2333"/>
            <ac:spMk id="2" creationId="{6FB74C72-5321-074D-38C9-88EB5FBAA7D9}"/>
          </ac:spMkLst>
        </pc:spChg>
        <pc:spChg chg="mod">
          <ac:chgData name="Muriel BORDE" userId="c170603111e0d29b" providerId="LiveId" clId="{C3C29596-27C2-42DE-9590-ED2863C64BAC}" dt="2024-01-13T10:49:47.452" v="2979" actId="20577"/>
          <ac:spMkLst>
            <pc:docMk/>
            <pc:sldMk cId="3511013512" sldId="2333"/>
            <ac:spMk id="3" creationId="{EF6EA63C-7B18-4F7D-8E5B-FCFF69D21494}"/>
          </ac:spMkLst>
        </pc:spChg>
        <pc:spChg chg="add del mod">
          <ac:chgData name="Muriel BORDE" userId="c170603111e0d29b" providerId="LiveId" clId="{C3C29596-27C2-42DE-9590-ED2863C64BAC}" dt="2024-01-13T10:52:27.021" v="3132" actId="478"/>
          <ac:spMkLst>
            <pc:docMk/>
            <pc:sldMk cId="3511013512" sldId="2333"/>
            <ac:spMk id="7" creationId="{DC5B7C2E-BA87-FA88-2959-E4F6DF7DD2DA}"/>
          </ac:spMkLst>
        </pc:spChg>
        <pc:spChg chg="add mod">
          <ac:chgData name="Muriel BORDE" userId="c170603111e0d29b" providerId="LiveId" clId="{C3C29596-27C2-42DE-9590-ED2863C64BAC}" dt="2024-01-13T10:53:12.219" v="3146"/>
          <ac:spMkLst>
            <pc:docMk/>
            <pc:sldMk cId="3511013512" sldId="2333"/>
            <ac:spMk id="8" creationId="{880BC66B-6314-C177-CC99-9C1BF1C550C9}"/>
          </ac:spMkLst>
        </pc:spChg>
        <pc:spChg chg="mod">
          <ac:chgData name="Muriel BORDE" userId="c170603111e0d29b" providerId="LiveId" clId="{C3C29596-27C2-42DE-9590-ED2863C64BAC}" dt="2024-01-13T10:49:51.261" v="2988" actId="20577"/>
          <ac:spMkLst>
            <pc:docMk/>
            <pc:sldMk cId="3511013512" sldId="2333"/>
            <ac:spMk id="20" creationId="{03AC776A-85EE-4924-B23E-FAE259F95E1E}"/>
          </ac:spMkLst>
        </pc:spChg>
        <pc:spChg chg="mod">
          <ac:chgData name="Muriel BORDE" userId="c170603111e0d29b" providerId="LiveId" clId="{C3C29596-27C2-42DE-9590-ED2863C64BAC}" dt="2024-01-13T10:49:49.861" v="2985" actId="20577"/>
          <ac:spMkLst>
            <pc:docMk/>
            <pc:sldMk cId="3511013512" sldId="2333"/>
            <ac:spMk id="21" creationId="{9BDE33B2-2155-4589-B66E-A9EDFC29FF82}"/>
          </ac:spMkLst>
        </pc:spChg>
        <pc:spChg chg="mod">
          <ac:chgData name="Muriel BORDE" userId="c170603111e0d29b" providerId="LiveId" clId="{C3C29596-27C2-42DE-9590-ED2863C64BAC}" dt="2024-01-13T10:49:55.969" v="2991" actId="1076"/>
          <ac:spMkLst>
            <pc:docMk/>
            <pc:sldMk cId="3511013512" sldId="2333"/>
            <ac:spMk id="22" creationId="{87309E05-A111-8579-857C-AA17AFBF5E0C}"/>
          </ac:spMkLst>
        </pc:spChg>
        <pc:picChg chg="del mod">
          <ac:chgData name="Muriel BORDE" userId="c170603111e0d29b" providerId="LiveId" clId="{C3C29596-27C2-42DE-9590-ED2863C64BAC}" dt="2024-01-13T10:49:52.970" v="2990" actId="478"/>
          <ac:picMkLst>
            <pc:docMk/>
            <pc:sldMk cId="3511013512" sldId="2333"/>
            <ac:picMk id="4" creationId="{5A9162A7-DA76-4870-95C9-CD3D934D6D98}"/>
          </ac:picMkLst>
        </pc:picChg>
        <pc:picChg chg="del">
          <ac:chgData name="Muriel BORDE" userId="c170603111e0d29b" providerId="LiveId" clId="{C3C29596-27C2-42DE-9590-ED2863C64BAC}" dt="2024-01-13T10:49:52.970" v="2990" actId="478"/>
          <ac:picMkLst>
            <pc:docMk/>
            <pc:sldMk cId="3511013512" sldId="2333"/>
            <ac:picMk id="13" creationId="{FAE08DD2-F5D8-4559-BF8E-FBBD1216EF9B}"/>
          </ac:picMkLst>
        </pc:picChg>
        <pc:picChg chg="del mod">
          <ac:chgData name="Muriel BORDE" userId="c170603111e0d29b" providerId="LiveId" clId="{C3C29596-27C2-42DE-9590-ED2863C64BAC}" dt="2024-01-13T10:49:52.970" v="2990" actId="478"/>
          <ac:picMkLst>
            <pc:docMk/>
            <pc:sldMk cId="3511013512" sldId="2333"/>
            <ac:picMk id="24" creationId="{FDB85FBA-AFF4-49AC-A347-9A3B0BCC3A02}"/>
          </ac:picMkLst>
        </pc:picChg>
      </pc:sldChg>
      <pc:sldChg chg="modSp add mod">
        <pc:chgData name="Muriel BORDE" userId="c170603111e0d29b" providerId="LiveId" clId="{C3C29596-27C2-42DE-9590-ED2863C64BAC}" dt="2024-01-13T10:50:57.145" v="3074" actId="1038"/>
        <pc:sldMkLst>
          <pc:docMk/>
          <pc:sldMk cId="3446223019" sldId="2334"/>
        </pc:sldMkLst>
        <pc:spChg chg="mod">
          <ac:chgData name="Muriel BORDE" userId="c170603111e0d29b" providerId="LiveId" clId="{C3C29596-27C2-42DE-9590-ED2863C64BAC}" dt="2024-01-13T10:50:57.145" v="3074" actId="1038"/>
          <ac:spMkLst>
            <pc:docMk/>
            <pc:sldMk cId="3446223019" sldId="2334"/>
            <ac:spMk id="2" creationId="{5EE3B19C-A124-1BE2-29D8-2DBD20713A66}"/>
          </ac:spMkLst>
        </pc:spChg>
      </pc:sldChg>
      <pc:sldChg chg="addSp delSp modSp add mod">
        <pc:chgData name="Muriel BORDE" userId="c170603111e0d29b" providerId="LiveId" clId="{C3C29596-27C2-42DE-9590-ED2863C64BAC}" dt="2024-01-13T10:53:37.756" v="3163" actId="1076"/>
        <pc:sldMkLst>
          <pc:docMk/>
          <pc:sldMk cId="3629158573" sldId="2335"/>
        </pc:sldMkLst>
        <pc:spChg chg="del mod">
          <ac:chgData name="Muriel BORDE" userId="c170603111e0d29b" providerId="LiveId" clId="{C3C29596-27C2-42DE-9590-ED2863C64BAC}" dt="2024-01-13T10:53:33.910" v="3161" actId="478"/>
          <ac:spMkLst>
            <pc:docMk/>
            <pc:sldMk cId="3629158573" sldId="2335"/>
            <ac:spMk id="2" creationId="{6FB74C72-5321-074D-38C9-88EB5FBAA7D9}"/>
          </ac:spMkLst>
        </pc:spChg>
        <pc:spChg chg="mod">
          <ac:chgData name="Muriel BORDE" userId="c170603111e0d29b" providerId="LiveId" clId="{C3C29596-27C2-42DE-9590-ED2863C64BAC}" dt="2024-01-13T10:51:17.570" v="3098" actId="20577"/>
          <ac:spMkLst>
            <pc:docMk/>
            <pc:sldMk cId="3629158573" sldId="2335"/>
            <ac:spMk id="6" creationId="{2992C805-4C8D-F9F2-AC5F-BB14AD52C833}"/>
          </ac:spMkLst>
        </pc:spChg>
        <pc:spChg chg="add del">
          <ac:chgData name="Muriel BORDE" userId="c170603111e0d29b" providerId="LiveId" clId="{C3C29596-27C2-42DE-9590-ED2863C64BAC}" dt="2024-01-13T10:53:19.896" v="3148" actId="478"/>
          <ac:spMkLst>
            <pc:docMk/>
            <pc:sldMk cId="3629158573" sldId="2335"/>
            <ac:spMk id="7" creationId="{62ED6CB1-FE64-0118-189A-637AD9702D0F}"/>
          </ac:spMkLst>
        </pc:spChg>
        <pc:spChg chg="add mod">
          <ac:chgData name="Muriel BORDE" userId="c170603111e0d29b" providerId="LiveId" clId="{C3C29596-27C2-42DE-9590-ED2863C64BAC}" dt="2024-01-13T10:53:37.756" v="3163" actId="1076"/>
          <ac:spMkLst>
            <pc:docMk/>
            <pc:sldMk cId="3629158573" sldId="2335"/>
            <ac:spMk id="8" creationId="{52BF15CA-D00D-04A7-8205-D5137BE4CBCD}"/>
          </ac:spMkLst>
        </pc:spChg>
      </pc:sldChg>
      <pc:sldChg chg="addSp delSp modSp add mod">
        <pc:chgData name="Muriel BORDE" userId="c170603111e0d29b" providerId="LiveId" clId="{C3C29596-27C2-42DE-9590-ED2863C64BAC}" dt="2024-01-13T10:56:01.827" v="3191" actId="1076"/>
        <pc:sldMkLst>
          <pc:docMk/>
          <pc:sldMk cId="2697753133" sldId="2336"/>
        </pc:sldMkLst>
        <pc:spChg chg="add del mod">
          <ac:chgData name="Muriel BORDE" userId="c170603111e0d29b" providerId="LiveId" clId="{C3C29596-27C2-42DE-9590-ED2863C64BAC}" dt="2024-01-13T10:55:08.604" v="3170" actId="478"/>
          <ac:spMkLst>
            <pc:docMk/>
            <pc:sldMk cId="2697753133" sldId="2336"/>
            <ac:spMk id="3" creationId="{3D15A4CC-CAA0-672D-88FD-D2F7718DA407}"/>
          </ac:spMkLst>
        </pc:spChg>
        <pc:spChg chg="add del mod">
          <ac:chgData name="Muriel BORDE" userId="c170603111e0d29b" providerId="LiveId" clId="{C3C29596-27C2-42DE-9590-ED2863C64BAC}" dt="2024-01-13T10:55:53.233" v="3189" actId="478"/>
          <ac:spMkLst>
            <pc:docMk/>
            <pc:sldMk cId="2697753133" sldId="2336"/>
            <ac:spMk id="4" creationId="{4327669F-CE2A-D536-8941-DCD640DD2792}"/>
          </ac:spMkLst>
        </pc:spChg>
        <pc:spChg chg="add mod">
          <ac:chgData name="Muriel BORDE" userId="c170603111e0d29b" providerId="LiveId" clId="{C3C29596-27C2-42DE-9590-ED2863C64BAC}" dt="2024-01-13T10:56:01.827" v="3191" actId="1076"/>
          <ac:spMkLst>
            <pc:docMk/>
            <pc:sldMk cId="2697753133" sldId="2336"/>
            <ac:spMk id="5" creationId="{018F4F76-6A8A-D23F-474A-1C5BC4402801}"/>
          </ac:spMkLst>
        </pc:spChg>
        <pc:spChg chg="mod">
          <ac:chgData name="Muriel BORDE" userId="c170603111e0d29b" providerId="LiveId" clId="{C3C29596-27C2-42DE-9590-ED2863C64BAC}" dt="2024-01-13T10:55:25.279" v="3187" actId="1076"/>
          <ac:spMkLst>
            <pc:docMk/>
            <pc:sldMk cId="2697753133" sldId="2336"/>
            <ac:spMk id="7" creationId="{B251A50E-E7DA-4D5C-9E2E-CA062B1BBE4C}"/>
          </ac:spMkLst>
        </pc:spChg>
        <pc:spChg chg="mod">
          <ac:chgData name="Muriel BORDE" userId="c170603111e0d29b" providerId="LiveId" clId="{C3C29596-27C2-42DE-9590-ED2863C64BAC}" dt="2024-01-13T10:55:11.582" v="3180" actId="1036"/>
          <ac:spMkLst>
            <pc:docMk/>
            <pc:sldMk cId="2697753133" sldId="2336"/>
            <ac:spMk id="9" creationId="{7F5ECDDD-92B1-E56C-36F6-27379A507DC5}"/>
          </ac:spMkLst>
        </pc:spChg>
        <pc:spChg chg="del">
          <ac:chgData name="Muriel BORDE" userId="c170603111e0d29b" providerId="LiveId" clId="{C3C29596-27C2-42DE-9590-ED2863C64BAC}" dt="2024-01-13T10:55:06.802" v="3169" actId="478"/>
          <ac:spMkLst>
            <pc:docMk/>
            <pc:sldMk cId="2697753133" sldId="2336"/>
            <ac:spMk id="10" creationId="{B8FBAC10-3E24-A386-EFFD-D73708828313}"/>
          </ac:spMkLst>
        </pc:spChg>
        <pc:picChg chg="del mod">
          <ac:chgData name="Muriel BORDE" userId="c170603111e0d29b" providerId="LiveId" clId="{C3C29596-27C2-42DE-9590-ED2863C64BAC}" dt="2024-01-13T10:55:20.488" v="3182" actId="478"/>
          <ac:picMkLst>
            <pc:docMk/>
            <pc:sldMk cId="2697753133" sldId="2336"/>
            <ac:picMk id="6146" creationId="{5637E641-CC66-4DB5-B0D7-E7AC60AF6152}"/>
          </ac:picMkLst>
        </pc:picChg>
        <pc:picChg chg="del">
          <ac:chgData name="Muriel BORDE" userId="c170603111e0d29b" providerId="LiveId" clId="{C3C29596-27C2-42DE-9590-ED2863C64BAC}" dt="2024-01-13T10:55:20.488" v="3182" actId="478"/>
          <ac:picMkLst>
            <pc:docMk/>
            <pc:sldMk cId="2697753133" sldId="2336"/>
            <ac:picMk id="6148" creationId="{807A1C80-C276-4744-83D9-9F5F7AF460C3}"/>
          </ac:picMkLst>
        </pc:picChg>
      </pc:sldChg>
      <pc:sldChg chg="modSp add mod">
        <pc:chgData name="Muriel BORDE" userId="c170603111e0d29b" providerId="LiveId" clId="{C3C29596-27C2-42DE-9590-ED2863C64BAC}" dt="2024-01-13T10:56:58.299" v="3225" actId="14100"/>
        <pc:sldMkLst>
          <pc:docMk/>
          <pc:sldMk cId="3100920349" sldId="2337"/>
        </pc:sldMkLst>
        <pc:spChg chg="mod">
          <ac:chgData name="Muriel BORDE" userId="c170603111e0d29b" providerId="LiveId" clId="{C3C29596-27C2-42DE-9590-ED2863C64BAC}" dt="2024-01-13T10:56:58.299" v="3225" actId="14100"/>
          <ac:spMkLst>
            <pc:docMk/>
            <pc:sldMk cId="3100920349" sldId="2337"/>
            <ac:spMk id="2" creationId="{5EE3B19C-A124-1BE2-29D8-2DBD20713A66}"/>
          </ac:spMkLst>
        </pc:spChg>
      </pc:sldChg>
      <pc:sldChg chg="modSp add mod">
        <pc:chgData name="Muriel BORDE" userId="c170603111e0d29b" providerId="LiveId" clId="{C3C29596-27C2-42DE-9590-ED2863C64BAC}" dt="2024-01-13T10:57:11.633" v="3235" actId="20577"/>
        <pc:sldMkLst>
          <pc:docMk/>
          <pc:sldMk cId="656076444" sldId="2338"/>
        </pc:sldMkLst>
        <pc:spChg chg="mod">
          <ac:chgData name="Muriel BORDE" userId="c170603111e0d29b" providerId="LiveId" clId="{C3C29596-27C2-42DE-9590-ED2863C64BAC}" dt="2024-01-13T10:57:11.633" v="3235" actId="20577"/>
          <ac:spMkLst>
            <pc:docMk/>
            <pc:sldMk cId="656076444" sldId="2338"/>
            <ac:spMk id="8" creationId="{52BF15CA-D00D-04A7-8205-D5137BE4CBCD}"/>
          </ac:spMkLst>
        </pc:spChg>
      </pc:sldChg>
      <pc:sldChg chg="delSp modSp add del mod ord">
        <pc:chgData name="Muriel BORDE" userId="c170603111e0d29b" providerId="LiveId" clId="{C3C29596-27C2-42DE-9590-ED2863C64BAC}" dt="2024-01-14T09:38:17.881" v="4317" actId="47"/>
        <pc:sldMkLst>
          <pc:docMk/>
          <pc:sldMk cId="105891816" sldId="2339"/>
        </pc:sldMkLst>
        <pc:spChg chg="mod">
          <ac:chgData name="Muriel BORDE" userId="c170603111e0d29b" providerId="LiveId" clId="{C3C29596-27C2-42DE-9590-ED2863C64BAC}" dt="2024-01-14T09:08:01.696" v="3483" actId="2711"/>
          <ac:spMkLst>
            <pc:docMk/>
            <pc:sldMk cId="105891816" sldId="2339"/>
            <ac:spMk id="3" creationId="{EF6EA63C-7B18-4F7D-8E5B-FCFF69D21494}"/>
          </ac:spMkLst>
        </pc:spChg>
        <pc:spChg chg="mod">
          <ac:chgData name="Muriel BORDE" userId="c170603111e0d29b" providerId="LiveId" clId="{C3C29596-27C2-42DE-9590-ED2863C64BAC}" dt="2024-01-14T09:07:43.902" v="3477" actId="1076"/>
          <ac:spMkLst>
            <pc:docMk/>
            <pc:sldMk cId="105891816" sldId="2339"/>
            <ac:spMk id="5" creationId="{216CCBF6-7954-6C6C-3591-4FA6BA9260DD}"/>
          </ac:spMkLst>
        </pc:spChg>
        <pc:spChg chg="mod">
          <ac:chgData name="Muriel BORDE" userId="c170603111e0d29b" providerId="LiveId" clId="{C3C29596-27C2-42DE-9590-ED2863C64BAC}" dt="2024-01-14T09:08:01.696" v="3483" actId="2711"/>
          <ac:spMkLst>
            <pc:docMk/>
            <pc:sldMk cId="105891816" sldId="2339"/>
            <ac:spMk id="6" creationId="{2992C805-4C8D-F9F2-AC5F-BB14AD52C833}"/>
          </ac:spMkLst>
        </pc:spChg>
        <pc:spChg chg="del">
          <ac:chgData name="Muriel BORDE" userId="c170603111e0d29b" providerId="LiveId" clId="{C3C29596-27C2-42DE-9590-ED2863C64BAC}" dt="2024-01-14T09:07:39.991" v="3476" actId="478"/>
          <ac:spMkLst>
            <pc:docMk/>
            <pc:sldMk cId="105891816" sldId="2339"/>
            <ac:spMk id="8" creationId="{52BF15CA-D00D-04A7-8205-D5137BE4CBCD}"/>
          </ac:spMkLst>
        </pc:spChg>
        <pc:spChg chg="mod">
          <ac:chgData name="Muriel BORDE" userId="c170603111e0d29b" providerId="LiveId" clId="{C3C29596-27C2-42DE-9590-ED2863C64BAC}" dt="2024-01-14T09:07:02.225" v="3443" actId="20577"/>
          <ac:spMkLst>
            <pc:docMk/>
            <pc:sldMk cId="105891816" sldId="2339"/>
            <ac:spMk id="14" creationId="{1DDFC6BE-D463-5AAF-B428-A37DA3DCF6B1}"/>
          </ac:spMkLst>
        </pc:spChg>
        <pc:spChg chg="mod">
          <ac:chgData name="Muriel BORDE" userId="c170603111e0d29b" providerId="LiveId" clId="{C3C29596-27C2-42DE-9590-ED2863C64BAC}" dt="2024-01-14T09:07:25.425" v="3475" actId="20577"/>
          <ac:spMkLst>
            <pc:docMk/>
            <pc:sldMk cId="105891816" sldId="2339"/>
            <ac:spMk id="15" creationId="{BA356E36-789F-8945-17D4-30A33780E769}"/>
          </ac:spMkLst>
        </pc:spChg>
        <pc:spChg chg="del">
          <ac:chgData name="Muriel BORDE" userId="c170603111e0d29b" providerId="LiveId" clId="{C3C29596-27C2-42DE-9590-ED2863C64BAC}" dt="2024-01-14T09:07:50.274" v="3479" actId="478"/>
          <ac:spMkLst>
            <pc:docMk/>
            <pc:sldMk cId="105891816" sldId="2339"/>
            <ac:spMk id="20" creationId="{03AC776A-85EE-4924-B23E-FAE259F95E1E}"/>
          </ac:spMkLst>
        </pc:spChg>
        <pc:spChg chg="del">
          <ac:chgData name="Muriel BORDE" userId="c170603111e0d29b" providerId="LiveId" clId="{C3C29596-27C2-42DE-9590-ED2863C64BAC}" dt="2024-01-14T09:07:50.274" v="3479" actId="478"/>
          <ac:spMkLst>
            <pc:docMk/>
            <pc:sldMk cId="105891816" sldId="2339"/>
            <ac:spMk id="21" creationId="{9BDE33B2-2155-4589-B66E-A9EDFC29FF82}"/>
          </ac:spMkLst>
        </pc:spChg>
        <pc:spChg chg="del">
          <ac:chgData name="Muriel BORDE" userId="c170603111e0d29b" providerId="LiveId" clId="{C3C29596-27C2-42DE-9590-ED2863C64BAC}" dt="2024-01-14T09:07:50.274" v="3479" actId="478"/>
          <ac:spMkLst>
            <pc:docMk/>
            <pc:sldMk cId="105891816" sldId="2339"/>
            <ac:spMk id="22" creationId="{87309E05-A111-8579-857C-AA17AFBF5E0C}"/>
          </ac:spMkLst>
        </pc:spChg>
      </pc:sldChg>
      <pc:sldChg chg="modSp add mod">
        <pc:chgData name="Muriel BORDE" userId="c170603111e0d29b" providerId="LiveId" clId="{C3C29596-27C2-42DE-9590-ED2863C64BAC}" dt="2024-01-14T09:56:01.626" v="4782" actId="20577"/>
        <pc:sldMkLst>
          <pc:docMk/>
          <pc:sldMk cId="2228047040" sldId="2339"/>
        </pc:sldMkLst>
        <pc:spChg chg="mod">
          <ac:chgData name="Muriel BORDE" userId="c170603111e0d29b" providerId="LiveId" clId="{C3C29596-27C2-42DE-9590-ED2863C64BAC}" dt="2024-01-14T09:56:01.626" v="4782" actId="20577"/>
          <ac:spMkLst>
            <pc:docMk/>
            <pc:sldMk cId="2228047040" sldId="2339"/>
            <ac:spMk id="3" creationId="{CB0EDEF8-215A-6F7D-F00A-070CCC373DCD}"/>
          </ac:spMkLst>
        </pc:spChg>
        <pc:spChg chg="mod">
          <ac:chgData name="Muriel BORDE" userId="c170603111e0d29b" providerId="LiveId" clId="{C3C29596-27C2-42DE-9590-ED2863C64BAC}" dt="2024-01-14T09:55:49.606" v="4751" actId="20577"/>
          <ac:spMkLst>
            <pc:docMk/>
            <pc:sldMk cId="2228047040" sldId="2339"/>
            <ac:spMk id="4" creationId="{0F2BCC2B-4856-44AD-14BA-0963F4A6F26C}"/>
          </ac:spMkLst>
        </pc:spChg>
      </pc:sldChg>
      <pc:sldChg chg="modSp add del mod">
        <pc:chgData name="Muriel BORDE" userId="c170603111e0d29b" providerId="LiveId" clId="{C3C29596-27C2-42DE-9590-ED2863C64BAC}" dt="2024-01-14T09:54:17.034" v="4714" actId="47"/>
        <pc:sldMkLst>
          <pc:docMk/>
          <pc:sldMk cId="1203012474" sldId="2340"/>
        </pc:sldMkLst>
        <pc:spChg chg="mod">
          <ac:chgData name="Muriel BORDE" userId="c170603111e0d29b" providerId="LiveId" clId="{C3C29596-27C2-42DE-9590-ED2863C64BAC}" dt="2024-01-14T09:08:09.157" v="3493" actId="20577"/>
          <ac:spMkLst>
            <pc:docMk/>
            <pc:sldMk cId="1203012474" sldId="2340"/>
            <ac:spMk id="15" creationId="{BA356E36-789F-8945-17D4-30A33780E769}"/>
          </ac:spMkLst>
        </pc:spChg>
      </pc:sldChg>
      <pc:sldChg chg="modSp add mod">
        <pc:chgData name="Muriel BORDE" userId="c170603111e0d29b" providerId="LiveId" clId="{C3C29596-27C2-42DE-9590-ED2863C64BAC}" dt="2024-01-14T09:56:18.266" v="4792" actId="20577"/>
        <pc:sldMkLst>
          <pc:docMk/>
          <pc:sldMk cId="2786598720" sldId="2340"/>
        </pc:sldMkLst>
        <pc:spChg chg="mod">
          <ac:chgData name="Muriel BORDE" userId="c170603111e0d29b" providerId="LiveId" clId="{C3C29596-27C2-42DE-9590-ED2863C64BAC}" dt="2024-01-14T09:56:18.266" v="4792" actId="20577"/>
          <ac:spMkLst>
            <pc:docMk/>
            <pc:sldMk cId="2786598720" sldId="2340"/>
            <ac:spMk id="3" creationId="{CB0EDEF8-215A-6F7D-F00A-070CCC373DCD}"/>
          </ac:spMkLst>
        </pc:spChg>
      </pc:sldChg>
      <pc:sldChg chg="addSp delSp modSp new mod ord">
        <pc:chgData name="Muriel BORDE" userId="c170603111e0d29b" providerId="LiveId" clId="{C3C29596-27C2-42DE-9590-ED2863C64BAC}" dt="2024-01-14T10:25:21.993" v="5341" actId="113"/>
        <pc:sldMkLst>
          <pc:docMk/>
          <pc:sldMk cId="2538050685" sldId="2341"/>
        </pc:sldMkLst>
        <pc:spChg chg="del">
          <ac:chgData name="Muriel BORDE" userId="c170603111e0d29b" providerId="LiveId" clId="{C3C29596-27C2-42DE-9590-ED2863C64BAC}" dt="2024-01-14T09:58:07.307" v="4802" actId="478"/>
          <ac:spMkLst>
            <pc:docMk/>
            <pc:sldMk cId="2538050685" sldId="2341"/>
            <ac:spMk id="2" creationId="{03B672EC-254A-2E2C-5CCF-0E05075EF16E}"/>
          </ac:spMkLst>
        </pc:spChg>
        <pc:spChg chg="del">
          <ac:chgData name="Muriel BORDE" userId="c170603111e0d29b" providerId="LiveId" clId="{C3C29596-27C2-42DE-9590-ED2863C64BAC}" dt="2024-01-14T09:58:07.307" v="4802" actId="478"/>
          <ac:spMkLst>
            <pc:docMk/>
            <pc:sldMk cId="2538050685" sldId="2341"/>
            <ac:spMk id="3" creationId="{366A3C7F-2852-43FC-5BCE-CF95E86357A8}"/>
          </ac:spMkLst>
        </pc:spChg>
        <pc:spChg chg="add mod">
          <ac:chgData name="Muriel BORDE" userId="c170603111e0d29b" providerId="LiveId" clId="{C3C29596-27C2-42DE-9590-ED2863C64BAC}" dt="2024-01-14T09:58:33.639" v="4841" actId="1036"/>
          <ac:spMkLst>
            <pc:docMk/>
            <pc:sldMk cId="2538050685" sldId="2341"/>
            <ac:spMk id="4" creationId="{BDF5FC31-5262-6333-35A7-3667D15BF1C4}"/>
          </ac:spMkLst>
        </pc:spChg>
        <pc:spChg chg="add del mod">
          <ac:chgData name="Muriel BORDE" userId="c170603111e0d29b" providerId="LiveId" clId="{C3C29596-27C2-42DE-9590-ED2863C64BAC}" dt="2024-01-14T09:58:28.672" v="4829" actId="478"/>
          <ac:spMkLst>
            <pc:docMk/>
            <pc:sldMk cId="2538050685" sldId="2341"/>
            <ac:spMk id="5" creationId="{B0367154-5567-1655-2903-B55BB204A4B1}"/>
          </ac:spMkLst>
        </pc:spChg>
        <pc:spChg chg="add del mod">
          <ac:chgData name="Muriel BORDE" userId="c170603111e0d29b" providerId="LiveId" clId="{C3C29596-27C2-42DE-9590-ED2863C64BAC}" dt="2024-01-14T09:58:30.811" v="4830" actId="478"/>
          <ac:spMkLst>
            <pc:docMk/>
            <pc:sldMk cId="2538050685" sldId="2341"/>
            <ac:spMk id="7" creationId="{45F2E60E-D6C1-D404-F6FD-44C607D5CABD}"/>
          </ac:spMkLst>
        </pc:spChg>
        <pc:spChg chg="add mod">
          <ac:chgData name="Muriel BORDE" userId="c170603111e0d29b" providerId="LiveId" clId="{C3C29596-27C2-42DE-9590-ED2863C64BAC}" dt="2024-01-14T10:07:08.641" v="5018" actId="20577"/>
          <ac:spMkLst>
            <pc:docMk/>
            <pc:sldMk cId="2538050685" sldId="2341"/>
            <ac:spMk id="8" creationId="{17B2B85C-4ED8-8975-6343-933C2E14BF84}"/>
          </ac:spMkLst>
        </pc:spChg>
        <pc:spChg chg="add mod">
          <ac:chgData name="Muriel BORDE" userId="c170603111e0d29b" providerId="LiveId" clId="{C3C29596-27C2-42DE-9590-ED2863C64BAC}" dt="2024-01-14T10:24:10.862" v="5250" actId="1076"/>
          <ac:spMkLst>
            <pc:docMk/>
            <pc:sldMk cId="2538050685" sldId="2341"/>
            <ac:spMk id="10" creationId="{5AA98920-0A2F-6A3A-B28A-719E6337E14E}"/>
          </ac:spMkLst>
        </pc:spChg>
        <pc:spChg chg="add mod">
          <ac:chgData name="Muriel BORDE" userId="c170603111e0d29b" providerId="LiveId" clId="{C3C29596-27C2-42DE-9590-ED2863C64BAC}" dt="2024-01-14T10:25:21.993" v="5341" actId="113"/>
          <ac:spMkLst>
            <pc:docMk/>
            <pc:sldMk cId="2538050685" sldId="2341"/>
            <ac:spMk id="11" creationId="{15AD6EDC-7A34-3C8B-F195-E883745E2965}"/>
          </ac:spMkLst>
        </pc:spChg>
        <pc:spChg chg="add del mod">
          <ac:chgData name="Muriel BORDE" userId="c170603111e0d29b" providerId="LiveId" clId="{C3C29596-27C2-42DE-9590-ED2863C64BAC}" dt="2024-01-14T10:23:53.365" v="5227" actId="478"/>
          <ac:spMkLst>
            <pc:docMk/>
            <pc:sldMk cId="2538050685" sldId="2341"/>
            <ac:spMk id="12" creationId="{AD0BB2A6-DD4B-93E7-168E-E771217A730C}"/>
          </ac:spMkLst>
        </pc:spChg>
        <pc:picChg chg="add del mod">
          <ac:chgData name="Muriel BORDE" userId="c170603111e0d29b" providerId="LiveId" clId="{C3C29596-27C2-42DE-9590-ED2863C64BAC}" dt="2024-01-14T09:57:46.903" v="4798" actId="478"/>
          <ac:picMkLst>
            <pc:docMk/>
            <pc:sldMk cId="2538050685" sldId="2341"/>
            <ac:picMk id="3074" creationId="{28D4DC3A-633D-B87E-33AA-7D50E60BBFC3}"/>
          </ac:picMkLst>
        </pc:picChg>
        <pc:picChg chg="add del mod">
          <ac:chgData name="Muriel BORDE" userId="c170603111e0d29b" providerId="LiveId" clId="{C3C29596-27C2-42DE-9590-ED2863C64BAC}" dt="2024-01-14T10:02:14.947" v="4902" actId="478"/>
          <ac:picMkLst>
            <pc:docMk/>
            <pc:sldMk cId="2538050685" sldId="2341"/>
            <ac:picMk id="3076" creationId="{2A46AA66-01FC-8D5A-4F92-F184D534C070}"/>
          </ac:picMkLst>
        </pc:picChg>
        <pc:picChg chg="add del">
          <ac:chgData name="Muriel BORDE" userId="c170603111e0d29b" providerId="LiveId" clId="{C3C29596-27C2-42DE-9590-ED2863C64BAC}" dt="2024-01-14T10:02:23.637" v="4904" actId="478"/>
          <ac:picMkLst>
            <pc:docMk/>
            <pc:sldMk cId="2538050685" sldId="2341"/>
            <ac:picMk id="3078" creationId="{293DDB5F-5C9E-C9EB-4CE8-FEDFEE5F8C1D}"/>
          </ac:picMkLst>
        </pc:picChg>
        <pc:picChg chg="add mod">
          <ac:chgData name="Muriel BORDE" userId="c170603111e0d29b" providerId="LiveId" clId="{C3C29596-27C2-42DE-9590-ED2863C64BAC}" dt="2024-01-14T10:24:05.200" v="5248" actId="1036"/>
          <ac:picMkLst>
            <pc:docMk/>
            <pc:sldMk cId="2538050685" sldId="2341"/>
            <ac:picMk id="3080" creationId="{040DF0BB-7CAD-0CEF-F49D-EFA81DD1FAE6}"/>
          </ac:picMkLst>
        </pc:picChg>
      </pc:sldChg>
      <pc:sldChg chg="addSp delSp modSp add mod">
        <pc:chgData name="Muriel BORDE" userId="c170603111e0d29b" providerId="LiveId" clId="{C3C29596-27C2-42DE-9590-ED2863C64BAC}" dt="2024-01-14T10:04:25.132" v="4949" actId="1076"/>
        <pc:sldMkLst>
          <pc:docMk/>
          <pc:sldMk cId="1640149848" sldId="2342"/>
        </pc:sldMkLst>
        <pc:spChg chg="add mod">
          <ac:chgData name="Muriel BORDE" userId="c170603111e0d29b" providerId="LiveId" clId="{C3C29596-27C2-42DE-9590-ED2863C64BAC}" dt="2024-01-14T09:58:55.938" v="4859" actId="1076"/>
          <ac:spMkLst>
            <pc:docMk/>
            <pc:sldMk cId="1640149848" sldId="2342"/>
            <ac:spMk id="2" creationId="{6F46D578-14EE-3ED8-3D4B-B607291306A6}"/>
          </ac:spMkLst>
        </pc:spChg>
        <pc:spChg chg="mod">
          <ac:chgData name="Muriel BORDE" userId="c170603111e0d29b" providerId="LiveId" clId="{C3C29596-27C2-42DE-9590-ED2863C64BAC}" dt="2024-01-14T09:58:44.143" v="4857" actId="20577"/>
          <ac:spMkLst>
            <pc:docMk/>
            <pc:sldMk cId="1640149848" sldId="2342"/>
            <ac:spMk id="4" creationId="{BDF5FC31-5262-6333-35A7-3667D15BF1C4}"/>
          </ac:spMkLst>
        </pc:spChg>
        <pc:spChg chg="add mod">
          <ac:chgData name="Muriel BORDE" userId="c170603111e0d29b" providerId="LiveId" clId="{C3C29596-27C2-42DE-9590-ED2863C64BAC}" dt="2024-01-14T10:04:25.132" v="4949" actId="1076"/>
          <ac:spMkLst>
            <pc:docMk/>
            <pc:sldMk cId="1640149848" sldId="2342"/>
            <ac:spMk id="5" creationId="{880AB6D7-666C-5A2C-AC1A-07105E7D7EB4}"/>
          </ac:spMkLst>
        </pc:spChg>
        <pc:picChg chg="del">
          <ac:chgData name="Muriel BORDE" userId="c170603111e0d29b" providerId="LiveId" clId="{C3C29596-27C2-42DE-9590-ED2863C64BAC}" dt="2024-01-14T09:58:36.849" v="4843" actId="478"/>
          <ac:picMkLst>
            <pc:docMk/>
            <pc:sldMk cId="1640149848" sldId="2342"/>
            <ac:picMk id="3076" creationId="{2A46AA66-01FC-8D5A-4F92-F184D534C070}"/>
          </ac:picMkLst>
        </pc:picChg>
      </pc:sldChg>
      <pc:sldChg chg="addSp delSp modSp new mod modNotesTx">
        <pc:chgData name="Muriel BORDE" userId="c170603111e0d29b" providerId="LiveId" clId="{C3C29596-27C2-42DE-9590-ED2863C64BAC}" dt="2024-01-14T10:25:18.469" v="5339" actId="113"/>
        <pc:sldMkLst>
          <pc:docMk/>
          <pc:sldMk cId="3567219582" sldId="2343"/>
        </pc:sldMkLst>
        <pc:spChg chg="del">
          <ac:chgData name="Muriel BORDE" userId="c170603111e0d29b" providerId="LiveId" clId="{C3C29596-27C2-42DE-9590-ED2863C64BAC}" dt="2024-01-14T10:15:15.789" v="5153" actId="478"/>
          <ac:spMkLst>
            <pc:docMk/>
            <pc:sldMk cId="3567219582" sldId="2343"/>
            <ac:spMk id="2" creationId="{ECF217D5-03E3-19BC-4C3B-41B980021737}"/>
          </ac:spMkLst>
        </pc:spChg>
        <pc:spChg chg="del">
          <ac:chgData name="Muriel BORDE" userId="c170603111e0d29b" providerId="LiveId" clId="{C3C29596-27C2-42DE-9590-ED2863C64BAC}" dt="2024-01-14T10:15:15.789" v="5153" actId="478"/>
          <ac:spMkLst>
            <pc:docMk/>
            <pc:sldMk cId="3567219582" sldId="2343"/>
            <ac:spMk id="3" creationId="{2569831E-0430-EEEA-4B7E-F8770F0EEAC5}"/>
          </ac:spMkLst>
        </pc:spChg>
        <pc:spChg chg="add del mod">
          <ac:chgData name="Muriel BORDE" userId="c170603111e0d29b" providerId="LiveId" clId="{C3C29596-27C2-42DE-9590-ED2863C64BAC}" dt="2024-01-14T10:15:22.294" v="5156" actId="21"/>
          <ac:spMkLst>
            <pc:docMk/>
            <pc:sldMk cId="3567219582" sldId="2343"/>
            <ac:spMk id="5" creationId="{372B3345-DE5E-FAB6-BDC3-6E404CE7B9F1}"/>
          </ac:spMkLst>
        </pc:spChg>
        <pc:spChg chg="add mod">
          <ac:chgData name="Muriel BORDE" userId="c170603111e0d29b" providerId="LiveId" clId="{C3C29596-27C2-42DE-9590-ED2863C64BAC}" dt="2024-01-14T10:15:16.210" v="5154"/>
          <ac:spMkLst>
            <pc:docMk/>
            <pc:sldMk cId="3567219582" sldId="2343"/>
            <ac:spMk id="6" creationId="{40AA623D-6393-76AF-6FFF-A302581EF98D}"/>
          </ac:spMkLst>
        </pc:spChg>
        <pc:spChg chg="add del mod">
          <ac:chgData name="Muriel BORDE" userId="c170603111e0d29b" providerId="LiveId" clId="{C3C29596-27C2-42DE-9590-ED2863C64BAC}" dt="2024-01-14T10:15:35.397" v="5159" actId="478"/>
          <ac:spMkLst>
            <pc:docMk/>
            <pc:sldMk cId="3567219582" sldId="2343"/>
            <ac:spMk id="7" creationId="{372B3345-DE5E-FAB6-BDC3-6E404CE7B9F1}"/>
          </ac:spMkLst>
        </pc:spChg>
        <pc:spChg chg="add mod">
          <ac:chgData name="Muriel BORDE" userId="c170603111e0d29b" providerId="LiveId" clId="{C3C29596-27C2-42DE-9590-ED2863C64BAC}" dt="2024-01-14T10:25:18.469" v="5339" actId="113"/>
          <ac:spMkLst>
            <pc:docMk/>
            <pc:sldMk cId="3567219582" sldId="2343"/>
            <ac:spMk id="11" creationId="{076139F9-58B1-9AF5-ECB5-D32B3588BC32}"/>
          </ac:spMkLst>
        </pc:spChg>
        <pc:graphicFrameChg chg="add del mod modGraphic">
          <ac:chgData name="Muriel BORDE" userId="c170603111e0d29b" providerId="LiveId" clId="{C3C29596-27C2-42DE-9590-ED2863C64BAC}" dt="2024-01-14T10:17:32.550" v="5168" actId="478"/>
          <ac:graphicFrameMkLst>
            <pc:docMk/>
            <pc:sldMk cId="3567219582" sldId="2343"/>
            <ac:graphicFrameMk id="8" creationId="{5DDEE2EC-CD79-C9FA-424D-817F9617D15F}"/>
          </ac:graphicFrameMkLst>
        </pc:graphicFrameChg>
        <pc:graphicFrameChg chg="add del mod modGraphic">
          <ac:chgData name="Muriel BORDE" userId="c170603111e0d29b" providerId="LiveId" clId="{C3C29596-27C2-42DE-9590-ED2863C64BAC}" dt="2024-01-14T10:19:06.313" v="5188" actId="478"/>
          <ac:graphicFrameMkLst>
            <pc:docMk/>
            <pc:sldMk cId="3567219582" sldId="2343"/>
            <ac:graphicFrameMk id="9" creationId="{726D2D21-5C4A-1A9E-398B-A4983B6CF020}"/>
          </ac:graphicFrameMkLst>
        </pc:graphicFrameChg>
        <pc:graphicFrameChg chg="add mod modGraphic">
          <ac:chgData name="Muriel BORDE" userId="c170603111e0d29b" providerId="LiveId" clId="{C3C29596-27C2-42DE-9590-ED2863C64BAC}" dt="2024-01-14T10:24:26.268" v="5264" actId="1036"/>
          <ac:graphicFrameMkLst>
            <pc:docMk/>
            <pc:sldMk cId="3567219582" sldId="2343"/>
            <ac:graphicFrameMk id="10" creationId="{A406024E-EA60-9D73-1A7D-02332669AB19}"/>
          </ac:graphicFrameMkLst>
        </pc:graphicFrameChg>
      </pc:sldChg>
      <pc:sldChg chg="addSp delSp modSp add mod">
        <pc:chgData name="Muriel BORDE" userId="c170603111e0d29b" providerId="LiveId" clId="{C3C29596-27C2-42DE-9590-ED2863C64BAC}" dt="2024-01-14T10:45:49.576" v="5809" actId="1076"/>
        <pc:sldMkLst>
          <pc:docMk/>
          <pc:sldMk cId="695497837" sldId="2344"/>
        </pc:sldMkLst>
        <pc:spChg chg="add mod">
          <ac:chgData name="Muriel BORDE" userId="c170603111e0d29b" providerId="LiveId" clId="{C3C29596-27C2-42DE-9590-ED2863C64BAC}" dt="2024-01-14T10:32:55.248" v="5463" actId="1076"/>
          <ac:spMkLst>
            <pc:docMk/>
            <pc:sldMk cId="695497837" sldId="2344"/>
            <ac:spMk id="2" creationId="{79B74841-E5FE-DBE8-3F6C-C8560CE39474}"/>
          </ac:spMkLst>
        </pc:spChg>
        <pc:spChg chg="add mod">
          <ac:chgData name="Muriel BORDE" userId="c170603111e0d29b" providerId="LiveId" clId="{C3C29596-27C2-42DE-9590-ED2863C64BAC}" dt="2024-01-14T10:45:49.576" v="5809" actId="1076"/>
          <ac:spMkLst>
            <pc:docMk/>
            <pc:sldMk cId="695497837" sldId="2344"/>
            <ac:spMk id="3" creationId="{7E9B3E22-9B1D-98F9-3A88-AA1D863DFA9E}"/>
          </ac:spMkLst>
        </pc:spChg>
        <pc:spChg chg="add del mod">
          <ac:chgData name="Muriel BORDE" userId="c170603111e0d29b" providerId="LiveId" clId="{C3C29596-27C2-42DE-9590-ED2863C64BAC}" dt="2024-01-14T10:44:12.635" v="5800" actId="478"/>
          <ac:spMkLst>
            <pc:docMk/>
            <pc:sldMk cId="695497837" sldId="2344"/>
            <ac:spMk id="5" creationId="{5066F291-5CED-3234-05BB-7C72A59F7466}"/>
          </ac:spMkLst>
        </pc:spChg>
        <pc:graphicFrameChg chg="del">
          <ac:chgData name="Muriel BORDE" userId="c170603111e0d29b" providerId="LiveId" clId="{C3C29596-27C2-42DE-9590-ED2863C64BAC}" dt="2024-01-14T10:22:42.238" v="5224" actId="478"/>
          <ac:graphicFrameMkLst>
            <pc:docMk/>
            <pc:sldMk cId="695497837" sldId="2344"/>
            <ac:graphicFrameMk id="10" creationId="{A406024E-EA60-9D73-1A7D-02332669AB19}"/>
          </ac:graphicFrameMkLst>
        </pc:graphicFrameChg>
        <pc:picChg chg="add mod">
          <ac:chgData name="Muriel BORDE" userId="c170603111e0d29b" providerId="LiveId" clId="{C3C29596-27C2-42DE-9590-ED2863C64BAC}" dt="2024-01-14T10:45:43.536" v="5808" actId="1076"/>
          <ac:picMkLst>
            <pc:docMk/>
            <pc:sldMk cId="695497837" sldId="2344"/>
            <ac:picMk id="8194" creationId="{F9DD462F-4158-3657-224B-257A792322CD}"/>
          </ac:picMkLst>
        </pc:picChg>
      </pc:sldChg>
      <pc:sldChg chg="add del">
        <pc:chgData name="Muriel BORDE" userId="c170603111e0d29b" providerId="LiveId" clId="{C3C29596-27C2-42DE-9590-ED2863C64BAC}" dt="2024-01-14T10:46:20.272" v="5811" actId="47"/>
        <pc:sldMkLst>
          <pc:docMk/>
          <pc:sldMk cId="2614127566" sldId="2345"/>
        </pc:sldMkLst>
      </pc:sldChg>
      <pc:sldChg chg="addSp delSp modSp add mod">
        <pc:chgData name="Muriel BORDE" userId="c170603111e0d29b" providerId="LiveId" clId="{C3C29596-27C2-42DE-9590-ED2863C64BAC}" dt="2024-01-14T18:12:44.010" v="6466" actId="20577"/>
        <pc:sldMkLst>
          <pc:docMk/>
          <pc:sldMk cId="2618003915" sldId="2345"/>
        </pc:sldMkLst>
        <pc:spChg chg="add mod">
          <ac:chgData name="Muriel BORDE" userId="c170603111e0d29b" providerId="LiveId" clId="{C3C29596-27C2-42DE-9590-ED2863C64BAC}" dt="2024-01-14T18:12:44.010" v="6466" actId="20577"/>
          <ac:spMkLst>
            <pc:docMk/>
            <pc:sldMk cId="2618003915" sldId="2345"/>
            <ac:spMk id="2" creationId="{1EC9EE36-4BBC-14FC-3187-4932F30E23B5}"/>
          </ac:spMkLst>
        </pc:spChg>
        <pc:spChg chg="mod">
          <ac:chgData name="Muriel BORDE" userId="c170603111e0d29b" providerId="LiveId" clId="{C3C29596-27C2-42DE-9590-ED2863C64BAC}" dt="2024-01-14T11:00:08.098" v="6118" actId="20577"/>
          <ac:spMkLst>
            <pc:docMk/>
            <pc:sldMk cId="2618003915" sldId="2345"/>
            <ac:spMk id="4" creationId="{BDF5FC31-5262-6333-35A7-3667D15BF1C4}"/>
          </ac:spMkLst>
        </pc:spChg>
        <pc:spChg chg="del">
          <ac:chgData name="Muriel BORDE" userId="c170603111e0d29b" providerId="LiveId" clId="{C3C29596-27C2-42DE-9590-ED2863C64BAC}" dt="2024-01-14T10:47:03.772" v="5880" actId="478"/>
          <ac:spMkLst>
            <pc:docMk/>
            <pc:sldMk cId="2618003915" sldId="2345"/>
            <ac:spMk id="8" creationId="{17B2B85C-4ED8-8975-6343-933C2E14BF84}"/>
          </ac:spMkLst>
        </pc:spChg>
        <pc:spChg chg="mod">
          <ac:chgData name="Muriel BORDE" userId="c170603111e0d29b" providerId="LiveId" clId="{C3C29596-27C2-42DE-9590-ED2863C64BAC}" dt="2024-01-14T10:59:46.991" v="6077" actId="20577"/>
          <ac:spMkLst>
            <pc:docMk/>
            <pc:sldMk cId="2618003915" sldId="2345"/>
            <ac:spMk id="10" creationId="{5AA98920-0A2F-6A3A-B28A-719E6337E14E}"/>
          </ac:spMkLst>
        </pc:spChg>
      </pc:sldChg>
      <pc:sldChg chg="addSp delSp modSp add mod">
        <pc:chgData name="Muriel BORDE" userId="c170603111e0d29b" providerId="LiveId" clId="{C3C29596-27C2-42DE-9590-ED2863C64BAC}" dt="2024-01-14T11:00:13.686" v="6120"/>
        <pc:sldMkLst>
          <pc:docMk/>
          <pc:sldMk cId="3121967064" sldId="2346"/>
        </pc:sldMkLst>
        <pc:spChg chg="mod">
          <ac:chgData name="Muriel BORDE" userId="c170603111e0d29b" providerId="LiveId" clId="{C3C29596-27C2-42DE-9590-ED2863C64BAC}" dt="2024-01-14T10:51:57.994" v="5995" actId="1076"/>
          <ac:spMkLst>
            <pc:docMk/>
            <pc:sldMk cId="3121967064" sldId="2346"/>
            <ac:spMk id="2" creationId="{79B74841-E5FE-DBE8-3F6C-C8560CE39474}"/>
          </ac:spMkLst>
        </pc:spChg>
        <pc:spChg chg="del">
          <ac:chgData name="Muriel BORDE" userId="c170603111e0d29b" providerId="LiveId" clId="{C3C29596-27C2-42DE-9590-ED2863C64BAC}" dt="2024-01-14T10:47:26.795" v="5882" actId="478"/>
          <ac:spMkLst>
            <pc:docMk/>
            <pc:sldMk cId="3121967064" sldId="2346"/>
            <ac:spMk id="3" creationId="{7E9B3E22-9B1D-98F9-3A88-AA1D863DFA9E}"/>
          </ac:spMkLst>
        </pc:spChg>
        <pc:spChg chg="add del mod">
          <ac:chgData name="Muriel BORDE" userId="c170603111e0d29b" providerId="LiveId" clId="{C3C29596-27C2-42DE-9590-ED2863C64BAC}" dt="2024-01-14T10:50:48.981" v="5954" actId="478"/>
          <ac:spMkLst>
            <pc:docMk/>
            <pc:sldMk cId="3121967064" sldId="2346"/>
            <ac:spMk id="4" creationId="{A3DC39AA-60A3-170E-1A40-3FEED5E5F9EC}"/>
          </ac:spMkLst>
        </pc:spChg>
        <pc:spChg chg="del">
          <ac:chgData name="Muriel BORDE" userId="c170603111e0d29b" providerId="LiveId" clId="{C3C29596-27C2-42DE-9590-ED2863C64BAC}" dt="2024-01-14T11:00:13.365" v="6119" actId="478"/>
          <ac:spMkLst>
            <pc:docMk/>
            <pc:sldMk cId="3121967064" sldId="2346"/>
            <ac:spMk id="6" creationId="{40AA623D-6393-76AF-6FFF-A302581EF98D}"/>
          </ac:spMkLst>
        </pc:spChg>
        <pc:spChg chg="add del mod">
          <ac:chgData name="Muriel BORDE" userId="c170603111e0d29b" providerId="LiveId" clId="{C3C29596-27C2-42DE-9590-ED2863C64BAC}" dt="2024-01-14T10:51:35.067" v="5961" actId="478"/>
          <ac:spMkLst>
            <pc:docMk/>
            <pc:sldMk cId="3121967064" sldId="2346"/>
            <ac:spMk id="7" creationId="{DF8596D3-D620-DB7A-0D8A-C410CFAB916F}"/>
          </ac:spMkLst>
        </pc:spChg>
        <pc:spChg chg="add mod">
          <ac:chgData name="Muriel BORDE" userId="c170603111e0d29b" providerId="LiveId" clId="{C3C29596-27C2-42DE-9590-ED2863C64BAC}" dt="2024-01-14T10:59:22.059" v="6050" actId="20577"/>
          <ac:spMkLst>
            <pc:docMk/>
            <pc:sldMk cId="3121967064" sldId="2346"/>
            <ac:spMk id="8" creationId="{DF145E94-B0FA-1804-A140-D081DF742974}"/>
          </ac:spMkLst>
        </pc:spChg>
        <pc:spChg chg="add mod">
          <ac:chgData name="Muriel BORDE" userId="c170603111e0d29b" providerId="LiveId" clId="{C3C29596-27C2-42DE-9590-ED2863C64BAC}" dt="2024-01-14T11:00:13.686" v="6120"/>
          <ac:spMkLst>
            <pc:docMk/>
            <pc:sldMk cId="3121967064" sldId="2346"/>
            <ac:spMk id="10" creationId="{F284DE5A-3B50-268A-2590-240B3A1128C9}"/>
          </ac:spMkLst>
        </pc:spChg>
        <pc:picChg chg="add mod">
          <ac:chgData name="Muriel BORDE" userId="c170603111e0d29b" providerId="LiveId" clId="{C3C29596-27C2-42DE-9590-ED2863C64BAC}" dt="2024-01-14T10:59:28.059" v="6051" actId="1076"/>
          <ac:picMkLst>
            <pc:docMk/>
            <pc:sldMk cId="3121967064" sldId="2346"/>
            <ac:picMk id="9" creationId="{11DA6DC9-64E5-24BF-D0E4-1BFCB4396834}"/>
          </ac:picMkLst>
        </pc:picChg>
        <pc:picChg chg="del">
          <ac:chgData name="Muriel BORDE" userId="c170603111e0d29b" providerId="LiveId" clId="{C3C29596-27C2-42DE-9590-ED2863C64BAC}" dt="2024-01-14T10:47:26.795" v="5882" actId="478"/>
          <ac:picMkLst>
            <pc:docMk/>
            <pc:sldMk cId="3121967064" sldId="2346"/>
            <ac:picMk id="8194" creationId="{F9DD462F-4158-3657-224B-257A792322CD}"/>
          </ac:picMkLst>
        </pc:picChg>
      </pc:sldChg>
      <pc:sldChg chg="addSp delSp modSp add mod">
        <pc:chgData name="Muriel BORDE" userId="c170603111e0d29b" providerId="LiveId" clId="{C3C29596-27C2-42DE-9590-ED2863C64BAC}" dt="2024-01-14T11:03:37.732" v="6144" actId="478"/>
        <pc:sldMkLst>
          <pc:docMk/>
          <pc:sldMk cId="4042442950" sldId="2347"/>
        </pc:sldMkLst>
        <pc:spChg chg="mod">
          <ac:chgData name="Muriel BORDE" userId="c170603111e0d29b" providerId="LiveId" clId="{C3C29596-27C2-42DE-9590-ED2863C64BAC}" dt="2024-01-14T11:03:25.480" v="6141" actId="20577"/>
          <ac:spMkLst>
            <pc:docMk/>
            <pc:sldMk cId="4042442950" sldId="2347"/>
            <ac:spMk id="2" creationId="{00000000-0000-0000-0000-000000000000}"/>
          </ac:spMkLst>
        </pc:spChg>
        <pc:spChg chg="del">
          <ac:chgData name="Muriel BORDE" userId="c170603111e0d29b" providerId="LiveId" clId="{C3C29596-27C2-42DE-9590-ED2863C64BAC}" dt="2024-01-14T11:03:34.617" v="6143" actId="478"/>
          <ac:spMkLst>
            <pc:docMk/>
            <pc:sldMk cId="4042442950" sldId="2347"/>
            <ac:spMk id="3" creationId="{00000000-0000-0000-0000-000000000000}"/>
          </ac:spMkLst>
        </pc:spChg>
        <pc:spChg chg="del">
          <ac:chgData name="Muriel BORDE" userId="c170603111e0d29b" providerId="LiveId" clId="{C3C29596-27C2-42DE-9590-ED2863C64BAC}" dt="2024-01-14T11:03:32.537" v="6142" actId="478"/>
          <ac:spMkLst>
            <pc:docMk/>
            <pc:sldMk cId="4042442950" sldId="2347"/>
            <ac:spMk id="4" creationId="{2FD874C4-59FC-422F-C81A-92D2FD613C57}"/>
          </ac:spMkLst>
        </pc:spChg>
        <pc:spChg chg="add del mod">
          <ac:chgData name="Muriel BORDE" userId="c170603111e0d29b" providerId="LiveId" clId="{C3C29596-27C2-42DE-9590-ED2863C64BAC}" dt="2024-01-14T11:03:37.732" v="6144" actId="478"/>
          <ac:spMkLst>
            <pc:docMk/>
            <pc:sldMk cId="4042442950" sldId="2347"/>
            <ac:spMk id="6" creationId="{0B446A72-28B2-7AF8-6555-C886DDBF9B83}"/>
          </ac:spMkLst>
        </pc:spChg>
      </pc:sldChg>
      <pc:sldChg chg="addSp delSp modSp add mod">
        <pc:chgData name="Muriel BORDE" userId="c170603111e0d29b" providerId="LiveId" clId="{C3C29596-27C2-42DE-9590-ED2863C64BAC}" dt="2024-01-14T18:13:04.482" v="6485" actId="20577"/>
        <pc:sldMkLst>
          <pc:docMk/>
          <pc:sldMk cId="3409302087" sldId="2348"/>
        </pc:sldMkLst>
        <pc:spChg chg="add del">
          <ac:chgData name="Muriel BORDE" userId="c170603111e0d29b" providerId="LiveId" clId="{C3C29596-27C2-42DE-9590-ED2863C64BAC}" dt="2024-01-14T11:04:19.482" v="6165" actId="478"/>
          <ac:spMkLst>
            <pc:docMk/>
            <pc:sldMk cId="3409302087" sldId="2348"/>
            <ac:spMk id="12" creationId="{B7C45786-1DB2-D17B-F8B7-E463EA05E1C9}"/>
          </ac:spMkLst>
        </pc:spChg>
        <pc:spChg chg="add mod">
          <ac:chgData name="Muriel BORDE" userId="c170603111e0d29b" providerId="LiveId" clId="{C3C29596-27C2-42DE-9590-ED2863C64BAC}" dt="2024-01-14T18:13:04.482" v="6485" actId="20577"/>
          <ac:spMkLst>
            <pc:docMk/>
            <pc:sldMk cId="3409302087" sldId="2348"/>
            <ac:spMk id="13" creationId="{24C34935-3BF7-D2BE-5534-EA092C0B4679}"/>
          </ac:spMkLst>
        </pc:spChg>
        <pc:spChg chg="add del">
          <ac:chgData name="Muriel BORDE" userId="c170603111e0d29b" providerId="LiveId" clId="{C3C29596-27C2-42DE-9590-ED2863C64BAC}" dt="2024-01-14T11:04:19.482" v="6165" actId="478"/>
          <ac:spMkLst>
            <pc:docMk/>
            <pc:sldMk cId="3409302087" sldId="2348"/>
            <ac:spMk id="32" creationId="{7B78323E-B954-DDDC-F564-EB9DF9CDACBC}"/>
          </ac:spMkLst>
        </pc:spChg>
        <pc:spChg chg="mod">
          <ac:chgData name="Muriel BORDE" userId="c170603111e0d29b" providerId="LiveId" clId="{C3C29596-27C2-42DE-9590-ED2863C64BAC}" dt="2024-01-14T11:04:04.657" v="6163" actId="20577"/>
          <ac:spMkLst>
            <pc:docMk/>
            <pc:sldMk cId="3409302087" sldId="2348"/>
            <ac:spMk id="59" creationId="{DE936057-AE94-56A8-4459-E62D5AA9D5C6}"/>
          </ac:spMkLst>
        </pc:spChg>
      </pc:sldChg>
      <pc:sldChg chg="addSp delSp modSp add mod">
        <pc:chgData name="Muriel BORDE" userId="c170603111e0d29b" providerId="LiveId" clId="{C3C29596-27C2-42DE-9590-ED2863C64BAC}" dt="2024-01-14T18:13:36.887" v="6492" actId="478"/>
        <pc:sldMkLst>
          <pc:docMk/>
          <pc:sldMk cId="1705468161" sldId="2349"/>
        </pc:sldMkLst>
        <pc:spChg chg="add del mod">
          <ac:chgData name="Muriel BORDE" userId="c170603111e0d29b" providerId="LiveId" clId="{C3C29596-27C2-42DE-9590-ED2863C64BAC}" dt="2024-01-14T18:13:36.887" v="6492" actId="478"/>
          <ac:spMkLst>
            <pc:docMk/>
            <pc:sldMk cId="1705468161" sldId="2349"/>
            <ac:spMk id="4" creationId="{0CA971D2-4301-83B1-DB59-42882A6121E9}"/>
          </ac:spMkLst>
        </pc:spChg>
        <pc:spChg chg="mod">
          <ac:chgData name="Muriel BORDE" userId="c170603111e0d29b" providerId="LiveId" clId="{C3C29596-27C2-42DE-9590-ED2863C64BAC}" dt="2024-01-14T11:04:00.557" v="6155" actId="20577"/>
          <ac:spMkLst>
            <pc:docMk/>
            <pc:sldMk cId="1705468161" sldId="2349"/>
            <ac:spMk id="8" creationId="{49E5C86F-E22C-9274-1DB5-94DD023357EF}"/>
          </ac:spMkLst>
        </pc:spChg>
        <pc:spChg chg="mod">
          <ac:chgData name="Muriel BORDE" userId="c170603111e0d29b" providerId="LiveId" clId="{C3C29596-27C2-42DE-9590-ED2863C64BAC}" dt="2024-01-14T18:13:21.385" v="6491" actId="20577"/>
          <ac:spMkLst>
            <pc:docMk/>
            <pc:sldMk cId="1705468161" sldId="2349"/>
            <ac:spMk id="49" creationId="{E3DA31FA-CDFE-3AA1-2E12-E15021E25605}"/>
          </ac:spMkLst>
        </pc:spChg>
      </pc:sldChg>
      <pc:sldChg chg="addSp delSp modSp add del mod">
        <pc:chgData name="Muriel BORDE" userId="c170603111e0d29b" providerId="LiveId" clId="{C3C29596-27C2-42DE-9590-ED2863C64BAC}" dt="2024-01-14T17:54:41.744" v="6368" actId="47"/>
        <pc:sldMkLst>
          <pc:docMk/>
          <pc:sldMk cId="4099219539" sldId="2350"/>
        </pc:sldMkLst>
        <pc:spChg chg="add">
          <ac:chgData name="Muriel BORDE" userId="c170603111e0d29b" providerId="LiveId" clId="{C3C29596-27C2-42DE-9590-ED2863C64BAC}" dt="2024-01-14T11:05:42.490" v="6236" actId="22"/>
          <ac:spMkLst>
            <pc:docMk/>
            <pc:sldMk cId="4099219539" sldId="2350"/>
            <ac:spMk id="4" creationId="{98AD224F-2374-2406-6613-607A3F5C8690}"/>
          </ac:spMkLst>
        </pc:spChg>
        <pc:spChg chg="add mod">
          <ac:chgData name="Muriel BORDE" userId="c170603111e0d29b" providerId="LiveId" clId="{C3C29596-27C2-42DE-9590-ED2863C64BAC}" dt="2024-01-14T11:06:25.755" v="6244"/>
          <ac:spMkLst>
            <pc:docMk/>
            <pc:sldMk cId="4099219539" sldId="2350"/>
            <ac:spMk id="5" creationId="{72F8520B-5CD1-A05E-021A-F82DB86DA37D}"/>
          </ac:spMkLst>
        </pc:spChg>
        <pc:spChg chg="mod">
          <ac:chgData name="Muriel BORDE" userId="c170603111e0d29b" providerId="LiveId" clId="{C3C29596-27C2-42DE-9590-ED2863C64BAC}" dt="2024-01-14T11:05:28.407" v="6233" actId="20577"/>
          <ac:spMkLst>
            <pc:docMk/>
            <pc:sldMk cId="4099219539" sldId="2350"/>
            <ac:spMk id="9" creationId="{BB75FC0B-5359-636B-AA0A-E13E4D065ED4}"/>
          </ac:spMkLst>
        </pc:spChg>
        <pc:picChg chg="del mod">
          <ac:chgData name="Muriel BORDE" userId="c170603111e0d29b" providerId="LiveId" clId="{C3C29596-27C2-42DE-9590-ED2863C64BAC}" dt="2024-01-14T11:05:29.450" v="6235" actId="478"/>
          <ac:picMkLst>
            <pc:docMk/>
            <pc:sldMk cId="4099219539" sldId="2350"/>
            <ac:picMk id="6" creationId="{97FDBCAD-7799-46BD-A190-3B4A022307C1}"/>
          </ac:picMkLst>
        </pc:picChg>
      </pc:sldChg>
      <pc:sldChg chg="addSp delSp modSp add del mod">
        <pc:chgData name="Muriel BORDE" userId="c170603111e0d29b" providerId="LiveId" clId="{C3C29596-27C2-42DE-9590-ED2863C64BAC}" dt="2024-01-14T17:54:29.116" v="6352" actId="47"/>
        <pc:sldMkLst>
          <pc:docMk/>
          <pc:sldMk cId="1721567441" sldId="2351"/>
        </pc:sldMkLst>
        <pc:spChg chg="del">
          <ac:chgData name="Muriel BORDE" userId="c170603111e0d29b" providerId="LiveId" clId="{C3C29596-27C2-42DE-9590-ED2863C64BAC}" dt="2024-01-14T11:07:46.431" v="6254" actId="478"/>
          <ac:spMkLst>
            <pc:docMk/>
            <pc:sldMk cId="1721567441" sldId="2351"/>
            <ac:spMk id="4" creationId="{7863EE58-A70F-65AA-1E05-4EF9B7C93651}"/>
          </ac:spMkLst>
        </pc:spChg>
        <pc:spChg chg="add mod">
          <ac:chgData name="Muriel BORDE" userId="c170603111e0d29b" providerId="LiveId" clId="{C3C29596-27C2-42DE-9590-ED2863C64BAC}" dt="2024-01-14T11:08:06.976" v="6258" actId="1076"/>
          <ac:spMkLst>
            <pc:docMk/>
            <pc:sldMk cId="1721567441" sldId="2351"/>
            <ac:spMk id="7" creationId="{C4F16E3C-D49F-965F-EFA6-5A4753C5449D}"/>
          </ac:spMkLst>
        </pc:spChg>
        <pc:spChg chg="del">
          <ac:chgData name="Muriel BORDE" userId="c170603111e0d29b" providerId="LiveId" clId="{C3C29596-27C2-42DE-9590-ED2863C64BAC}" dt="2024-01-14T11:07:46.431" v="6254" actId="478"/>
          <ac:spMkLst>
            <pc:docMk/>
            <pc:sldMk cId="1721567441" sldId="2351"/>
            <ac:spMk id="8" creationId="{67C2D548-F239-C325-C04D-BC16FE7BD94B}"/>
          </ac:spMkLst>
        </pc:spChg>
        <pc:spChg chg="mod">
          <ac:chgData name="Muriel BORDE" userId="c170603111e0d29b" providerId="LiveId" clId="{C3C29596-27C2-42DE-9590-ED2863C64BAC}" dt="2024-01-14T11:08:04.900" v="6257" actId="1076"/>
          <ac:spMkLst>
            <pc:docMk/>
            <pc:sldMk cId="1721567441" sldId="2351"/>
            <ac:spMk id="9" creationId="{BB75FC0B-5359-636B-AA0A-E13E4D065ED4}"/>
          </ac:spMkLst>
        </pc:spChg>
        <pc:spChg chg="del">
          <ac:chgData name="Muriel BORDE" userId="c170603111e0d29b" providerId="LiveId" clId="{C3C29596-27C2-42DE-9590-ED2863C64BAC}" dt="2024-01-14T11:07:46.431" v="6254" actId="478"/>
          <ac:spMkLst>
            <pc:docMk/>
            <pc:sldMk cId="1721567441" sldId="2351"/>
            <ac:spMk id="13" creationId="{B0EAF392-11C9-16F9-116C-04E50177160B}"/>
          </ac:spMkLst>
        </pc:spChg>
        <pc:spChg chg="add mod">
          <ac:chgData name="Muriel BORDE" userId="c170603111e0d29b" providerId="LiveId" clId="{C3C29596-27C2-42DE-9590-ED2863C64BAC}" dt="2024-01-14T11:08:10.118" v="6260" actId="1076"/>
          <ac:spMkLst>
            <pc:docMk/>
            <pc:sldMk cId="1721567441" sldId="2351"/>
            <ac:spMk id="14" creationId="{9164C5DA-0148-348A-1670-A96BF63E04D9}"/>
          </ac:spMkLst>
        </pc:spChg>
        <pc:spChg chg="add mod">
          <ac:chgData name="Muriel BORDE" userId="c170603111e0d29b" providerId="LiveId" clId="{C3C29596-27C2-42DE-9590-ED2863C64BAC}" dt="2024-01-14T11:08:19.527" v="6282" actId="6549"/>
          <ac:spMkLst>
            <pc:docMk/>
            <pc:sldMk cId="1721567441" sldId="2351"/>
            <ac:spMk id="15" creationId="{BAD7E243-1F69-DA53-AC0B-B94DC73A49C3}"/>
          </ac:spMkLst>
        </pc:spChg>
        <pc:picChg chg="del">
          <ac:chgData name="Muriel BORDE" userId="c170603111e0d29b" providerId="LiveId" clId="{C3C29596-27C2-42DE-9590-ED2863C64BAC}" dt="2024-01-14T11:07:39.406" v="6252" actId="478"/>
          <ac:picMkLst>
            <pc:docMk/>
            <pc:sldMk cId="1721567441" sldId="2351"/>
            <ac:picMk id="6" creationId="{97FDBCAD-7799-46BD-A190-3B4A022307C1}"/>
          </ac:picMkLst>
        </pc:picChg>
      </pc:sldChg>
      <pc:sldChg chg="addSp modSp new del mod">
        <pc:chgData name="Muriel BORDE" userId="c170603111e0d29b" providerId="LiveId" clId="{C3C29596-27C2-42DE-9590-ED2863C64BAC}" dt="2024-01-14T17:55:53.740" v="6374" actId="47"/>
        <pc:sldMkLst>
          <pc:docMk/>
          <pc:sldMk cId="2598070019" sldId="2352"/>
        </pc:sldMkLst>
        <pc:spChg chg="add mod">
          <ac:chgData name="Muriel BORDE" userId="c170603111e0d29b" providerId="LiveId" clId="{C3C29596-27C2-42DE-9590-ED2863C64BAC}" dt="2024-01-14T17:55:43.265" v="6373" actId="1076"/>
          <ac:spMkLst>
            <pc:docMk/>
            <pc:sldMk cId="2598070019" sldId="2352"/>
            <ac:spMk id="4" creationId="{9530E24B-D948-0C39-C4C2-1BAB0DC216D8}"/>
          </ac:spMkLst>
        </pc:spChg>
        <pc:spChg chg="add mod">
          <ac:chgData name="Muriel BORDE" userId="c170603111e0d29b" providerId="LiveId" clId="{C3C29596-27C2-42DE-9590-ED2863C64BAC}" dt="2024-01-14T17:55:18.038" v="6372" actId="1076"/>
          <ac:spMkLst>
            <pc:docMk/>
            <pc:sldMk cId="2598070019" sldId="2352"/>
            <ac:spMk id="5" creationId="{7AD83452-5203-BF6C-C58D-7703143DC076}"/>
          </ac:spMkLst>
        </pc:spChg>
      </pc:sldChg>
      <pc:sldMasterChg chg="delSldLayout modSldLayout">
        <pc:chgData name="Muriel BORDE" userId="c170603111e0d29b" providerId="LiveId" clId="{C3C29596-27C2-42DE-9590-ED2863C64BAC}" dt="2024-01-13T10:53:47.272" v="3164" actId="47"/>
        <pc:sldMasterMkLst>
          <pc:docMk/>
          <pc:sldMasterMk cId="0" sldId="2147483648"/>
        </pc:sldMasterMkLst>
        <pc:sldLayoutChg chg="del">
          <pc:chgData name="Muriel BORDE" userId="c170603111e0d29b" providerId="LiveId" clId="{C3C29596-27C2-42DE-9590-ED2863C64BAC}" dt="2024-01-13T10:53:47.272" v="3164" actId="47"/>
          <pc:sldLayoutMkLst>
            <pc:docMk/>
            <pc:sldMasterMk cId="0" sldId="2147483648"/>
            <pc:sldLayoutMk cId="2412740283" sldId="2147483655"/>
          </pc:sldLayoutMkLst>
        </pc:sldLayoutChg>
        <pc:sldLayoutChg chg="modSp del mod">
          <pc:chgData name="Muriel BORDE" userId="c170603111e0d29b" providerId="LiveId" clId="{C3C29596-27C2-42DE-9590-ED2863C64BAC}" dt="2024-01-13T10:53:47.272" v="3164" actId="47"/>
          <pc:sldLayoutMkLst>
            <pc:docMk/>
            <pc:sldMasterMk cId="0" sldId="2147483648"/>
            <pc:sldLayoutMk cId="345597028" sldId="2147483656"/>
          </pc:sldLayoutMkLst>
          <pc:spChg chg="mod">
            <ac:chgData name="Muriel BORDE" userId="c170603111e0d29b" providerId="LiveId" clId="{C3C29596-27C2-42DE-9590-ED2863C64BAC}" dt="2024-01-13T08:53:09" v="70" actId="207"/>
            <ac:spMkLst>
              <pc:docMk/>
              <pc:sldMasterMk cId="0" sldId="2147483648"/>
              <pc:sldLayoutMk cId="345597028" sldId="2147483656"/>
              <ac:spMk id="7" creationId="{9552D7FB-35CD-414B-8CAE-80D62D17B544}"/>
            </ac:spMkLst>
          </pc:spChg>
        </pc:sldLayoutChg>
        <pc:sldLayoutChg chg="del">
          <pc:chgData name="Muriel BORDE" userId="c170603111e0d29b" providerId="LiveId" clId="{C3C29596-27C2-42DE-9590-ED2863C64BAC}" dt="2024-01-13T08:46:36.850" v="58" actId="47"/>
          <pc:sldLayoutMkLst>
            <pc:docMk/>
            <pc:sldMasterMk cId="0" sldId="2147483648"/>
            <pc:sldLayoutMk cId="4053191149" sldId="2147483656"/>
          </pc:sldLayoutMkLst>
        </pc:sldLayoutChg>
        <pc:sldLayoutChg chg="delSp modSp mod">
          <pc:chgData name="Muriel BORDE" userId="c170603111e0d29b" providerId="LiveId" clId="{C3C29596-27C2-42DE-9590-ED2863C64BAC}" dt="2024-01-13T08:54:03.190" v="86" actId="14100"/>
          <pc:sldLayoutMkLst>
            <pc:docMk/>
            <pc:sldMasterMk cId="0" sldId="2147483648"/>
            <pc:sldLayoutMk cId="321382348" sldId="2147483658"/>
          </pc:sldLayoutMkLst>
          <pc:spChg chg="mod">
            <ac:chgData name="Muriel BORDE" userId="c170603111e0d29b" providerId="LiveId" clId="{C3C29596-27C2-42DE-9590-ED2863C64BAC}" dt="2024-01-13T08:54:03.190" v="86" actId="14100"/>
            <ac:spMkLst>
              <pc:docMk/>
              <pc:sldMasterMk cId="0" sldId="2147483648"/>
              <pc:sldLayoutMk cId="321382348" sldId="2147483658"/>
              <ac:spMk id="7" creationId="{00000000-0000-0000-0000-000000000000}"/>
            </ac:spMkLst>
          </pc:spChg>
          <pc:spChg chg="del">
            <ac:chgData name="Muriel BORDE" userId="c170603111e0d29b" providerId="LiveId" clId="{C3C29596-27C2-42DE-9590-ED2863C64BAC}" dt="2024-01-13T08:53:56.241" v="84" actId="478"/>
            <ac:spMkLst>
              <pc:docMk/>
              <pc:sldMasterMk cId="0" sldId="2147483648"/>
              <pc:sldLayoutMk cId="321382348" sldId="2147483658"/>
              <ac:spMk id="8" creationId="{00000000-0000-0000-0000-000000000000}"/>
            </ac:spMkLst>
          </pc:spChg>
          <pc:spChg chg="del">
            <ac:chgData name="Muriel BORDE" userId="c170603111e0d29b" providerId="LiveId" clId="{C3C29596-27C2-42DE-9590-ED2863C64BAC}" dt="2024-01-13T08:53:55.426" v="83" actId="478"/>
            <ac:spMkLst>
              <pc:docMk/>
              <pc:sldMasterMk cId="0" sldId="2147483648"/>
              <pc:sldLayoutMk cId="321382348" sldId="2147483658"/>
              <ac:spMk id="11" creationId="{00000000-0000-0000-0000-000000000000}"/>
            </ac:spMkLst>
          </pc:spChg>
        </pc:sldLayoutChg>
      </pc:sldMasterChg>
    </pc:docChg>
  </pc:docChgLst>
  <pc:docChgLst>
    <pc:chgData name="Muriel BORDE" userId="c170603111e0d29b" providerId="LiveId" clId="{7FB9EDE5-3A41-4CF2-BDA5-DD82CF8ED6F8}"/>
    <pc:docChg chg="undo custSel delSld modSld modMainMaster">
      <pc:chgData name="Muriel BORDE" userId="c170603111e0d29b" providerId="LiveId" clId="{7FB9EDE5-3A41-4CF2-BDA5-DD82CF8ED6F8}" dt="2024-08-16T14:00:52.048" v="35" actId="1035"/>
      <pc:docMkLst>
        <pc:docMk/>
      </pc:docMkLst>
      <pc:sldChg chg="del">
        <pc:chgData name="Muriel BORDE" userId="c170603111e0d29b" providerId="LiveId" clId="{7FB9EDE5-3A41-4CF2-BDA5-DD82CF8ED6F8}" dt="2024-08-16T13:59:25.188" v="0" actId="47"/>
        <pc:sldMkLst>
          <pc:docMk/>
          <pc:sldMk cId="0" sldId="25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066085892" sldId="260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2290986100" sldId="459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53588182" sldId="463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289996753" sldId="465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323045759" sldId="46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606128752" sldId="468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1282490819" sldId="2289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4042442950" sldId="2347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007040695" sldId="2349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400129297" sldId="2350"/>
        </pc:sldMkLst>
      </pc:sldChg>
      <pc:sldChg chg="del">
        <pc:chgData name="Muriel BORDE" userId="c170603111e0d29b" providerId="LiveId" clId="{7FB9EDE5-3A41-4CF2-BDA5-DD82CF8ED6F8}" dt="2024-08-16T13:59:30.461" v="1" actId="47"/>
        <pc:sldMkLst>
          <pc:docMk/>
          <pc:sldMk cId="1283727771" sldId="2351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2973652982" sldId="2352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2076444385" sldId="2353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2479173985" sldId="2354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524116788" sldId="235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70457474" sldId="235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97155214" sldId="2357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262102359" sldId="2358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589175796" sldId="2360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265957559" sldId="236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895667479" sldId="2367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455919165" sldId="2369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991082071" sldId="2370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624253155" sldId="2371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342425211" sldId="237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170316599" sldId="237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42008290" sldId="2377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355586980" sldId="2378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394764312" sldId="2379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353250705" sldId="2380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615705070" sldId="2381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757765423" sldId="2382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986774533" sldId="2383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312096846" sldId="2384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899776979" sldId="2386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3577446377" sldId="2388"/>
        </pc:sldMkLst>
      </pc:sldChg>
      <pc:sldChg chg="del">
        <pc:chgData name="Muriel BORDE" userId="c170603111e0d29b" providerId="LiveId" clId="{7FB9EDE5-3A41-4CF2-BDA5-DD82CF8ED6F8}" dt="2024-08-16T13:59:30.461" v="1" actId="47"/>
        <pc:sldMkLst>
          <pc:docMk/>
          <pc:sldMk cId="1293308637" sldId="2389"/>
        </pc:sldMkLst>
      </pc:sldChg>
      <pc:sldChg chg="del">
        <pc:chgData name="Muriel BORDE" userId="c170603111e0d29b" providerId="LiveId" clId="{7FB9EDE5-3A41-4CF2-BDA5-DD82CF8ED6F8}" dt="2024-08-16T13:59:30.461" v="1" actId="47"/>
        <pc:sldMkLst>
          <pc:docMk/>
          <pc:sldMk cId="4223540994" sldId="2390"/>
        </pc:sldMkLst>
      </pc:sldChg>
      <pc:sldChg chg="del">
        <pc:chgData name="Muriel BORDE" userId="c170603111e0d29b" providerId="LiveId" clId="{7FB9EDE5-3A41-4CF2-BDA5-DD82CF8ED6F8}" dt="2024-08-16T13:59:30.461" v="1" actId="47"/>
        <pc:sldMkLst>
          <pc:docMk/>
          <pc:sldMk cId="718948572" sldId="2391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4019362824" sldId="2392"/>
        </pc:sldMkLst>
      </pc:sldChg>
      <pc:sldChg chg="del">
        <pc:chgData name="Muriel BORDE" userId="c170603111e0d29b" providerId="LiveId" clId="{7FB9EDE5-3A41-4CF2-BDA5-DD82CF8ED6F8}" dt="2024-08-16T13:59:30.461" v="1" actId="47"/>
        <pc:sldMkLst>
          <pc:docMk/>
          <pc:sldMk cId="1340817989" sldId="2393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558437040" sldId="2394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959728367" sldId="239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322811762" sldId="240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4202245432" sldId="240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360757496" sldId="2420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717853005" sldId="2422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384490085" sldId="2423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113507439" sldId="2424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775992847" sldId="242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400387881" sldId="242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516955346" sldId="2427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560373298" sldId="2428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376048966" sldId="2430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137427290" sldId="2431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028683222" sldId="2432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909759123" sldId="2434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469460065" sldId="243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493018623" sldId="243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002108612" sldId="2437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4098125252" sldId="2438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233352804" sldId="2440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401191255" sldId="2441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002087518" sldId="2443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3102489136" sldId="2444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904376088" sldId="244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946674473" sldId="2446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000873957" sldId="2447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4021484711" sldId="2448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111981055" sldId="2449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599202201" sldId="2450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859369172" sldId="2451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505416415" sldId="2452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147598777" sldId="2453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716771956" sldId="2454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50685931" sldId="2455"/>
        </pc:sldMkLst>
      </pc:sldChg>
      <pc:sldChg chg="del">
        <pc:chgData name="Muriel BORDE" userId="c170603111e0d29b" providerId="LiveId" clId="{7FB9EDE5-3A41-4CF2-BDA5-DD82CF8ED6F8}" dt="2024-08-16T13:59:32.603" v="2" actId="47"/>
        <pc:sldMkLst>
          <pc:docMk/>
          <pc:sldMk cId="2310363823" sldId="2456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2602028298" sldId="2457"/>
        </pc:sldMkLst>
      </pc:sldChg>
      <pc:sldChg chg="del">
        <pc:chgData name="Muriel BORDE" userId="c170603111e0d29b" providerId="LiveId" clId="{7FB9EDE5-3A41-4CF2-BDA5-DD82CF8ED6F8}" dt="2024-08-16T13:59:30.461" v="1" actId="47"/>
        <pc:sldMkLst>
          <pc:docMk/>
          <pc:sldMk cId="1105336094" sldId="2458"/>
        </pc:sldMkLst>
      </pc:sldChg>
      <pc:sldChg chg="del">
        <pc:chgData name="Muriel BORDE" userId="c170603111e0d29b" providerId="LiveId" clId="{7FB9EDE5-3A41-4CF2-BDA5-DD82CF8ED6F8}" dt="2024-08-16T13:59:25.188" v="0" actId="47"/>
        <pc:sldMkLst>
          <pc:docMk/>
          <pc:sldMk cId="3812393839" sldId="2459"/>
        </pc:sldMkLst>
      </pc:sldChg>
      <pc:sldChg chg="addSp delSp modSp mod">
        <pc:chgData name="Muriel BORDE" userId="c170603111e0d29b" providerId="LiveId" clId="{7FB9EDE5-3A41-4CF2-BDA5-DD82CF8ED6F8}" dt="2024-08-16T14:00:52.048" v="35" actId="1035"/>
        <pc:sldMkLst>
          <pc:docMk/>
          <pc:sldMk cId="746706597" sldId="2460"/>
        </pc:sldMkLst>
        <pc:spChg chg="del">
          <ac:chgData name="Muriel BORDE" userId="c170603111e0d29b" providerId="LiveId" clId="{7FB9EDE5-3A41-4CF2-BDA5-DD82CF8ED6F8}" dt="2024-08-16T13:59:35.356" v="3" actId="478"/>
          <ac:spMkLst>
            <pc:docMk/>
            <pc:sldMk cId="746706597" sldId="2460"/>
            <ac:spMk id="3" creationId="{278EC69B-9086-86CE-4854-E1582177B2B9}"/>
          </ac:spMkLst>
        </pc:spChg>
        <pc:spChg chg="del">
          <ac:chgData name="Muriel BORDE" userId="c170603111e0d29b" providerId="LiveId" clId="{7FB9EDE5-3A41-4CF2-BDA5-DD82CF8ED6F8}" dt="2024-08-16T13:59:38.314" v="4" actId="478"/>
          <ac:spMkLst>
            <pc:docMk/>
            <pc:sldMk cId="746706597" sldId="2460"/>
            <ac:spMk id="4" creationId="{2392F98A-93F6-E1A1-1B9A-F7E4363C9D95}"/>
          </ac:spMkLst>
        </pc:spChg>
        <pc:spChg chg="del">
          <ac:chgData name="Muriel BORDE" userId="c170603111e0d29b" providerId="LiveId" clId="{7FB9EDE5-3A41-4CF2-BDA5-DD82CF8ED6F8}" dt="2024-08-16T13:59:43.242" v="6" actId="478"/>
          <ac:spMkLst>
            <pc:docMk/>
            <pc:sldMk cId="746706597" sldId="2460"/>
            <ac:spMk id="7" creationId="{85B1BA62-FDAA-49AC-649A-9019C5C2E501}"/>
          </ac:spMkLst>
        </pc:spChg>
        <pc:spChg chg="del mod">
          <ac:chgData name="Muriel BORDE" userId="c170603111e0d29b" providerId="LiveId" clId="{7FB9EDE5-3A41-4CF2-BDA5-DD82CF8ED6F8}" dt="2024-08-16T13:59:44.494" v="7" actId="478"/>
          <ac:spMkLst>
            <pc:docMk/>
            <pc:sldMk cId="746706597" sldId="2460"/>
            <ac:spMk id="8" creationId="{2C00CAB1-F758-5996-FDD2-23BF6B49D607}"/>
          </ac:spMkLst>
        </pc:spChg>
        <pc:spChg chg="add del mod">
          <ac:chgData name="Muriel BORDE" userId="c170603111e0d29b" providerId="LiveId" clId="{7FB9EDE5-3A41-4CF2-BDA5-DD82CF8ED6F8}" dt="2024-08-16T13:59:46.343" v="9" actId="478"/>
          <ac:spMkLst>
            <pc:docMk/>
            <pc:sldMk cId="746706597" sldId="2460"/>
            <ac:spMk id="9" creationId="{15E1C9E8-DBC6-E854-2A2B-54CFB962A423}"/>
          </ac:spMkLst>
        </pc:spChg>
        <pc:graphicFrameChg chg="mod">
          <ac:chgData name="Muriel BORDE" userId="c170603111e0d29b" providerId="LiveId" clId="{7FB9EDE5-3A41-4CF2-BDA5-DD82CF8ED6F8}" dt="2024-08-16T14:00:52.048" v="35" actId="1035"/>
          <ac:graphicFrameMkLst>
            <pc:docMk/>
            <pc:sldMk cId="746706597" sldId="2460"/>
            <ac:graphicFrameMk id="6" creationId="{12C0D980-119C-7CE4-8872-7AD3AD0B4105}"/>
          </ac:graphicFrameMkLst>
        </pc:graphicFrameChg>
        <pc:picChg chg="mod">
          <ac:chgData name="Muriel BORDE" userId="c170603111e0d29b" providerId="LiveId" clId="{7FB9EDE5-3A41-4CF2-BDA5-DD82CF8ED6F8}" dt="2024-08-16T14:00:52.048" v="35" actId="1035"/>
          <ac:picMkLst>
            <pc:docMk/>
            <pc:sldMk cId="746706597" sldId="2460"/>
            <ac:picMk id="11" creationId="{97D0FE5E-F6BE-27B3-8332-D4340AF1B78A}"/>
          </ac:picMkLst>
        </pc:picChg>
      </pc:sldChg>
      <pc:sldMasterChg chg="delSp mod setBg modSldLayout">
        <pc:chgData name="Muriel BORDE" userId="c170603111e0d29b" providerId="LiveId" clId="{7FB9EDE5-3A41-4CF2-BDA5-DD82CF8ED6F8}" dt="2024-08-16T14:00:44.608" v="24" actId="478"/>
        <pc:sldMasterMkLst>
          <pc:docMk/>
          <pc:sldMasterMk cId="0" sldId="2147483648"/>
        </pc:sldMasterMkLst>
        <pc:spChg chg="del">
          <ac:chgData name="Muriel BORDE" userId="c170603111e0d29b" providerId="LiveId" clId="{7FB9EDE5-3A41-4CF2-BDA5-DD82CF8ED6F8}" dt="2024-08-16T14:00:41.199" v="21" actId="478"/>
          <ac:spMkLst>
            <pc:docMk/>
            <pc:sldMasterMk cId="0" sldId="2147483648"/>
            <ac:spMk id="2" creationId="{00000000-0000-0000-0000-000000000000}"/>
          </ac:spMkLst>
        </pc:spChg>
        <pc:spChg chg="del">
          <ac:chgData name="Muriel BORDE" userId="c170603111e0d29b" providerId="LiveId" clId="{7FB9EDE5-3A41-4CF2-BDA5-DD82CF8ED6F8}" dt="2024-08-16T14:00:42.508" v="22" actId="478"/>
          <ac:spMkLst>
            <pc:docMk/>
            <pc:sldMasterMk cId="0" sldId="2147483648"/>
            <ac:spMk id="3" creationId="{00000000-0000-0000-0000-000000000000}"/>
          </ac:spMkLst>
        </pc:spChg>
        <pc:spChg chg="del">
          <ac:chgData name="Muriel BORDE" userId="c170603111e0d29b" providerId="LiveId" clId="{7FB9EDE5-3A41-4CF2-BDA5-DD82CF8ED6F8}" dt="2024-08-16T14:00:43.849" v="23" actId="478"/>
          <ac:spMkLst>
            <pc:docMk/>
            <pc:sldMasterMk cId="0" sldId="2147483648"/>
            <ac:spMk id="5" creationId="{00000000-0000-0000-0000-000000000000}"/>
          </ac:spMkLst>
        </pc:spChg>
        <pc:spChg chg="del">
          <ac:chgData name="Muriel BORDE" userId="c170603111e0d29b" providerId="LiveId" clId="{7FB9EDE5-3A41-4CF2-BDA5-DD82CF8ED6F8}" dt="2024-08-16T14:00:44.608" v="24" actId="478"/>
          <ac:spMkLst>
            <pc:docMk/>
            <pc:sldMasterMk cId="0" sldId="2147483648"/>
            <ac:spMk id="6" creationId="{00000000-0000-0000-0000-000000000000}"/>
          </ac:spMkLst>
        </pc:spChg>
        <pc:sldLayoutChg chg="addSp delSp mod setBg">
          <pc:chgData name="Muriel BORDE" userId="c170603111e0d29b" providerId="LiveId" clId="{7FB9EDE5-3A41-4CF2-BDA5-DD82CF8ED6F8}" dt="2024-08-16T14:00:40.474" v="20"/>
          <pc:sldLayoutMkLst>
            <pc:docMk/>
            <pc:sldMasterMk cId="0" sldId="2147483648"/>
            <pc:sldLayoutMk cId="2741625233" sldId="2147483662"/>
          </pc:sldLayoutMkLst>
          <pc:spChg chg="del">
            <ac:chgData name="Muriel BORDE" userId="c170603111e0d29b" providerId="LiveId" clId="{7FB9EDE5-3A41-4CF2-BDA5-DD82CF8ED6F8}" dt="2024-08-16T14:00:31.651" v="16" actId="478"/>
            <ac:spMkLst>
              <pc:docMk/>
              <pc:sldMasterMk cId="0" sldId="2147483648"/>
              <pc:sldLayoutMk cId="2741625233" sldId="2147483662"/>
              <ac:spMk id="4" creationId="{00000000-0000-0000-0000-000000000000}"/>
            </ac:spMkLst>
          </pc:spChg>
          <pc:spChg chg="del">
            <ac:chgData name="Muriel BORDE" userId="c170603111e0d29b" providerId="LiveId" clId="{7FB9EDE5-3A41-4CF2-BDA5-DD82CF8ED6F8}" dt="2024-08-16T14:00:32.826" v="17" actId="478"/>
            <ac:spMkLst>
              <pc:docMk/>
              <pc:sldMasterMk cId="0" sldId="2147483648"/>
              <pc:sldLayoutMk cId="2741625233" sldId="2147483662"/>
              <ac:spMk id="5" creationId="{00000000-0000-0000-0000-000000000000}"/>
            </ac:spMkLst>
          </pc:spChg>
          <pc:spChg chg="del">
            <ac:chgData name="Muriel BORDE" userId="c170603111e0d29b" providerId="LiveId" clId="{7FB9EDE5-3A41-4CF2-BDA5-DD82CF8ED6F8}" dt="2024-08-16T14:00:34.455" v="18" actId="478"/>
            <ac:spMkLst>
              <pc:docMk/>
              <pc:sldMasterMk cId="0" sldId="2147483648"/>
              <pc:sldLayoutMk cId="2741625233" sldId="2147483662"/>
              <ac:spMk id="6" creationId="{00000000-0000-0000-0000-000000000000}"/>
            </ac:spMkLst>
          </pc:spChg>
          <pc:spChg chg="add del">
            <ac:chgData name="Muriel BORDE" userId="c170603111e0d29b" providerId="LiveId" clId="{7FB9EDE5-3A41-4CF2-BDA5-DD82CF8ED6F8}" dt="2024-08-16T14:00:35.460" v="19" actId="478"/>
            <ac:spMkLst>
              <pc:docMk/>
              <pc:sldMasterMk cId="0" sldId="2147483648"/>
              <pc:sldLayoutMk cId="2741625233" sldId="2147483662"/>
              <ac:spMk id="7" creationId="{00000000-0000-0000-0000-000000000000}"/>
            </ac:spMkLst>
          </pc:spChg>
          <pc:spChg chg="del">
            <ac:chgData name="Muriel BORDE" userId="c170603111e0d29b" providerId="LiveId" clId="{7FB9EDE5-3A41-4CF2-BDA5-DD82CF8ED6F8}" dt="2024-08-16T14:00:19.542" v="12" actId="478"/>
            <ac:spMkLst>
              <pc:docMk/>
              <pc:sldMasterMk cId="0" sldId="2147483648"/>
              <pc:sldLayoutMk cId="2741625233" sldId="2147483662"/>
              <ac:spMk id="8" creationId="{00000000-0000-0000-0000-000000000000}"/>
            </ac:spMkLst>
          </pc:spChg>
          <pc:spChg chg="del">
            <ac:chgData name="Muriel BORDE" userId="c170603111e0d29b" providerId="LiveId" clId="{7FB9EDE5-3A41-4CF2-BDA5-DD82CF8ED6F8}" dt="2024-08-16T14:00:18.457" v="11" actId="478"/>
            <ac:spMkLst>
              <pc:docMk/>
              <pc:sldMasterMk cId="0" sldId="2147483648"/>
              <pc:sldLayoutMk cId="2741625233" sldId="2147483662"/>
              <ac:spMk id="11" creationId="{00000000-0000-0000-0000-000000000000}"/>
            </ac:spMkLst>
          </pc:spChg>
        </pc:sldLayoutChg>
      </pc:sldMasterChg>
    </pc:docChg>
  </pc:docChgLst>
  <pc:docChgLst>
    <pc:chgData name="Muriel BORDE" userId="c170603111e0d29b" providerId="LiveId" clId="{F5B51B51-7612-4FA0-9A68-F8393BA2293F}"/>
    <pc:docChg chg="undo custSel addSld delSld modSld sldOrd">
      <pc:chgData name="Muriel BORDE" userId="c170603111e0d29b" providerId="LiveId" clId="{F5B51B51-7612-4FA0-9A68-F8393BA2293F}" dt="2024-01-15T10:27:36.386" v="2649"/>
      <pc:docMkLst>
        <pc:docMk/>
      </pc:docMkLst>
      <pc:sldChg chg="addSp delSp modSp mod">
        <pc:chgData name="Muriel BORDE" userId="c170603111e0d29b" providerId="LiveId" clId="{F5B51B51-7612-4FA0-9A68-F8393BA2293F}" dt="2024-01-15T08:35:51.605" v="136" actId="1076"/>
        <pc:sldMkLst>
          <pc:docMk/>
          <pc:sldMk cId="0" sldId="256"/>
        </pc:sldMkLst>
        <pc:spChg chg="mod">
          <ac:chgData name="Muriel BORDE" userId="c170603111e0d29b" providerId="LiveId" clId="{F5B51B51-7612-4FA0-9A68-F8393BA2293F}" dt="2024-01-15T08:27:50.756" v="41" actId="14100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Muriel BORDE" userId="c170603111e0d29b" providerId="LiveId" clId="{F5B51B51-7612-4FA0-9A68-F8393BA2293F}" dt="2024-01-15T08:35:47.574" v="134" actId="478"/>
          <ac:picMkLst>
            <pc:docMk/>
            <pc:sldMk cId="0" sldId="256"/>
            <ac:picMk id="1026" creationId="{1662591C-8BD3-0FAB-E1C2-258662C09D79}"/>
          </ac:picMkLst>
        </pc:picChg>
        <pc:picChg chg="add mod">
          <ac:chgData name="Muriel BORDE" userId="c170603111e0d29b" providerId="LiveId" clId="{F5B51B51-7612-4FA0-9A68-F8393BA2293F}" dt="2024-01-15T08:35:51.605" v="136" actId="1076"/>
          <ac:picMkLst>
            <pc:docMk/>
            <pc:sldMk cId="0" sldId="256"/>
            <ac:picMk id="1028" creationId="{D51ED89D-05D5-81EE-44B5-15F69DA5D119}"/>
          </ac:picMkLst>
        </pc:picChg>
        <pc:picChg chg="del">
          <ac:chgData name="Muriel BORDE" userId="c170603111e0d29b" providerId="LiveId" clId="{F5B51B51-7612-4FA0-9A68-F8393BA2293F}" dt="2024-01-15T08:35:25.805" v="127" actId="478"/>
          <ac:picMkLst>
            <pc:docMk/>
            <pc:sldMk cId="0" sldId="256"/>
            <ac:picMk id="1034" creationId="{843AC050-C1DB-8DE6-D517-7D37FFCEEB87}"/>
          </ac:picMkLst>
        </pc:picChg>
      </pc:sldChg>
      <pc:sldChg chg="delSp modSp add mod ord">
        <pc:chgData name="Muriel BORDE" userId="c170603111e0d29b" providerId="LiveId" clId="{F5B51B51-7612-4FA0-9A68-F8393BA2293F}" dt="2024-01-15T08:53:14.477" v="651" actId="14100"/>
        <pc:sldMkLst>
          <pc:docMk/>
          <pc:sldMk cId="0" sldId="257"/>
        </pc:sldMkLst>
        <pc:spChg chg="del mod">
          <ac:chgData name="Muriel BORDE" userId="c170603111e0d29b" providerId="LiveId" clId="{F5B51B51-7612-4FA0-9A68-F8393BA2293F}" dt="2024-01-15T08:30:58.030" v="69" actId="478"/>
          <ac:spMkLst>
            <pc:docMk/>
            <pc:sldMk cId="0" sldId="257"/>
            <ac:spMk id="2" creationId="{DCE999DF-5A83-9C94-4F4F-A4A57A0E4D4D}"/>
          </ac:spMkLst>
        </pc:spChg>
        <pc:spChg chg="mod">
          <ac:chgData name="Muriel BORDE" userId="c170603111e0d29b" providerId="LiveId" clId="{F5B51B51-7612-4FA0-9A68-F8393BA2293F}" dt="2024-01-15T08:53:10.335" v="649" actId="1076"/>
          <ac:spMkLst>
            <pc:docMk/>
            <pc:sldMk cId="0" sldId="257"/>
            <ac:spMk id="6" creationId="{927219B9-8E98-068D-E2F6-D5D718C9782C}"/>
          </ac:spMkLst>
        </pc:spChg>
        <pc:spChg chg="mod">
          <ac:chgData name="Muriel BORDE" userId="c170603111e0d29b" providerId="LiveId" clId="{F5B51B51-7612-4FA0-9A68-F8393BA2293F}" dt="2024-01-15T08:53:14.477" v="651" actId="14100"/>
          <ac:spMkLst>
            <pc:docMk/>
            <pc:sldMk cId="0" sldId="257"/>
            <ac:spMk id="9" creationId="{F880C3B6-1576-F906-74A2-D5C0B153B1C4}"/>
          </ac:spMkLst>
        </pc:spChg>
      </pc:sldChg>
      <pc:sldChg chg="del">
        <pc:chgData name="Muriel BORDE" userId="c170603111e0d29b" providerId="LiveId" clId="{F5B51B51-7612-4FA0-9A68-F8393BA2293F}" dt="2024-01-15T08:36:48.986" v="142" actId="2696"/>
        <pc:sldMkLst>
          <pc:docMk/>
          <pc:sldMk cId="0" sldId="258"/>
        </pc:sldMkLst>
      </pc:sldChg>
      <pc:sldChg chg="add del">
        <pc:chgData name="Muriel BORDE" userId="c170603111e0d29b" providerId="LiveId" clId="{F5B51B51-7612-4FA0-9A68-F8393BA2293F}" dt="2024-01-15T08:37:00.398" v="144" actId="47"/>
        <pc:sldMkLst>
          <pc:docMk/>
          <pc:sldMk cId="3217288295" sldId="258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0" sldId="259"/>
        </pc:sldMkLst>
      </pc:sldChg>
      <pc:sldChg chg="add del">
        <pc:chgData name="Muriel BORDE" userId="c170603111e0d29b" providerId="LiveId" clId="{F5B51B51-7612-4FA0-9A68-F8393BA2293F}" dt="2024-01-15T08:38:10.839" v="212" actId="47"/>
        <pc:sldMkLst>
          <pc:docMk/>
          <pc:sldMk cId="2497374230" sldId="259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3066085892" sldId="260"/>
        </pc:sldMkLst>
        <pc:spChg chg="add mod">
          <ac:chgData name="Muriel BORDE" userId="c170603111e0d29b" providerId="LiveId" clId="{F5B51B51-7612-4FA0-9A68-F8393BA2293F}" dt="2024-01-15T10:27:36.386" v="2649"/>
          <ac:spMkLst>
            <pc:docMk/>
            <pc:sldMk cId="3066085892" sldId="260"/>
            <ac:spMk id="3" creationId="{C432E627-CC93-D8B5-06E0-4C7952374646}"/>
          </ac:spMkLst>
        </pc:spChg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696717428" sldId="266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0" sldId="268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728772727" sldId="268"/>
        </pc:sldMkLst>
      </pc:sldChg>
      <pc:sldChg chg="add del">
        <pc:chgData name="Muriel BORDE" userId="c170603111e0d29b" providerId="LiveId" clId="{F5B51B51-7612-4FA0-9A68-F8393BA2293F}" dt="2024-01-15T08:52:40.452" v="618" actId="47"/>
        <pc:sldMkLst>
          <pc:docMk/>
          <pc:sldMk cId="2237953397" sldId="268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932210009" sldId="270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856273393" sldId="275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495053694" sldId="276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526115962" sldId="278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736559015" sldId="282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050014322" sldId="284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768233436" sldId="285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86205888" sldId="286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857917796" sldId="291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129763980" sldId="458"/>
        </pc:sldMkLst>
      </pc:sldChg>
      <pc:sldChg chg="add del">
        <pc:chgData name="Muriel BORDE" userId="c170603111e0d29b" providerId="LiveId" clId="{F5B51B51-7612-4FA0-9A68-F8393BA2293F}" dt="2024-01-15T09:48:15.053" v="2415" actId="47"/>
        <pc:sldMkLst>
          <pc:docMk/>
          <pc:sldMk cId="3012890592" sldId="458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2173791634" sldId="459"/>
        </pc:sldMkLst>
      </pc:sldChg>
      <pc:sldChg chg="addSp delSp modSp add mod">
        <pc:chgData name="Muriel BORDE" userId="c170603111e0d29b" providerId="LiveId" clId="{F5B51B51-7612-4FA0-9A68-F8393BA2293F}" dt="2024-01-15T08:59:52.643" v="746" actId="207"/>
        <pc:sldMkLst>
          <pc:docMk/>
          <pc:sldMk cId="2290986100" sldId="459"/>
        </pc:sldMkLst>
        <pc:spChg chg="mod ord">
          <ac:chgData name="Muriel BORDE" userId="c170603111e0d29b" providerId="LiveId" clId="{F5B51B51-7612-4FA0-9A68-F8393BA2293F}" dt="2024-01-15T08:59:52.643" v="746" actId="207"/>
          <ac:spMkLst>
            <pc:docMk/>
            <pc:sldMk cId="2290986100" sldId="459"/>
            <ac:spMk id="3" creationId="{FB5F5D94-CE94-0915-9EF9-AD0339FC5058}"/>
          </ac:spMkLst>
        </pc:spChg>
        <pc:spChg chg="del mod">
          <ac:chgData name="Muriel BORDE" userId="c170603111e0d29b" providerId="LiveId" clId="{F5B51B51-7612-4FA0-9A68-F8393BA2293F}" dt="2024-01-15T08:40:26.887" v="304" actId="478"/>
          <ac:spMkLst>
            <pc:docMk/>
            <pc:sldMk cId="2290986100" sldId="459"/>
            <ac:spMk id="5" creationId="{00000000-0000-0000-0000-000000000000}"/>
          </ac:spMkLst>
        </pc:spChg>
        <pc:spChg chg="add del mod">
          <ac:chgData name="Muriel BORDE" userId="c170603111e0d29b" providerId="LiveId" clId="{F5B51B51-7612-4FA0-9A68-F8393BA2293F}" dt="2024-01-15T08:40:28.624" v="306" actId="478"/>
          <ac:spMkLst>
            <pc:docMk/>
            <pc:sldMk cId="2290986100" sldId="459"/>
            <ac:spMk id="6" creationId="{747E02C2-2C84-1E9C-1AA5-BCE1CF7668D5}"/>
          </ac:spMkLst>
        </pc:spChg>
        <pc:spChg chg="add mod">
          <ac:chgData name="Muriel BORDE" userId="c170603111e0d29b" providerId="LiveId" clId="{F5B51B51-7612-4FA0-9A68-F8393BA2293F}" dt="2024-01-15T08:40:29.692" v="307"/>
          <ac:spMkLst>
            <pc:docMk/>
            <pc:sldMk cId="2290986100" sldId="459"/>
            <ac:spMk id="7" creationId="{85B1BA62-FDAA-49AC-649A-9019C5C2E501}"/>
          </ac:spMkLst>
        </pc:spChg>
        <pc:spChg chg="add mod">
          <ac:chgData name="Muriel BORDE" userId="c170603111e0d29b" providerId="LiveId" clId="{F5B51B51-7612-4FA0-9A68-F8393BA2293F}" dt="2024-01-15T08:40:29.692" v="307"/>
          <ac:spMkLst>
            <pc:docMk/>
            <pc:sldMk cId="2290986100" sldId="459"/>
            <ac:spMk id="8" creationId="{2C00CAB1-F758-5996-FDD2-23BF6B49D607}"/>
          </ac:spMkLst>
        </pc:spChg>
        <pc:spChg chg="add mod">
          <ac:chgData name="Muriel BORDE" userId="c170603111e0d29b" providerId="LiveId" clId="{F5B51B51-7612-4FA0-9A68-F8393BA2293F}" dt="2024-01-15T08:50:10.087" v="470" actId="1036"/>
          <ac:spMkLst>
            <pc:docMk/>
            <pc:sldMk cId="2290986100" sldId="459"/>
            <ac:spMk id="14" creationId="{853428C7-BC2B-94F1-25E4-32037EC0EB10}"/>
          </ac:spMkLst>
        </pc:spChg>
        <pc:picChg chg="add del mod">
          <ac:chgData name="Muriel BORDE" userId="c170603111e0d29b" providerId="LiveId" clId="{F5B51B51-7612-4FA0-9A68-F8393BA2293F}" dt="2024-01-15T08:42:22.293" v="321" actId="478"/>
          <ac:picMkLst>
            <pc:docMk/>
            <pc:sldMk cId="2290986100" sldId="459"/>
            <ac:picMk id="10" creationId="{DD410E18-8EAF-576F-44D8-0D264C6F627E}"/>
          </ac:picMkLst>
        </pc:picChg>
        <pc:picChg chg="add mod">
          <ac:chgData name="Muriel BORDE" userId="c170603111e0d29b" providerId="LiveId" clId="{F5B51B51-7612-4FA0-9A68-F8393BA2293F}" dt="2024-01-15T08:49:32.253" v="457" actId="1076"/>
          <ac:picMkLst>
            <pc:docMk/>
            <pc:sldMk cId="2290986100" sldId="459"/>
            <ac:picMk id="12" creationId="{C35DBA46-6B1A-934C-426B-050448992B0B}"/>
          </ac:picMkLst>
        </pc:picChg>
        <pc:picChg chg="del">
          <ac:chgData name="Muriel BORDE" userId="c170603111e0d29b" providerId="LiveId" clId="{F5B51B51-7612-4FA0-9A68-F8393BA2293F}" dt="2024-01-15T08:43:08.153" v="323" actId="478"/>
          <ac:picMkLst>
            <pc:docMk/>
            <pc:sldMk cId="2290986100" sldId="459"/>
            <ac:picMk id="2050" creationId="{8AA7BAA3-DC23-4EED-2602-D2F453A4639C}"/>
          </ac:picMkLst>
        </pc:picChg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752367010" sldId="460"/>
        </pc:sldMkLst>
      </pc:sldChg>
      <pc:sldChg chg="addSp delSp modSp add del mod">
        <pc:chgData name="Muriel BORDE" userId="c170603111e0d29b" providerId="LiveId" clId="{F5B51B51-7612-4FA0-9A68-F8393BA2293F}" dt="2024-01-15T09:34:48.824" v="1937" actId="47"/>
        <pc:sldMkLst>
          <pc:docMk/>
          <pc:sldMk cId="1570204904" sldId="460"/>
        </pc:sldMkLst>
        <pc:spChg chg="del">
          <ac:chgData name="Muriel BORDE" userId="c170603111e0d29b" providerId="LiveId" clId="{F5B51B51-7612-4FA0-9A68-F8393BA2293F}" dt="2024-01-15T09:13:24.567" v="1293" actId="478"/>
          <ac:spMkLst>
            <pc:docMk/>
            <pc:sldMk cId="1570204904" sldId="460"/>
            <ac:spMk id="3" creationId="{0970877C-632D-6E94-6AFC-42A00F1EDDE8}"/>
          </ac:spMkLst>
        </pc:spChg>
        <pc:spChg chg="add del mod">
          <ac:chgData name="Muriel BORDE" userId="c170603111e0d29b" providerId="LiveId" clId="{F5B51B51-7612-4FA0-9A68-F8393BA2293F}" dt="2024-01-15T09:25:59.854" v="1743" actId="478"/>
          <ac:spMkLst>
            <pc:docMk/>
            <pc:sldMk cId="1570204904" sldId="460"/>
            <ac:spMk id="4" creationId="{9FA43313-0264-2D57-2977-81D9E3A8FA0F}"/>
          </ac:spMkLst>
        </pc:spChg>
        <pc:spChg chg="del mod">
          <ac:chgData name="Muriel BORDE" userId="c170603111e0d29b" providerId="LiveId" clId="{F5B51B51-7612-4FA0-9A68-F8393BA2293F}" dt="2024-01-15T09:29:46.463" v="1801" actId="478"/>
          <ac:spMkLst>
            <pc:docMk/>
            <pc:sldMk cId="1570204904" sldId="460"/>
            <ac:spMk id="5" creationId="{00000000-0000-0000-0000-000000000000}"/>
          </ac:spMkLst>
        </pc:spChg>
        <pc:spChg chg="add del mod">
          <ac:chgData name="Muriel BORDE" userId="c170603111e0d29b" providerId="LiveId" clId="{F5B51B51-7612-4FA0-9A68-F8393BA2293F}" dt="2024-01-15T09:17:51.622" v="1463" actId="478"/>
          <ac:spMkLst>
            <pc:docMk/>
            <pc:sldMk cId="1570204904" sldId="460"/>
            <ac:spMk id="6" creationId="{C4F848B7-65DF-8784-FBF6-37376CCA4FDF}"/>
          </ac:spMkLst>
        </pc:spChg>
        <pc:spChg chg="add mod">
          <ac:chgData name="Muriel BORDE" userId="c170603111e0d29b" providerId="LiveId" clId="{F5B51B51-7612-4FA0-9A68-F8393BA2293F}" dt="2024-01-15T09:28:51.600" v="1794" actId="1076"/>
          <ac:spMkLst>
            <pc:docMk/>
            <pc:sldMk cId="1570204904" sldId="460"/>
            <ac:spMk id="7" creationId="{5A64F6B4-F5FA-B16D-01B5-3EC78605F54E}"/>
          </ac:spMkLst>
        </pc:spChg>
        <pc:spChg chg="add del mod">
          <ac:chgData name="Muriel BORDE" userId="c170603111e0d29b" providerId="LiveId" clId="{F5B51B51-7612-4FA0-9A68-F8393BA2293F}" dt="2024-01-15T09:23:04.134" v="1716" actId="478"/>
          <ac:spMkLst>
            <pc:docMk/>
            <pc:sldMk cId="1570204904" sldId="460"/>
            <ac:spMk id="9" creationId="{C796C433-14A9-CC90-6B2D-16681D979264}"/>
          </ac:spMkLst>
        </pc:spChg>
        <pc:spChg chg="add mod">
          <ac:chgData name="Muriel BORDE" userId="c170603111e0d29b" providerId="LiveId" clId="{F5B51B51-7612-4FA0-9A68-F8393BA2293F}" dt="2024-01-15T09:30:47.972" v="1874" actId="115"/>
          <ac:spMkLst>
            <pc:docMk/>
            <pc:sldMk cId="1570204904" sldId="460"/>
            <ac:spMk id="10" creationId="{53B15F2D-B3B1-D36D-B34D-24EB7A963693}"/>
          </ac:spMkLst>
        </pc:spChg>
        <pc:spChg chg="add mod">
          <ac:chgData name="Muriel BORDE" userId="c170603111e0d29b" providerId="LiveId" clId="{F5B51B51-7612-4FA0-9A68-F8393BA2293F}" dt="2024-01-15T09:29:17.944" v="1798" actId="1076"/>
          <ac:spMkLst>
            <pc:docMk/>
            <pc:sldMk cId="1570204904" sldId="460"/>
            <ac:spMk id="11" creationId="{A9279923-F507-3865-8484-FE4B609977D8}"/>
          </ac:spMkLst>
        </pc:spChg>
        <pc:spChg chg="add mod">
          <ac:chgData name="Muriel BORDE" userId="c170603111e0d29b" providerId="LiveId" clId="{F5B51B51-7612-4FA0-9A68-F8393BA2293F}" dt="2024-01-15T09:27:11.161" v="1767" actId="1076"/>
          <ac:spMkLst>
            <pc:docMk/>
            <pc:sldMk cId="1570204904" sldId="460"/>
            <ac:spMk id="12" creationId="{D9EA2957-B192-DD09-EF63-F8615A76E07B}"/>
          </ac:spMkLst>
        </pc:spChg>
        <pc:spChg chg="add mod">
          <ac:chgData name="Muriel BORDE" userId="c170603111e0d29b" providerId="LiveId" clId="{F5B51B51-7612-4FA0-9A68-F8393BA2293F}" dt="2024-01-15T09:29:03.254" v="1797" actId="1076"/>
          <ac:spMkLst>
            <pc:docMk/>
            <pc:sldMk cId="1570204904" sldId="460"/>
            <ac:spMk id="15" creationId="{C8A67E7E-E27B-8A3D-D5AC-6BBBC0603654}"/>
          </ac:spMkLst>
        </pc:spChg>
        <pc:spChg chg="add mod">
          <ac:chgData name="Muriel BORDE" userId="c170603111e0d29b" providerId="LiveId" clId="{F5B51B51-7612-4FA0-9A68-F8393BA2293F}" dt="2024-01-15T09:30:25.887" v="1873" actId="1076"/>
          <ac:spMkLst>
            <pc:docMk/>
            <pc:sldMk cId="1570204904" sldId="460"/>
            <ac:spMk id="16" creationId="{E7359BE0-C62E-C760-EBA5-CF4DF6F6A090}"/>
          </ac:spMkLst>
        </pc:spChg>
        <pc:spChg chg="add del mod">
          <ac:chgData name="Muriel BORDE" userId="c170603111e0d29b" providerId="LiveId" clId="{F5B51B51-7612-4FA0-9A68-F8393BA2293F}" dt="2024-01-15T09:29:48.114" v="1803" actId="478"/>
          <ac:spMkLst>
            <pc:docMk/>
            <pc:sldMk cId="1570204904" sldId="460"/>
            <ac:spMk id="20" creationId="{5A086B69-21EE-25A0-0F20-0E510C358C68}"/>
          </ac:spMkLst>
        </pc:spChg>
        <pc:spChg chg="add mod">
          <ac:chgData name="Muriel BORDE" userId="c170603111e0d29b" providerId="LiveId" clId="{F5B51B51-7612-4FA0-9A68-F8393BA2293F}" dt="2024-01-15T09:30:01.351" v="1850" actId="20577"/>
          <ac:spMkLst>
            <pc:docMk/>
            <pc:sldMk cId="1570204904" sldId="460"/>
            <ac:spMk id="21" creationId="{89DA77D4-70CA-ADA4-0FAA-2824DE016195}"/>
          </ac:spMkLst>
        </pc:spChg>
        <pc:spChg chg="add mod">
          <ac:chgData name="Muriel BORDE" userId="c170603111e0d29b" providerId="LiveId" clId="{F5B51B51-7612-4FA0-9A68-F8393BA2293F}" dt="2024-01-15T09:30:16.489" v="1872" actId="20577"/>
          <ac:spMkLst>
            <pc:docMk/>
            <pc:sldMk cId="1570204904" sldId="460"/>
            <ac:spMk id="22" creationId="{6BE834DA-EE4F-0173-280B-862322786229}"/>
          </ac:spMkLst>
        </pc:spChg>
        <pc:graphicFrameChg chg="add mod modGraphic">
          <ac:chgData name="Muriel BORDE" userId="c170603111e0d29b" providerId="LiveId" clId="{F5B51B51-7612-4FA0-9A68-F8393BA2293F}" dt="2024-01-15T09:28:40.492" v="1793" actId="1076"/>
          <ac:graphicFrameMkLst>
            <pc:docMk/>
            <pc:sldMk cId="1570204904" sldId="460"/>
            <ac:graphicFrameMk id="18" creationId="{80CF8C3A-CFB2-072E-268A-3B96FA74C234}"/>
          </ac:graphicFrameMkLst>
        </pc:graphicFrameChg>
        <pc:picChg chg="add del mod">
          <ac:chgData name="Muriel BORDE" userId="c170603111e0d29b" providerId="LiveId" clId="{F5B51B51-7612-4FA0-9A68-F8393BA2293F}" dt="2024-01-15T09:18:42.218" v="1530" actId="478"/>
          <ac:picMkLst>
            <pc:docMk/>
            <pc:sldMk cId="1570204904" sldId="460"/>
            <ac:picMk id="14" creationId="{23F441DD-B876-715E-BA0C-0CBE7CC9CB52}"/>
          </ac:picMkLst>
        </pc:picChg>
        <pc:picChg chg="add mod">
          <ac:chgData name="Muriel BORDE" userId="c170603111e0d29b" providerId="LiveId" clId="{F5B51B51-7612-4FA0-9A68-F8393BA2293F}" dt="2024-01-15T09:30:25.887" v="1873" actId="1076"/>
          <ac:picMkLst>
            <pc:docMk/>
            <pc:sldMk cId="1570204904" sldId="460"/>
            <ac:picMk id="17" creationId="{0934F946-F227-DDB1-5668-07560D3ACE7F}"/>
          </ac:picMkLst>
        </pc:picChg>
        <pc:picChg chg="del mod">
          <ac:chgData name="Muriel BORDE" userId="c170603111e0d29b" providerId="LiveId" clId="{F5B51B51-7612-4FA0-9A68-F8393BA2293F}" dt="2024-01-15T09:13:20.035" v="1290" actId="478"/>
          <ac:picMkLst>
            <pc:docMk/>
            <pc:sldMk cId="1570204904" sldId="460"/>
            <ac:picMk id="3074" creationId="{B168F0B5-A0F3-D9EB-748B-F96350B91E18}"/>
          </ac:picMkLst>
        </pc:picChg>
      </pc:sldChg>
      <pc:sldChg chg="addSp modSp add">
        <pc:chgData name="Muriel BORDE" userId="c170603111e0d29b" providerId="LiveId" clId="{F5B51B51-7612-4FA0-9A68-F8393BA2293F}" dt="2024-01-15T10:27:28.493" v="2644"/>
        <pc:sldMkLst>
          <pc:docMk/>
          <pc:sldMk cId="1323646085" sldId="461"/>
        </pc:sldMkLst>
        <pc:spChg chg="add mod">
          <ac:chgData name="Muriel BORDE" userId="c170603111e0d29b" providerId="LiveId" clId="{F5B51B51-7612-4FA0-9A68-F8393BA2293F}" dt="2024-01-15T10:27:28.493" v="2644"/>
          <ac:spMkLst>
            <pc:docMk/>
            <pc:sldMk cId="1323646085" sldId="461"/>
            <ac:spMk id="3" creationId="{1DE25AB4-EFE0-4617-19E2-FDE65DE6B09C}"/>
          </ac:spMkLst>
        </pc:spChg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2931164429" sldId="461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58881279" sldId="462"/>
        </pc:sldMkLst>
      </pc:sldChg>
      <pc:sldChg chg="addSp modSp add">
        <pc:chgData name="Muriel BORDE" userId="c170603111e0d29b" providerId="LiveId" clId="{F5B51B51-7612-4FA0-9A68-F8393BA2293F}" dt="2024-01-15T10:27:34.804" v="2648"/>
        <pc:sldMkLst>
          <pc:docMk/>
          <pc:sldMk cId="214653410" sldId="462"/>
        </pc:sldMkLst>
        <pc:spChg chg="add mod">
          <ac:chgData name="Muriel BORDE" userId="c170603111e0d29b" providerId="LiveId" clId="{F5B51B51-7612-4FA0-9A68-F8393BA2293F}" dt="2024-01-15T10:27:34.804" v="2648"/>
          <ac:spMkLst>
            <pc:docMk/>
            <pc:sldMk cId="214653410" sldId="462"/>
            <ac:spMk id="6" creationId="{406A3EEE-DCE0-F889-50F1-906050646003}"/>
          </ac:spMkLst>
        </pc:spChg>
      </pc:sldChg>
      <pc:sldChg chg="addSp delSp modSp add mod">
        <pc:chgData name="Muriel BORDE" userId="c170603111e0d29b" providerId="LiveId" clId="{F5B51B51-7612-4FA0-9A68-F8393BA2293F}" dt="2024-01-15T10:27:34.331" v="2647"/>
        <pc:sldMkLst>
          <pc:docMk/>
          <pc:sldMk cId="253588182" sldId="463"/>
        </pc:sldMkLst>
        <pc:spChg chg="del">
          <ac:chgData name="Muriel BORDE" userId="c170603111e0d29b" providerId="LiveId" clId="{F5B51B51-7612-4FA0-9A68-F8393BA2293F}" dt="2024-01-15T09:44:05.743" v="2355" actId="478"/>
          <ac:spMkLst>
            <pc:docMk/>
            <pc:sldMk cId="253588182" sldId="463"/>
            <ac:spMk id="5" creationId="{00000000-0000-0000-0000-000000000000}"/>
          </ac:spMkLst>
        </pc:spChg>
        <pc:spChg chg="add del mod">
          <ac:chgData name="Muriel BORDE" userId="c170603111e0d29b" providerId="LiveId" clId="{F5B51B51-7612-4FA0-9A68-F8393BA2293F}" dt="2024-01-15T09:44:07.416" v="2357" actId="478"/>
          <ac:spMkLst>
            <pc:docMk/>
            <pc:sldMk cId="253588182" sldId="463"/>
            <ac:spMk id="6" creationId="{A5E89DCA-33B1-7569-9F4F-FE0B8EE04830}"/>
          </ac:spMkLst>
        </pc:spChg>
        <pc:spChg chg="add mod">
          <ac:chgData name="Muriel BORDE" userId="c170603111e0d29b" providerId="LiveId" clId="{F5B51B51-7612-4FA0-9A68-F8393BA2293F}" dt="2024-01-15T09:44:08.487" v="2358"/>
          <ac:spMkLst>
            <pc:docMk/>
            <pc:sldMk cId="253588182" sldId="463"/>
            <ac:spMk id="7" creationId="{2F092760-4569-2930-B839-2AD857CD592E}"/>
          </ac:spMkLst>
        </pc:spChg>
        <pc:spChg chg="add mod">
          <ac:chgData name="Muriel BORDE" userId="c170603111e0d29b" providerId="LiveId" clId="{F5B51B51-7612-4FA0-9A68-F8393BA2293F}" dt="2024-01-15T09:44:21.377" v="2390" actId="20577"/>
          <ac:spMkLst>
            <pc:docMk/>
            <pc:sldMk cId="253588182" sldId="463"/>
            <ac:spMk id="8" creationId="{CE955EF6-B6A1-AECD-3ED1-95E1E12AE151}"/>
          </ac:spMkLst>
        </pc:spChg>
        <pc:spChg chg="add mod">
          <ac:chgData name="Muriel BORDE" userId="c170603111e0d29b" providerId="LiveId" clId="{F5B51B51-7612-4FA0-9A68-F8393BA2293F}" dt="2024-01-15T10:27:34.331" v="2647"/>
          <ac:spMkLst>
            <pc:docMk/>
            <pc:sldMk cId="253588182" sldId="463"/>
            <ac:spMk id="9" creationId="{B3657361-9AE0-1125-7501-BABFA370B79E}"/>
          </ac:spMkLst>
        </pc:spChg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2887096476" sldId="463"/>
        </pc:sldMkLst>
      </pc:sldChg>
      <pc:sldChg chg="add del">
        <pc:chgData name="Muriel BORDE" userId="c170603111e0d29b" providerId="LiveId" clId="{F5B51B51-7612-4FA0-9A68-F8393BA2293F}" dt="2024-01-15T08:38:21.251" v="215" actId="47"/>
        <pc:sldMkLst>
          <pc:docMk/>
          <pc:sldMk cId="1886439285" sldId="464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1937306862" sldId="464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274891196" sldId="465"/>
        </pc:sldMkLst>
      </pc:sldChg>
      <pc:sldChg chg="addSp modSp add mod">
        <pc:chgData name="Muriel BORDE" userId="c170603111e0d29b" providerId="LiveId" clId="{F5B51B51-7612-4FA0-9A68-F8393BA2293F}" dt="2024-01-15T09:44:55.818" v="2400" actId="20577"/>
        <pc:sldMkLst>
          <pc:docMk/>
          <pc:sldMk cId="1289996753" sldId="465"/>
        </pc:sldMkLst>
        <pc:spChg chg="mod">
          <ac:chgData name="Muriel BORDE" userId="c170603111e0d29b" providerId="LiveId" clId="{F5B51B51-7612-4FA0-9A68-F8393BA2293F}" dt="2024-01-15T09:44:55.818" v="2400" actId="20577"/>
          <ac:spMkLst>
            <pc:docMk/>
            <pc:sldMk cId="1289996753" sldId="465"/>
            <ac:spMk id="3" creationId="{00000000-0000-0000-0000-000000000000}"/>
          </ac:spMkLst>
        </pc:spChg>
        <pc:spChg chg="add mod">
          <ac:chgData name="Muriel BORDE" userId="c170603111e0d29b" providerId="LiveId" clId="{F5B51B51-7612-4FA0-9A68-F8393BA2293F}" dt="2024-01-15T08:38:33.655" v="218" actId="14100"/>
          <ac:spMkLst>
            <pc:docMk/>
            <pc:sldMk cId="1289996753" sldId="465"/>
            <ac:spMk id="4" creationId="{1A0DB240-05FA-7028-9D72-C2AB0BC41E6F}"/>
          </ac:spMkLst>
        </pc:spChg>
      </pc:sldChg>
      <pc:sldChg chg="addSp delSp modSp add mod">
        <pc:chgData name="Muriel BORDE" userId="c170603111e0d29b" providerId="LiveId" clId="{F5B51B51-7612-4FA0-9A68-F8393BA2293F}" dt="2024-01-15T08:50:21.081" v="471" actId="1076"/>
        <pc:sldMkLst>
          <pc:docMk/>
          <pc:sldMk cId="323045759" sldId="466"/>
        </pc:sldMkLst>
        <pc:spChg chg="del">
          <ac:chgData name="Muriel BORDE" userId="c170603111e0d29b" providerId="LiveId" clId="{F5B51B51-7612-4FA0-9A68-F8393BA2293F}" dt="2024-01-15T08:39:27.776" v="241" actId="478"/>
          <ac:spMkLst>
            <pc:docMk/>
            <pc:sldMk cId="323045759" sldId="466"/>
            <ac:spMk id="2" creationId="{16645271-25C7-039C-C721-B0C3083AE450}"/>
          </ac:spMkLst>
        </pc:spChg>
        <pc:spChg chg="del">
          <ac:chgData name="Muriel BORDE" userId="c170603111e0d29b" providerId="LiveId" clId="{F5B51B51-7612-4FA0-9A68-F8393BA2293F}" dt="2024-01-15T08:39:27.776" v="241" actId="478"/>
          <ac:spMkLst>
            <pc:docMk/>
            <pc:sldMk cId="323045759" sldId="466"/>
            <ac:spMk id="3" creationId="{EAC1D478-3E35-4C52-4A84-7C50470ED96E}"/>
          </ac:spMkLst>
        </pc:spChg>
        <pc:spChg chg="del">
          <ac:chgData name="Muriel BORDE" userId="c170603111e0d29b" providerId="LiveId" clId="{F5B51B51-7612-4FA0-9A68-F8393BA2293F}" dt="2024-01-15T08:39:13.702" v="239" actId="478"/>
          <ac:spMkLst>
            <pc:docMk/>
            <pc:sldMk cId="323045759" sldId="466"/>
            <ac:spMk id="4" creationId="{1412711D-819E-A048-5F00-830A4C14503B}"/>
          </ac:spMkLst>
        </pc:spChg>
        <pc:spChg chg="add mod">
          <ac:chgData name="Muriel BORDE" userId="c170603111e0d29b" providerId="LiveId" clId="{F5B51B51-7612-4FA0-9A68-F8393BA2293F}" dt="2024-01-15T08:50:21.081" v="471" actId="1076"/>
          <ac:spMkLst>
            <pc:docMk/>
            <pc:sldMk cId="323045759" sldId="466"/>
            <ac:spMk id="5" creationId="{457D1D89-7B7B-10F7-0F11-43517FAB4F5F}"/>
          </ac:spMkLst>
        </pc:spChg>
        <pc:spChg chg="add del mod">
          <ac:chgData name="Muriel BORDE" userId="c170603111e0d29b" providerId="LiveId" clId="{F5B51B51-7612-4FA0-9A68-F8393BA2293F}" dt="2024-01-15T08:39:15.924" v="240" actId="478"/>
          <ac:spMkLst>
            <pc:docMk/>
            <pc:sldMk cId="323045759" sldId="466"/>
            <ac:spMk id="7" creationId="{0154C76E-CF1D-E774-2D1C-F058BFD67966}"/>
          </ac:spMkLst>
        </pc:spChg>
        <pc:spChg chg="add mod">
          <ac:chgData name="Muriel BORDE" userId="c170603111e0d29b" providerId="LiveId" clId="{F5B51B51-7612-4FA0-9A68-F8393BA2293F}" dt="2024-01-15T08:39:45.211" v="257" actId="20577"/>
          <ac:spMkLst>
            <pc:docMk/>
            <pc:sldMk cId="323045759" sldId="466"/>
            <ac:spMk id="8" creationId="{5B80690D-E2B3-E872-8B2D-0001CCB12138}"/>
          </ac:spMkLst>
        </pc:spChg>
        <pc:spChg chg="add mod">
          <ac:chgData name="Muriel BORDE" userId="c170603111e0d29b" providerId="LiveId" clId="{F5B51B51-7612-4FA0-9A68-F8393BA2293F}" dt="2024-01-15T08:40:00.121" v="301" actId="20577"/>
          <ac:spMkLst>
            <pc:docMk/>
            <pc:sldMk cId="323045759" sldId="466"/>
            <ac:spMk id="9" creationId="{3B42A1E1-CB44-1FB0-590D-0800FFAB9A8C}"/>
          </ac:spMkLst>
        </pc:spChg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2369487775" sldId="466"/>
        </pc:sldMkLst>
      </pc:sldChg>
      <pc:sldChg chg="addSp modSp add">
        <pc:chgData name="Muriel BORDE" userId="c170603111e0d29b" providerId="LiveId" clId="{F5B51B51-7612-4FA0-9A68-F8393BA2293F}" dt="2024-01-15T10:27:31.903" v="2646"/>
        <pc:sldMkLst>
          <pc:docMk/>
          <pc:sldMk cId="2222581566" sldId="467"/>
        </pc:sldMkLst>
        <pc:spChg chg="add mod">
          <ac:chgData name="Muriel BORDE" userId="c170603111e0d29b" providerId="LiveId" clId="{F5B51B51-7612-4FA0-9A68-F8393BA2293F}" dt="2024-01-15T10:27:31.903" v="2646"/>
          <ac:spMkLst>
            <pc:docMk/>
            <pc:sldMk cId="2222581566" sldId="467"/>
            <ac:spMk id="5" creationId="{ABB0FB12-ABC4-C93E-D0F2-2DE752D60873}"/>
          </ac:spMkLst>
        </pc:spChg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2527636545" sldId="467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430224688" sldId="468"/>
        </pc:sldMkLst>
      </pc:sldChg>
      <pc:sldChg chg="addSp delSp modSp add mod">
        <pc:chgData name="Muriel BORDE" userId="c170603111e0d29b" providerId="LiveId" clId="{F5B51B51-7612-4FA0-9A68-F8393BA2293F}" dt="2024-01-15T10:27:25.317" v="2643" actId="122"/>
        <pc:sldMkLst>
          <pc:docMk/>
          <pc:sldMk cId="2606128752" sldId="468"/>
        </pc:sldMkLst>
        <pc:spChg chg="del">
          <ac:chgData name="Muriel BORDE" userId="c170603111e0d29b" providerId="LiveId" clId="{F5B51B51-7612-4FA0-9A68-F8393BA2293F}" dt="2024-01-15T09:42:14.256" v="2240" actId="478"/>
          <ac:spMkLst>
            <pc:docMk/>
            <pc:sldMk cId="2606128752" sldId="468"/>
            <ac:spMk id="3" creationId="{E156DE0A-D83E-55CC-6C5E-145A529DFF77}"/>
          </ac:spMkLst>
        </pc:spChg>
        <pc:spChg chg="del">
          <ac:chgData name="Muriel BORDE" userId="c170603111e0d29b" providerId="LiveId" clId="{F5B51B51-7612-4FA0-9A68-F8393BA2293F}" dt="2024-01-15T09:42:14.256" v="2240" actId="478"/>
          <ac:spMkLst>
            <pc:docMk/>
            <pc:sldMk cId="2606128752" sldId="468"/>
            <ac:spMk id="4" creationId="{E05AA0CB-0880-E2E0-4E4D-968B2C2D07D8}"/>
          </ac:spMkLst>
        </pc:spChg>
        <pc:spChg chg="add mod">
          <ac:chgData name="Muriel BORDE" userId="c170603111e0d29b" providerId="LiveId" clId="{F5B51B51-7612-4FA0-9A68-F8393BA2293F}" dt="2024-01-15T09:42:04.157" v="2239" actId="1076"/>
          <ac:spMkLst>
            <pc:docMk/>
            <pc:sldMk cId="2606128752" sldId="468"/>
            <ac:spMk id="6" creationId="{F078067E-A758-FA22-A3EC-702FEA65A103}"/>
          </ac:spMkLst>
        </pc:spChg>
        <pc:spChg chg="add mod">
          <ac:chgData name="Muriel BORDE" userId="c170603111e0d29b" providerId="LiveId" clId="{F5B51B51-7612-4FA0-9A68-F8393BA2293F}" dt="2024-01-15T09:42:14.679" v="2241"/>
          <ac:spMkLst>
            <pc:docMk/>
            <pc:sldMk cId="2606128752" sldId="468"/>
            <ac:spMk id="7" creationId="{275252EA-F959-5F42-A9B9-BA0EC2CC7269}"/>
          </ac:spMkLst>
        </pc:spChg>
        <pc:spChg chg="add mod">
          <ac:chgData name="Muriel BORDE" userId="c170603111e0d29b" providerId="LiveId" clId="{F5B51B51-7612-4FA0-9A68-F8393BA2293F}" dt="2024-01-15T09:43:18.427" v="2316" actId="20577"/>
          <ac:spMkLst>
            <pc:docMk/>
            <pc:sldMk cId="2606128752" sldId="468"/>
            <ac:spMk id="8" creationId="{66FE7499-06DB-A57F-F2F0-776910254806}"/>
          </ac:spMkLst>
        </pc:spChg>
        <pc:spChg chg="add mod">
          <ac:chgData name="Muriel BORDE" userId="c170603111e0d29b" providerId="LiveId" clId="{F5B51B51-7612-4FA0-9A68-F8393BA2293F}" dt="2024-01-15T10:27:25.317" v="2643" actId="122"/>
          <ac:spMkLst>
            <pc:docMk/>
            <pc:sldMk cId="2606128752" sldId="468"/>
            <ac:spMk id="9" creationId="{75013333-B7A9-3CC5-46F6-1E1645DDB361}"/>
          </ac:spMkLst>
        </pc:spChg>
      </pc:sldChg>
      <pc:sldChg chg="addSp modSp add del mod">
        <pc:chgData name="Muriel BORDE" userId="c170603111e0d29b" providerId="LiveId" clId="{F5B51B51-7612-4FA0-9A68-F8393BA2293F}" dt="2024-01-15T09:07:29.543" v="1007" actId="47"/>
        <pc:sldMkLst>
          <pc:docMk/>
          <pc:sldMk cId="1487073444" sldId="469"/>
        </pc:sldMkLst>
        <pc:spChg chg="mod">
          <ac:chgData name="Muriel BORDE" userId="c170603111e0d29b" providerId="LiveId" clId="{F5B51B51-7612-4FA0-9A68-F8393BA2293F}" dt="2024-01-15T09:01:09.908" v="762" actId="20577"/>
          <ac:spMkLst>
            <pc:docMk/>
            <pc:sldMk cId="1487073444" sldId="469"/>
            <ac:spMk id="5" creationId="{18D9AFCE-A28D-0AA9-934B-D67A18844558}"/>
          </ac:spMkLst>
        </pc:spChg>
        <pc:spChg chg="add mod">
          <ac:chgData name="Muriel BORDE" userId="c170603111e0d29b" providerId="LiveId" clId="{F5B51B51-7612-4FA0-9A68-F8393BA2293F}" dt="2024-01-15T09:01:05.387" v="748" actId="1076"/>
          <ac:spMkLst>
            <pc:docMk/>
            <pc:sldMk cId="1487073444" sldId="469"/>
            <ac:spMk id="7" creationId="{8A3419A8-7A5C-B20B-2CDE-28A35F81AED5}"/>
          </ac:spMkLst>
        </pc:spChg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3401014959" sldId="469"/>
        </pc:sldMkLst>
      </pc:sldChg>
      <pc:sldChg chg="add del">
        <pc:chgData name="Muriel BORDE" userId="c170603111e0d29b" providerId="LiveId" clId="{F5B51B51-7612-4FA0-9A68-F8393BA2293F}" dt="2024-01-15T09:41:49.034" v="2236" actId="47"/>
        <pc:sldMkLst>
          <pc:docMk/>
          <pc:sldMk cId="812834771" sldId="470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3549325604" sldId="470"/>
        </pc:sldMkLst>
      </pc:sldChg>
      <pc:sldChg chg="add del">
        <pc:chgData name="Muriel BORDE" userId="c170603111e0d29b" providerId="LiveId" clId="{F5B51B51-7612-4FA0-9A68-F8393BA2293F}" dt="2024-01-15T09:43:37.192" v="2318" actId="47"/>
        <pc:sldMkLst>
          <pc:docMk/>
          <pc:sldMk cId="1724789232" sldId="471"/>
        </pc:sldMkLst>
      </pc:sldChg>
      <pc:sldChg chg="add del">
        <pc:chgData name="Muriel BORDE" userId="c170603111e0d29b" providerId="LiveId" clId="{F5B51B51-7612-4FA0-9A68-F8393BA2293F}" dt="2024-01-15T08:36:40.114" v="140" actId="2696"/>
        <pc:sldMkLst>
          <pc:docMk/>
          <pc:sldMk cId="1799004445" sldId="471"/>
        </pc:sldMkLst>
      </pc:sldChg>
      <pc:sldChg chg="delSp mod">
        <pc:chgData name="Muriel BORDE" userId="c170603111e0d29b" providerId="LiveId" clId="{F5B51B51-7612-4FA0-9A68-F8393BA2293F}" dt="2024-01-15T08:28:19.995" v="44" actId="478"/>
        <pc:sldMkLst>
          <pc:docMk/>
          <pc:sldMk cId="646515155" sldId="2244"/>
        </pc:sldMkLst>
        <pc:spChg chg="del">
          <ac:chgData name="Muriel BORDE" userId="c170603111e0d29b" providerId="LiveId" clId="{F5B51B51-7612-4FA0-9A68-F8393BA2293F}" dt="2024-01-15T08:28:19.995" v="44" actId="478"/>
          <ac:spMkLst>
            <pc:docMk/>
            <pc:sldMk cId="646515155" sldId="2244"/>
            <ac:spMk id="7" creationId="{B251A50E-E7DA-4D5C-9E2E-CA062B1BBE4C}"/>
          </ac:spMkLst>
        </pc:spChg>
        <pc:picChg chg="del">
          <ac:chgData name="Muriel BORDE" userId="c170603111e0d29b" providerId="LiveId" clId="{F5B51B51-7612-4FA0-9A68-F8393BA2293F}" dt="2024-01-15T08:28:19.995" v="44" actId="478"/>
          <ac:picMkLst>
            <pc:docMk/>
            <pc:sldMk cId="646515155" sldId="2244"/>
            <ac:picMk id="6146" creationId="{5637E641-CC66-4DB5-B0D7-E7AC60AF6152}"/>
          </ac:picMkLst>
        </pc:picChg>
        <pc:picChg chg="del">
          <ac:chgData name="Muriel BORDE" userId="c170603111e0d29b" providerId="LiveId" clId="{F5B51B51-7612-4FA0-9A68-F8393BA2293F}" dt="2024-01-15T08:28:19.995" v="44" actId="478"/>
          <ac:picMkLst>
            <pc:docMk/>
            <pc:sldMk cId="646515155" sldId="2244"/>
            <ac:picMk id="6148" creationId="{807A1C80-C276-4744-83D9-9F5F7AF460C3}"/>
          </ac:picMkLst>
        </pc:picChg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68104088" sldId="2245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415022750" sldId="2246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002122017" sldId="2247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423558924" sldId="2248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4069528679" sldId="2253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563992579" sldId="2254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563282763" sldId="2256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036982793" sldId="2257"/>
        </pc:sldMkLst>
      </pc:sldChg>
      <pc:sldChg chg="del">
        <pc:chgData name="Muriel BORDE" userId="c170603111e0d29b" providerId="LiveId" clId="{F5B51B51-7612-4FA0-9A68-F8393BA2293F}" dt="2024-01-15T08:28:15.931" v="43" actId="47"/>
        <pc:sldMkLst>
          <pc:docMk/>
          <pc:sldMk cId="1448477576" sldId="2261"/>
        </pc:sldMkLst>
      </pc:sldChg>
      <pc:sldChg chg="addSp delSp modSp mod">
        <pc:chgData name="Muriel BORDE" userId="c170603111e0d29b" providerId="LiveId" clId="{F5B51B51-7612-4FA0-9A68-F8393BA2293F}" dt="2024-01-15T09:48:55.929" v="2420" actId="11"/>
        <pc:sldMkLst>
          <pc:docMk/>
          <pc:sldMk cId="1282490819" sldId="2289"/>
        </pc:sldMkLst>
        <pc:spChg chg="del">
          <ac:chgData name="Muriel BORDE" userId="c170603111e0d29b" providerId="LiveId" clId="{F5B51B51-7612-4FA0-9A68-F8393BA2293F}" dt="2024-01-15T08:30:27.229" v="63" actId="478"/>
          <ac:spMkLst>
            <pc:docMk/>
            <pc:sldMk cId="1282490819" sldId="2289"/>
            <ac:spMk id="2" creationId="{DCE999DF-5A83-9C94-4F4F-A4A57A0E4D4D}"/>
          </ac:spMkLst>
        </pc:spChg>
        <pc:spChg chg="add mod">
          <ac:chgData name="Muriel BORDE" userId="c170603111e0d29b" providerId="LiveId" clId="{F5B51B51-7612-4FA0-9A68-F8393BA2293F}" dt="2024-01-15T09:48:55.929" v="2420" actId="11"/>
          <ac:spMkLst>
            <pc:docMk/>
            <pc:sldMk cId="1282490819" sldId="2289"/>
            <ac:spMk id="3" creationId="{437B1EDB-FEA0-6D36-3F7B-B5271DE15024}"/>
          </ac:spMkLst>
        </pc:spChg>
      </pc:sldChg>
      <pc:sldChg chg="del">
        <pc:chgData name="Muriel BORDE" userId="c170603111e0d29b" providerId="LiveId" clId="{F5B51B51-7612-4FA0-9A68-F8393BA2293F}" dt="2024-01-15T08:28:01.820" v="42" actId="47"/>
        <pc:sldMkLst>
          <pc:docMk/>
          <pc:sldMk cId="2803171885" sldId="2316"/>
        </pc:sldMkLst>
      </pc:sldChg>
      <pc:sldChg chg="del">
        <pc:chgData name="Muriel BORDE" userId="c170603111e0d29b" providerId="LiveId" clId="{F5B51B51-7612-4FA0-9A68-F8393BA2293F}" dt="2024-01-15T08:28:01.820" v="42" actId="47"/>
        <pc:sldMkLst>
          <pc:docMk/>
          <pc:sldMk cId="2442767191" sldId="2317"/>
        </pc:sldMkLst>
      </pc:sldChg>
      <pc:sldChg chg="del">
        <pc:chgData name="Muriel BORDE" userId="c170603111e0d29b" providerId="LiveId" clId="{F5B51B51-7612-4FA0-9A68-F8393BA2293F}" dt="2024-01-15T08:28:01.820" v="42" actId="47"/>
        <pc:sldMkLst>
          <pc:docMk/>
          <pc:sldMk cId="3597448976" sldId="2318"/>
        </pc:sldMkLst>
      </pc:sldChg>
      <pc:sldChg chg="modSp del mod">
        <pc:chgData name="Muriel BORDE" userId="c170603111e0d29b" providerId="LiveId" clId="{F5B51B51-7612-4FA0-9A68-F8393BA2293F}" dt="2024-01-15T08:38:46.737" v="219" actId="47"/>
        <pc:sldMkLst>
          <pc:docMk/>
          <pc:sldMk cId="2929436596" sldId="2319"/>
        </pc:sldMkLst>
        <pc:spChg chg="mod">
          <ac:chgData name="Muriel BORDE" userId="c170603111e0d29b" providerId="LiveId" clId="{F5B51B51-7612-4FA0-9A68-F8393BA2293F}" dt="2024-01-15T08:31:59.301" v="126" actId="14100"/>
          <ac:spMkLst>
            <pc:docMk/>
            <pc:sldMk cId="2929436596" sldId="2319"/>
            <ac:spMk id="2" creationId="{00000000-0000-0000-0000-000000000000}"/>
          </ac:spMkLst>
        </pc:spChg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639910846" sldId="2320"/>
        </pc:sldMkLst>
      </pc:sldChg>
      <pc:sldChg chg="del">
        <pc:chgData name="Muriel BORDE" userId="c170603111e0d29b" providerId="LiveId" clId="{F5B51B51-7612-4FA0-9A68-F8393BA2293F}" dt="2024-01-15T08:28:15.931" v="43" actId="47"/>
        <pc:sldMkLst>
          <pc:docMk/>
          <pc:sldMk cId="3409337951" sldId="2321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070613949" sldId="2322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613750368" sldId="2323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862849059" sldId="2324"/>
        </pc:sldMkLst>
      </pc:sldChg>
      <pc:sldChg chg="del">
        <pc:chgData name="Muriel BORDE" userId="c170603111e0d29b" providerId="LiveId" clId="{F5B51B51-7612-4FA0-9A68-F8393BA2293F}" dt="2024-01-15T08:28:15.931" v="43" actId="47"/>
        <pc:sldMkLst>
          <pc:docMk/>
          <pc:sldMk cId="438025532" sldId="2325"/>
        </pc:sldMkLst>
      </pc:sldChg>
      <pc:sldChg chg="del">
        <pc:chgData name="Muriel BORDE" userId="c170603111e0d29b" providerId="LiveId" clId="{F5B51B51-7612-4FA0-9A68-F8393BA2293F}" dt="2024-01-15T08:28:15.931" v="43" actId="47"/>
        <pc:sldMkLst>
          <pc:docMk/>
          <pc:sldMk cId="3406820005" sldId="2326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382764106" sldId="2327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69816660" sldId="2328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897144409" sldId="2329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21957780" sldId="2330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820072190" sldId="2331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851534889" sldId="2332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511013512" sldId="2333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446223019" sldId="2334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629158573" sldId="2335"/>
        </pc:sldMkLst>
      </pc:sldChg>
      <pc:sldChg chg="del">
        <pc:chgData name="Muriel BORDE" userId="c170603111e0d29b" providerId="LiveId" clId="{F5B51B51-7612-4FA0-9A68-F8393BA2293F}" dt="2024-01-15T08:28:15.931" v="43" actId="47"/>
        <pc:sldMkLst>
          <pc:docMk/>
          <pc:sldMk cId="2697753133" sldId="2336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100920349" sldId="2337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656076444" sldId="2338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228047040" sldId="2339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786598720" sldId="2340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538050685" sldId="2341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1640149848" sldId="2342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567219582" sldId="2343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695497837" sldId="2344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2618003915" sldId="2345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3121967064" sldId="2346"/>
        </pc:sldMkLst>
      </pc:sldChg>
      <pc:sldChg chg="del">
        <pc:chgData name="Muriel BORDE" userId="c170603111e0d29b" providerId="LiveId" clId="{F5B51B51-7612-4FA0-9A68-F8393BA2293F}" dt="2024-01-15T08:28:39.514" v="45" actId="47"/>
        <pc:sldMkLst>
          <pc:docMk/>
          <pc:sldMk cId="4042442950" sldId="2347"/>
        </pc:sldMkLst>
      </pc:sldChg>
      <pc:sldChg chg="delSp mod ord">
        <pc:chgData name="Muriel BORDE" userId="c170603111e0d29b" providerId="LiveId" clId="{F5B51B51-7612-4FA0-9A68-F8393BA2293F}" dt="2024-01-15T08:28:51.288" v="50" actId="478"/>
        <pc:sldMkLst>
          <pc:docMk/>
          <pc:sldMk cId="3409302087" sldId="2348"/>
        </pc:sldMkLst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2" creationId="{D59EA558-12D3-F186-C7EA-E928449EECE3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3" creationId="{4FEF67AE-B605-F8FB-C657-63E143ADE409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4" creationId="{2A3BE196-E9B2-421D-169D-3FA12CB287A3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5" creationId="{41D1CEC4-4C91-8F43-2D6B-A12B91434D5C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6" creationId="{722EAE2C-CE54-7A33-D00B-BFC68F33A864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7" creationId="{76CD9609-32B0-AAAF-8148-5F6C47842348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8" creationId="{1C032850-EE46-7CBB-76E5-83902EB7887E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9" creationId="{7176CD98-7799-B723-8E8C-FC086ACE4B29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0" creationId="{8CEAF6C1-CA48-3255-BA1E-7CB643449E1A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1" creationId="{BBD4A323-3293-E7A5-0A6D-0C4FA1AE6DE3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4" creationId="{19C420AF-C365-31F5-3184-B0AF072D3778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5" creationId="{4B43BDD6-8870-5BA7-AE95-7C96CAF3A41D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6" creationId="{3D66A0B4-4102-7FFC-D1C9-97514D508A64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7" creationId="{83D3EC43-2B2D-E16E-22FB-49E2B683E707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8" creationId="{F5B58379-7C6B-ECF7-7A0C-0413D6742E74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19" creationId="{627CD63F-58E0-9ACC-E986-04418DBBAA66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24" creationId="{11E95D2B-1DA3-29A8-B90E-463EF49777F1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27" creationId="{C36494F4-04ED-8313-73FF-04EB90B7300C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29" creationId="{1B30ECF8-D19B-84A2-52AA-48229FDEF0D2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31" creationId="{80CABDA5-5946-5F4C-0875-70DC09C51B85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33" creationId="{A42FF960-E734-729C-0E44-75C8E366A701}"/>
          </ac:spMkLst>
        </pc:spChg>
        <pc:spChg chg="del">
          <ac:chgData name="Muriel BORDE" userId="c170603111e0d29b" providerId="LiveId" clId="{F5B51B51-7612-4FA0-9A68-F8393BA2293F}" dt="2024-01-15T08:28:51.288" v="50" actId="478"/>
          <ac:spMkLst>
            <pc:docMk/>
            <pc:sldMk cId="3409302087" sldId="2348"/>
            <ac:spMk id="34" creationId="{9ED862A8-E489-8602-603A-C50159B8E6FF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35" creationId="{AB5EC868-4F7F-1BE5-6D0E-D9950B98ADA8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42" creationId="{7FAA24E7-AEAF-3B86-020D-3D42566B34D9}"/>
          </ac:spMkLst>
        </pc:spChg>
        <pc:spChg chg="del">
          <ac:chgData name="Muriel BORDE" userId="c170603111e0d29b" providerId="LiveId" clId="{F5B51B51-7612-4FA0-9A68-F8393BA2293F}" dt="2024-01-15T08:28:48.567" v="49" actId="478"/>
          <ac:spMkLst>
            <pc:docMk/>
            <pc:sldMk cId="3409302087" sldId="2348"/>
            <ac:spMk id="43" creationId="{67E25004-6F6E-F1A6-0AAC-E4558E478C8B}"/>
          </ac:spMkLst>
        </pc:spChg>
      </pc:sldChg>
      <pc:sldChg chg="del">
        <pc:chgData name="Muriel BORDE" userId="c170603111e0d29b" providerId="LiveId" clId="{F5B51B51-7612-4FA0-9A68-F8393BA2293F}" dt="2024-01-15T08:28:41.697" v="46" actId="47"/>
        <pc:sldMkLst>
          <pc:docMk/>
          <pc:sldMk cId="1705468161" sldId="2349"/>
        </pc:sldMkLst>
      </pc:sldChg>
      <pc:sldChg chg="addSp modSp add mod">
        <pc:chgData name="Muriel BORDE" userId="c170603111e0d29b" providerId="LiveId" clId="{F5B51B51-7612-4FA0-9A68-F8393BA2293F}" dt="2024-01-15T08:37:42.524" v="159" actId="1037"/>
        <pc:sldMkLst>
          <pc:docMk/>
          <pc:sldMk cId="2007040695" sldId="2349"/>
        </pc:sldMkLst>
        <pc:spChg chg="add mod">
          <ac:chgData name="Muriel BORDE" userId="c170603111e0d29b" providerId="LiveId" clId="{F5B51B51-7612-4FA0-9A68-F8393BA2293F}" dt="2024-01-15T08:37:42.524" v="159" actId="1037"/>
          <ac:spMkLst>
            <pc:docMk/>
            <pc:sldMk cId="2007040695" sldId="2349"/>
            <ac:spMk id="4" creationId="{516C3B52-44DB-BF75-51FE-FDB8FA54E65C}"/>
          </ac:spMkLst>
        </pc:spChg>
      </pc:sldChg>
      <pc:sldChg chg="modSp add mod ord">
        <pc:chgData name="Muriel BORDE" userId="c170603111e0d29b" providerId="LiveId" clId="{F5B51B51-7612-4FA0-9A68-F8393BA2293F}" dt="2024-01-15T08:38:16.702" v="214"/>
        <pc:sldMkLst>
          <pc:docMk/>
          <pc:sldMk cId="400129297" sldId="2350"/>
        </pc:sldMkLst>
        <pc:spChg chg="mod">
          <ac:chgData name="Muriel BORDE" userId="c170603111e0d29b" providerId="LiveId" clId="{F5B51B51-7612-4FA0-9A68-F8393BA2293F}" dt="2024-01-15T08:37:57.826" v="211" actId="14100"/>
          <ac:spMkLst>
            <pc:docMk/>
            <pc:sldMk cId="400129297" sldId="2350"/>
            <ac:spMk id="4" creationId="{516C3B52-44DB-BF75-51FE-FDB8FA54E65C}"/>
          </ac:spMkLst>
        </pc:spChg>
      </pc:sldChg>
      <pc:sldChg chg="add del">
        <pc:chgData name="Muriel BORDE" userId="c170603111e0d29b" providerId="LiveId" clId="{F5B51B51-7612-4FA0-9A68-F8393BA2293F}" dt="2024-01-15T08:37:26.163" v="147" actId="47"/>
        <pc:sldMkLst>
          <pc:docMk/>
          <pc:sldMk cId="1104230725" sldId="2350"/>
        </pc:sldMkLst>
      </pc:sldChg>
      <pc:sldChg chg="addSp modSp new ord">
        <pc:chgData name="Muriel BORDE" userId="c170603111e0d29b" providerId="LiveId" clId="{F5B51B51-7612-4FA0-9A68-F8393BA2293F}" dt="2024-01-15T10:27:30.476" v="2645"/>
        <pc:sldMkLst>
          <pc:docMk/>
          <pc:sldMk cId="2330803300" sldId="2351"/>
        </pc:sldMkLst>
        <pc:spChg chg="add mod">
          <ac:chgData name="Muriel BORDE" userId="c170603111e0d29b" providerId="LiveId" clId="{F5B51B51-7612-4FA0-9A68-F8393BA2293F}" dt="2024-01-15T10:27:30.476" v="2645"/>
          <ac:spMkLst>
            <pc:docMk/>
            <pc:sldMk cId="2330803300" sldId="2351"/>
            <ac:spMk id="4" creationId="{47718BB2-178C-B20A-60A3-AAE9FADC6101}"/>
          </ac:spMkLst>
        </pc:spChg>
        <pc:picChg chg="add">
          <ac:chgData name="Muriel BORDE" userId="c170603111e0d29b" providerId="LiveId" clId="{F5B51B51-7612-4FA0-9A68-F8393BA2293F}" dt="2024-01-15T08:46:14.459" v="352"/>
          <ac:picMkLst>
            <pc:docMk/>
            <pc:sldMk cId="2330803300" sldId="2351"/>
            <ac:picMk id="2050" creationId="{E6C9BC3F-C542-797B-8581-0299332D3025}"/>
          </ac:picMkLst>
        </pc:picChg>
      </pc:sldChg>
      <pc:sldChg chg="addSp delSp modSp add mod">
        <pc:chgData name="Muriel BORDE" userId="c170603111e0d29b" providerId="LiveId" clId="{F5B51B51-7612-4FA0-9A68-F8393BA2293F}" dt="2024-01-15T08:59:43.473" v="745" actId="207"/>
        <pc:sldMkLst>
          <pc:docMk/>
          <pc:sldMk cId="2973652982" sldId="2352"/>
        </pc:sldMkLst>
        <pc:spChg chg="add mod">
          <ac:chgData name="Muriel BORDE" userId="c170603111e0d29b" providerId="LiveId" clId="{F5B51B51-7612-4FA0-9A68-F8393BA2293F}" dt="2024-01-15T08:59:43.473" v="745" actId="207"/>
          <ac:spMkLst>
            <pc:docMk/>
            <pc:sldMk cId="2973652982" sldId="2352"/>
            <ac:spMk id="2" creationId="{C300DD35-F915-9487-8912-E1F35413A04D}"/>
          </ac:spMkLst>
        </pc:spChg>
        <pc:spChg chg="add mod">
          <ac:chgData name="Muriel BORDE" userId="c170603111e0d29b" providerId="LiveId" clId="{F5B51B51-7612-4FA0-9A68-F8393BA2293F}" dt="2024-01-15T08:51:48.292" v="615" actId="1076"/>
          <ac:spMkLst>
            <pc:docMk/>
            <pc:sldMk cId="2973652982" sldId="2352"/>
            <ac:spMk id="3" creationId="{4980C074-92BF-4474-E864-281BCC29E9EA}"/>
          </ac:spMkLst>
        </pc:spChg>
        <pc:spChg chg="del">
          <ac:chgData name="Muriel BORDE" userId="c170603111e0d29b" providerId="LiveId" clId="{F5B51B51-7612-4FA0-9A68-F8393BA2293F}" dt="2024-01-15T08:50:55.163" v="473" actId="478"/>
          <ac:spMkLst>
            <pc:docMk/>
            <pc:sldMk cId="2973652982" sldId="2352"/>
            <ac:spMk id="5" creationId="{457D1D89-7B7B-10F7-0F11-43517FAB4F5F}"/>
          </ac:spMkLst>
        </pc:spChg>
      </pc:sldChg>
      <pc:sldChg chg="addSp delSp modSp add mod">
        <pc:chgData name="Muriel BORDE" userId="c170603111e0d29b" providerId="LiveId" clId="{F5B51B51-7612-4FA0-9A68-F8393BA2293F}" dt="2024-01-15T08:54:06.835" v="656" actId="478"/>
        <pc:sldMkLst>
          <pc:docMk/>
          <pc:sldMk cId="2076444385" sldId="2353"/>
        </pc:sldMkLst>
        <pc:spChg chg="add del mod">
          <ac:chgData name="Muriel BORDE" userId="c170603111e0d29b" providerId="LiveId" clId="{F5B51B51-7612-4FA0-9A68-F8393BA2293F}" dt="2024-01-15T08:54:06.835" v="656" actId="478"/>
          <ac:spMkLst>
            <pc:docMk/>
            <pc:sldMk cId="2076444385" sldId="2353"/>
            <ac:spMk id="3" creationId="{3F4AEFDB-AF31-7B8E-67ED-858ABB546615}"/>
          </ac:spMkLst>
        </pc:spChg>
        <pc:spChg chg="mod">
          <ac:chgData name="Muriel BORDE" userId="c170603111e0d29b" providerId="LiveId" clId="{F5B51B51-7612-4FA0-9A68-F8393BA2293F}" dt="2024-01-15T08:52:55.214" v="645" actId="20577"/>
          <ac:spMkLst>
            <pc:docMk/>
            <pc:sldMk cId="2076444385" sldId="2353"/>
            <ac:spMk id="9" creationId="{3B42A1E1-CB44-1FB0-590D-0800FFAB9A8C}"/>
          </ac:spMkLst>
        </pc:spChg>
      </pc:sldChg>
      <pc:sldChg chg="addSp delSp modSp add mod">
        <pc:chgData name="Muriel BORDE" userId="c170603111e0d29b" providerId="LiveId" clId="{F5B51B51-7612-4FA0-9A68-F8393BA2293F}" dt="2024-01-15T08:59:26.073" v="744" actId="1076"/>
        <pc:sldMkLst>
          <pc:docMk/>
          <pc:sldMk cId="2479173985" sldId="2354"/>
        </pc:sldMkLst>
        <pc:spChg chg="del mod">
          <ac:chgData name="Muriel BORDE" userId="c170603111e0d29b" providerId="LiveId" clId="{F5B51B51-7612-4FA0-9A68-F8393BA2293F}" dt="2024-01-15T08:58:04.880" v="685" actId="478"/>
          <ac:spMkLst>
            <pc:docMk/>
            <pc:sldMk cId="2479173985" sldId="2354"/>
            <ac:spMk id="3" creationId="{3F4AEFDB-AF31-7B8E-67ED-858ABB546615}"/>
          </ac:spMkLst>
        </pc:spChg>
        <pc:spChg chg="add del mod">
          <ac:chgData name="Muriel BORDE" userId="c170603111e0d29b" providerId="LiveId" clId="{F5B51B51-7612-4FA0-9A68-F8393BA2293F}" dt="2024-01-15T08:58:04.880" v="685" actId="478"/>
          <ac:spMkLst>
            <pc:docMk/>
            <pc:sldMk cId="2479173985" sldId="2354"/>
            <ac:spMk id="4" creationId="{EE26A9CD-DEA9-0A4D-D411-B2C39861A73A}"/>
          </ac:spMkLst>
        </pc:spChg>
        <pc:spChg chg="del">
          <ac:chgData name="Muriel BORDE" userId="c170603111e0d29b" providerId="LiveId" clId="{F5B51B51-7612-4FA0-9A68-F8393BA2293F}" dt="2024-01-15T08:54:12.384" v="658" actId="478"/>
          <ac:spMkLst>
            <pc:docMk/>
            <pc:sldMk cId="2479173985" sldId="2354"/>
            <ac:spMk id="5" creationId="{457D1D89-7B7B-10F7-0F11-43517FAB4F5F}"/>
          </ac:spMkLst>
        </pc:spChg>
        <pc:spChg chg="add mod">
          <ac:chgData name="Muriel BORDE" userId="c170603111e0d29b" providerId="LiveId" clId="{F5B51B51-7612-4FA0-9A68-F8393BA2293F}" dt="2024-01-15T08:59:26.073" v="744" actId="1076"/>
          <ac:spMkLst>
            <pc:docMk/>
            <pc:sldMk cId="2479173985" sldId="2354"/>
            <ac:spMk id="7" creationId="{B268BC3F-B994-C022-88AF-1BDC23C00773}"/>
          </ac:spMkLst>
        </pc:spChg>
      </pc:sldChg>
      <pc:sldChg chg="addSp delSp modSp add mod">
        <pc:chgData name="Muriel BORDE" userId="c170603111e0d29b" providerId="LiveId" clId="{F5B51B51-7612-4FA0-9A68-F8393BA2293F}" dt="2024-01-15T09:45:02.088" v="2405" actId="20577"/>
        <pc:sldMkLst>
          <pc:docMk/>
          <pc:sldMk cId="3524116788" sldId="2355"/>
        </pc:sldMkLst>
        <pc:spChg chg="add mod">
          <ac:chgData name="Muriel BORDE" userId="c170603111e0d29b" providerId="LiveId" clId="{F5B51B51-7612-4FA0-9A68-F8393BA2293F}" dt="2024-01-15T09:38:07.679" v="2030" actId="552"/>
          <ac:spMkLst>
            <pc:docMk/>
            <pc:sldMk cId="3524116788" sldId="2355"/>
            <ac:spMk id="3" creationId="{9EB1A1A1-45B0-5B86-6418-C32F1A5136C9}"/>
          </ac:spMkLst>
        </pc:spChg>
        <pc:spChg chg="add mod">
          <ac:chgData name="Muriel BORDE" userId="c170603111e0d29b" providerId="LiveId" clId="{F5B51B51-7612-4FA0-9A68-F8393BA2293F}" dt="2024-01-15T09:38:27.166" v="2036" actId="20577"/>
          <ac:spMkLst>
            <pc:docMk/>
            <pc:sldMk cId="3524116788" sldId="2355"/>
            <ac:spMk id="4" creationId="{097D1A94-BF05-5008-7583-474A5037AB4B}"/>
          </ac:spMkLst>
        </pc:spChg>
        <pc:spChg chg="add mod">
          <ac:chgData name="Muriel BORDE" userId="c170603111e0d29b" providerId="LiveId" clId="{F5B51B51-7612-4FA0-9A68-F8393BA2293F}" dt="2024-01-15T09:35:29.740" v="1971" actId="1076"/>
          <ac:spMkLst>
            <pc:docMk/>
            <pc:sldMk cId="3524116788" sldId="2355"/>
            <ac:spMk id="5" creationId="{1B4DA84C-637E-77F0-F56C-6CCFA77BED05}"/>
          </ac:spMkLst>
        </pc:spChg>
        <pc:spChg chg="mod">
          <ac:chgData name="Muriel BORDE" userId="c170603111e0d29b" providerId="LiveId" clId="{F5B51B51-7612-4FA0-9A68-F8393BA2293F}" dt="2024-01-15T09:37:38.123" v="2023" actId="1038"/>
          <ac:spMkLst>
            <pc:docMk/>
            <pc:sldMk cId="3524116788" sldId="2355"/>
            <ac:spMk id="7" creationId="{5A64F6B4-F5FA-B16D-01B5-3EC78605F54E}"/>
          </ac:spMkLst>
        </pc:spChg>
        <pc:spChg chg="add mod">
          <ac:chgData name="Muriel BORDE" userId="c170603111e0d29b" providerId="LiveId" clId="{F5B51B51-7612-4FA0-9A68-F8393BA2293F}" dt="2024-01-15T09:38:48.984" v="2052" actId="1076"/>
          <ac:spMkLst>
            <pc:docMk/>
            <pc:sldMk cId="3524116788" sldId="2355"/>
            <ac:spMk id="8" creationId="{D395D95C-5467-1E74-AC03-5964BFE4C840}"/>
          </ac:spMkLst>
        </pc:spChg>
        <pc:spChg chg="del">
          <ac:chgData name="Muriel BORDE" userId="c170603111e0d29b" providerId="LiveId" clId="{F5B51B51-7612-4FA0-9A68-F8393BA2293F}" dt="2024-01-15T09:31:19.176" v="1877" actId="478"/>
          <ac:spMkLst>
            <pc:docMk/>
            <pc:sldMk cId="3524116788" sldId="2355"/>
            <ac:spMk id="10" creationId="{53B15F2D-B3B1-D36D-B34D-24EB7A963693}"/>
          </ac:spMkLst>
        </pc:spChg>
        <pc:spChg chg="del">
          <ac:chgData name="Muriel BORDE" userId="c170603111e0d29b" providerId="LiveId" clId="{F5B51B51-7612-4FA0-9A68-F8393BA2293F}" dt="2024-01-15T09:31:29.706" v="1881" actId="478"/>
          <ac:spMkLst>
            <pc:docMk/>
            <pc:sldMk cId="3524116788" sldId="2355"/>
            <ac:spMk id="11" creationId="{A9279923-F507-3865-8484-FE4B609977D8}"/>
          </ac:spMkLst>
        </pc:spChg>
        <pc:spChg chg="del">
          <ac:chgData name="Muriel BORDE" userId="c170603111e0d29b" providerId="LiveId" clId="{F5B51B51-7612-4FA0-9A68-F8393BA2293F}" dt="2024-01-15T09:31:27.189" v="1880" actId="478"/>
          <ac:spMkLst>
            <pc:docMk/>
            <pc:sldMk cId="3524116788" sldId="2355"/>
            <ac:spMk id="12" creationId="{D9EA2957-B192-DD09-EF63-F8615A76E07B}"/>
          </ac:spMkLst>
        </pc:spChg>
        <pc:spChg chg="mod">
          <ac:chgData name="Muriel BORDE" userId="c170603111e0d29b" providerId="LiveId" clId="{F5B51B51-7612-4FA0-9A68-F8393BA2293F}" dt="2024-01-15T09:38:07.679" v="2030" actId="552"/>
          <ac:spMkLst>
            <pc:docMk/>
            <pc:sldMk cId="3524116788" sldId="2355"/>
            <ac:spMk id="15" creationId="{C8A67E7E-E27B-8A3D-D5AC-6BBBC0603654}"/>
          </ac:spMkLst>
        </pc:spChg>
        <pc:spChg chg="del">
          <ac:chgData name="Muriel BORDE" userId="c170603111e0d29b" providerId="LiveId" clId="{F5B51B51-7612-4FA0-9A68-F8393BA2293F}" dt="2024-01-15T09:31:16.824" v="1876" actId="478"/>
          <ac:spMkLst>
            <pc:docMk/>
            <pc:sldMk cId="3524116788" sldId="2355"/>
            <ac:spMk id="16" creationId="{E7359BE0-C62E-C760-EBA5-CF4DF6F6A090}"/>
          </ac:spMkLst>
        </pc:spChg>
        <pc:spChg chg="mod">
          <ac:chgData name="Muriel BORDE" userId="c170603111e0d29b" providerId="LiveId" clId="{F5B51B51-7612-4FA0-9A68-F8393BA2293F}" dt="2024-01-15T09:31:24.074" v="1879" actId="1076"/>
          <ac:spMkLst>
            <pc:docMk/>
            <pc:sldMk cId="3524116788" sldId="2355"/>
            <ac:spMk id="21" creationId="{89DA77D4-70CA-ADA4-0FAA-2824DE016195}"/>
          </ac:spMkLst>
        </pc:spChg>
        <pc:spChg chg="mod">
          <ac:chgData name="Muriel BORDE" userId="c170603111e0d29b" providerId="LiveId" clId="{F5B51B51-7612-4FA0-9A68-F8393BA2293F}" dt="2024-01-15T09:45:02.088" v="2405" actId="20577"/>
          <ac:spMkLst>
            <pc:docMk/>
            <pc:sldMk cId="3524116788" sldId="2355"/>
            <ac:spMk id="22" creationId="{6BE834DA-EE4F-0173-280B-862322786229}"/>
          </ac:spMkLst>
        </pc:spChg>
        <pc:graphicFrameChg chg="mod">
          <ac:chgData name="Muriel BORDE" userId="c170603111e0d29b" providerId="LiveId" clId="{F5B51B51-7612-4FA0-9A68-F8393BA2293F}" dt="2024-01-15T09:37:38.123" v="2023" actId="1038"/>
          <ac:graphicFrameMkLst>
            <pc:docMk/>
            <pc:sldMk cId="3524116788" sldId="2355"/>
            <ac:graphicFrameMk id="18" creationId="{80CF8C3A-CFB2-072E-268A-3B96FA74C234}"/>
          </ac:graphicFrameMkLst>
        </pc:graphicFrameChg>
        <pc:picChg chg="add mod">
          <ac:chgData name="Muriel BORDE" userId="c170603111e0d29b" providerId="LiveId" clId="{F5B51B51-7612-4FA0-9A68-F8393BA2293F}" dt="2024-01-15T09:35:29.740" v="1971" actId="1076"/>
          <ac:picMkLst>
            <pc:docMk/>
            <pc:sldMk cId="3524116788" sldId="2355"/>
            <ac:picMk id="6" creationId="{7601331A-399A-45CC-70F8-6A45D021F912}"/>
          </ac:picMkLst>
        </pc:picChg>
        <pc:picChg chg="del">
          <ac:chgData name="Muriel BORDE" userId="c170603111e0d29b" providerId="LiveId" clId="{F5B51B51-7612-4FA0-9A68-F8393BA2293F}" dt="2024-01-15T09:31:16.824" v="1876" actId="478"/>
          <ac:picMkLst>
            <pc:docMk/>
            <pc:sldMk cId="3524116788" sldId="2355"/>
            <ac:picMk id="17" creationId="{0934F946-F227-DDB1-5668-07560D3ACE7F}"/>
          </ac:picMkLst>
        </pc:picChg>
      </pc:sldChg>
      <pc:sldChg chg="addSp delSp modSp add mod">
        <pc:chgData name="Muriel BORDE" userId="c170603111e0d29b" providerId="LiveId" clId="{F5B51B51-7612-4FA0-9A68-F8393BA2293F}" dt="2024-01-15T10:22:14.428" v="2585" actId="1076"/>
        <pc:sldMkLst>
          <pc:docMk/>
          <pc:sldMk cId="370457474" sldId="2356"/>
        </pc:sldMkLst>
        <pc:spChg chg="add del">
          <ac:chgData name="Muriel BORDE" userId="c170603111e0d29b" providerId="LiveId" clId="{F5B51B51-7612-4FA0-9A68-F8393BA2293F}" dt="2024-01-15T09:39:34.167" v="2056" actId="478"/>
          <ac:spMkLst>
            <pc:docMk/>
            <pc:sldMk cId="370457474" sldId="2356"/>
            <ac:spMk id="3" creationId="{9EB1A1A1-45B0-5B86-6418-C32F1A5136C9}"/>
          </ac:spMkLst>
        </pc:spChg>
        <pc:spChg chg="add del">
          <ac:chgData name="Muriel BORDE" userId="c170603111e0d29b" providerId="LiveId" clId="{F5B51B51-7612-4FA0-9A68-F8393BA2293F}" dt="2024-01-15T09:39:34.167" v="2056" actId="478"/>
          <ac:spMkLst>
            <pc:docMk/>
            <pc:sldMk cId="370457474" sldId="2356"/>
            <ac:spMk id="4" creationId="{097D1A94-BF05-5008-7583-474A5037AB4B}"/>
          </ac:spMkLst>
        </pc:spChg>
        <pc:spChg chg="del">
          <ac:chgData name="Muriel BORDE" userId="c170603111e0d29b" providerId="LiveId" clId="{F5B51B51-7612-4FA0-9A68-F8393BA2293F}" dt="2024-01-15T09:39:37.785" v="2058" actId="478"/>
          <ac:spMkLst>
            <pc:docMk/>
            <pc:sldMk cId="370457474" sldId="2356"/>
            <ac:spMk id="5" creationId="{1B4DA84C-637E-77F0-F56C-6CCFA77BED05}"/>
          </ac:spMkLst>
        </pc:spChg>
        <pc:spChg chg="add del mod">
          <ac:chgData name="Muriel BORDE" userId="c170603111e0d29b" providerId="LiveId" clId="{F5B51B51-7612-4FA0-9A68-F8393BA2293F}" dt="2024-01-15T10:22:14.428" v="2585" actId="1076"/>
          <ac:spMkLst>
            <pc:docMk/>
            <pc:sldMk cId="370457474" sldId="2356"/>
            <ac:spMk id="8" creationId="{D395D95C-5467-1E74-AC03-5964BFE4C840}"/>
          </ac:spMkLst>
        </pc:spChg>
        <pc:spChg chg="add del">
          <ac:chgData name="Muriel BORDE" userId="c170603111e0d29b" providerId="LiveId" clId="{F5B51B51-7612-4FA0-9A68-F8393BA2293F}" dt="2024-01-15T09:39:34.167" v="2056" actId="478"/>
          <ac:spMkLst>
            <pc:docMk/>
            <pc:sldMk cId="370457474" sldId="2356"/>
            <ac:spMk id="15" creationId="{C8A67E7E-E27B-8A3D-D5AC-6BBBC0603654}"/>
          </ac:spMkLst>
        </pc:spChg>
        <pc:spChg chg="mod">
          <ac:chgData name="Muriel BORDE" userId="c170603111e0d29b" providerId="LiveId" clId="{F5B51B51-7612-4FA0-9A68-F8393BA2293F}" dt="2024-01-15T09:45:07.169" v="2406"/>
          <ac:spMkLst>
            <pc:docMk/>
            <pc:sldMk cId="370457474" sldId="2356"/>
            <ac:spMk id="22" creationId="{6BE834DA-EE4F-0173-280B-862322786229}"/>
          </ac:spMkLst>
        </pc:spChg>
        <pc:picChg chg="add del">
          <ac:chgData name="Muriel BORDE" userId="c170603111e0d29b" providerId="LiveId" clId="{F5B51B51-7612-4FA0-9A68-F8393BA2293F}" dt="2024-01-15T09:39:36.037" v="2057" actId="478"/>
          <ac:picMkLst>
            <pc:docMk/>
            <pc:sldMk cId="370457474" sldId="2356"/>
            <ac:picMk id="6" creationId="{7601331A-399A-45CC-70F8-6A45D021F912}"/>
          </ac:picMkLst>
        </pc:picChg>
      </pc:sldChg>
      <pc:sldChg chg="modSp add mod">
        <pc:chgData name="Muriel BORDE" userId="c170603111e0d29b" providerId="LiveId" clId="{F5B51B51-7612-4FA0-9A68-F8393BA2293F}" dt="2024-01-15T09:45:15.547" v="2408" actId="108"/>
        <pc:sldMkLst>
          <pc:docMk/>
          <pc:sldMk cId="197155214" sldId="2357"/>
        </pc:sldMkLst>
        <pc:spChg chg="mod">
          <ac:chgData name="Muriel BORDE" userId="c170603111e0d29b" providerId="LiveId" clId="{F5B51B51-7612-4FA0-9A68-F8393BA2293F}" dt="2024-01-15T09:45:15.547" v="2408" actId="108"/>
          <ac:spMkLst>
            <pc:docMk/>
            <pc:sldMk cId="197155214" sldId="2357"/>
            <ac:spMk id="3" creationId="{00000000-0000-0000-0000-000000000000}"/>
          </ac:spMkLst>
        </pc:spChg>
        <pc:spChg chg="mod">
          <ac:chgData name="Muriel BORDE" userId="c170603111e0d29b" providerId="LiveId" clId="{F5B51B51-7612-4FA0-9A68-F8393BA2293F}" dt="2024-01-15T09:41:34.733" v="2232" actId="14100"/>
          <ac:spMkLst>
            <pc:docMk/>
            <pc:sldMk cId="197155214" sldId="2357"/>
            <ac:spMk id="4" creationId="{1A0DB240-05FA-7028-9D72-C2AB0BC41E6F}"/>
          </ac:spMkLst>
        </pc:spChg>
      </pc:sldChg>
      <pc:sldChg chg="modSp add mod">
        <pc:chgData name="Muriel BORDE" userId="c170603111e0d29b" providerId="LiveId" clId="{F5B51B51-7612-4FA0-9A68-F8393BA2293F}" dt="2024-01-15T09:45:21.539" v="2413" actId="20577"/>
        <pc:sldMkLst>
          <pc:docMk/>
          <pc:sldMk cId="3262102359" sldId="2358"/>
        </pc:sldMkLst>
        <pc:spChg chg="mod">
          <ac:chgData name="Muriel BORDE" userId="c170603111e0d29b" providerId="LiveId" clId="{F5B51B51-7612-4FA0-9A68-F8393BA2293F}" dt="2024-01-15T09:45:21.539" v="2413" actId="20577"/>
          <ac:spMkLst>
            <pc:docMk/>
            <pc:sldMk cId="3262102359" sldId="2358"/>
            <ac:spMk id="3" creationId="{00000000-0000-0000-0000-000000000000}"/>
          </ac:spMkLst>
        </pc:spChg>
        <pc:spChg chg="mod">
          <ac:chgData name="Muriel BORDE" userId="c170603111e0d29b" providerId="LiveId" clId="{F5B51B51-7612-4FA0-9A68-F8393BA2293F}" dt="2024-01-15T09:43:49.705" v="2354" actId="14100"/>
          <ac:spMkLst>
            <pc:docMk/>
            <pc:sldMk cId="3262102359" sldId="2358"/>
            <ac:spMk id="4" creationId="{1A0DB240-05FA-7028-9D72-C2AB0BC41E6F}"/>
          </ac:spMkLst>
        </pc:spChg>
      </pc:sldChg>
      <pc:sldChg chg="addSp delSp modSp add mod">
        <pc:chgData name="Muriel BORDE" userId="c170603111e0d29b" providerId="LiveId" clId="{F5B51B51-7612-4FA0-9A68-F8393BA2293F}" dt="2024-01-15T10:26:49.553" v="2632" actId="207"/>
        <pc:sldMkLst>
          <pc:docMk/>
          <pc:sldMk cId="2072849097" sldId="2359"/>
        </pc:sldMkLst>
        <pc:spChg chg="del">
          <ac:chgData name="Muriel BORDE" userId="c170603111e0d29b" providerId="LiveId" clId="{F5B51B51-7612-4FA0-9A68-F8393BA2293F}" dt="2024-01-15T09:50:00.633" v="2422" actId="478"/>
          <ac:spMkLst>
            <pc:docMk/>
            <pc:sldMk cId="2072849097" sldId="2359"/>
            <ac:spMk id="3" creationId="{9EB1A1A1-45B0-5B86-6418-C32F1A5136C9}"/>
          </ac:spMkLst>
        </pc:spChg>
        <pc:spChg chg="del">
          <ac:chgData name="Muriel BORDE" userId="c170603111e0d29b" providerId="LiveId" clId="{F5B51B51-7612-4FA0-9A68-F8393BA2293F}" dt="2024-01-15T09:50:00.633" v="2422" actId="478"/>
          <ac:spMkLst>
            <pc:docMk/>
            <pc:sldMk cId="2072849097" sldId="2359"/>
            <ac:spMk id="4" creationId="{097D1A94-BF05-5008-7583-474A5037AB4B}"/>
          </ac:spMkLst>
        </pc:spChg>
        <pc:spChg chg="del">
          <ac:chgData name="Muriel BORDE" userId="c170603111e0d29b" providerId="LiveId" clId="{F5B51B51-7612-4FA0-9A68-F8393BA2293F}" dt="2024-01-15T09:50:04.241" v="2423" actId="478"/>
          <ac:spMkLst>
            <pc:docMk/>
            <pc:sldMk cId="2072849097" sldId="2359"/>
            <ac:spMk id="5" creationId="{1B4DA84C-637E-77F0-F56C-6CCFA77BED05}"/>
          </ac:spMkLst>
        </pc:spChg>
        <pc:spChg chg="del">
          <ac:chgData name="Muriel BORDE" userId="c170603111e0d29b" providerId="LiveId" clId="{F5B51B51-7612-4FA0-9A68-F8393BA2293F}" dt="2024-01-15T09:50:00.633" v="2422" actId="478"/>
          <ac:spMkLst>
            <pc:docMk/>
            <pc:sldMk cId="2072849097" sldId="2359"/>
            <ac:spMk id="8" creationId="{D395D95C-5467-1E74-AC03-5964BFE4C840}"/>
          </ac:spMkLst>
        </pc:spChg>
        <pc:spChg chg="add mod">
          <ac:chgData name="Muriel BORDE" userId="c170603111e0d29b" providerId="LiveId" clId="{F5B51B51-7612-4FA0-9A68-F8393BA2293F}" dt="2024-01-15T10:26:49.553" v="2632" actId="207"/>
          <ac:spMkLst>
            <pc:docMk/>
            <pc:sldMk cId="2072849097" sldId="2359"/>
            <ac:spMk id="9" creationId="{3973E75E-BF8A-2C98-CC99-81F88759296F}"/>
          </ac:spMkLst>
        </pc:spChg>
        <pc:spChg chg="del">
          <ac:chgData name="Muriel BORDE" userId="c170603111e0d29b" providerId="LiveId" clId="{F5B51B51-7612-4FA0-9A68-F8393BA2293F}" dt="2024-01-15T09:50:00.633" v="2422" actId="478"/>
          <ac:spMkLst>
            <pc:docMk/>
            <pc:sldMk cId="2072849097" sldId="2359"/>
            <ac:spMk id="15" creationId="{C8A67E7E-E27B-8A3D-D5AC-6BBBC0603654}"/>
          </ac:spMkLst>
        </pc:spChg>
        <pc:picChg chg="del">
          <ac:chgData name="Muriel BORDE" userId="c170603111e0d29b" providerId="LiveId" clId="{F5B51B51-7612-4FA0-9A68-F8393BA2293F}" dt="2024-01-15T09:50:00.633" v="2422" actId="478"/>
          <ac:picMkLst>
            <pc:docMk/>
            <pc:sldMk cId="2072849097" sldId="2359"/>
            <ac:picMk id="6" creationId="{7601331A-399A-45CC-70F8-6A45D021F912}"/>
          </ac:picMkLst>
        </pc:picChg>
      </pc:sldChg>
    </pc:docChg>
  </pc:docChgLst>
  <pc:docChgLst>
    <pc:chgData name="Muriel BORDE" userId="c170603111e0d29b" providerId="LiveId" clId="{AA5B9CAE-26F0-4BFC-99A5-A689678D8553}"/>
    <pc:docChg chg="undo custSel addSld delSld modSld sldOrd">
      <pc:chgData name="Muriel BORDE" userId="c170603111e0d29b" providerId="LiveId" clId="{AA5B9CAE-26F0-4BFC-99A5-A689678D8553}" dt="2023-06-22T07:49:15.163" v="1105" actId="20577"/>
      <pc:docMkLst>
        <pc:docMk/>
      </pc:docMkLst>
      <pc:sldChg chg="modSp mod">
        <pc:chgData name="Muriel BORDE" userId="c170603111e0d29b" providerId="LiveId" clId="{AA5B9CAE-26F0-4BFC-99A5-A689678D8553}" dt="2023-05-15T08:04:35.788" v="6" actId="27636"/>
        <pc:sldMkLst>
          <pc:docMk/>
          <pc:sldMk cId="0" sldId="262"/>
        </pc:sldMkLst>
        <pc:spChg chg="mod">
          <ac:chgData name="Muriel BORDE" userId="c170603111e0d29b" providerId="LiveId" clId="{AA5B9CAE-26F0-4BFC-99A5-A689678D8553}" dt="2023-05-15T08:04:35.788" v="6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Muriel BORDE" userId="c170603111e0d29b" providerId="LiveId" clId="{AA5B9CAE-26F0-4BFC-99A5-A689678D8553}" dt="2023-06-21T11:50:20.088" v="345" actId="20577"/>
        <pc:sldMkLst>
          <pc:docMk/>
          <pc:sldMk cId="0" sldId="271"/>
        </pc:sldMkLst>
        <pc:spChg chg="mod">
          <ac:chgData name="Muriel BORDE" userId="c170603111e0d29b" providerId="LiveId" clId="{AA5B9CAE-26F0-4BFC-99A5-A689678D8553}" dt="2023-06-21T10:58:47.296" v="288" actId="1035"/>
          <ac:spMkLst>
            <pc:docMk/>
            <pc:sldMk cId="0" sldId="271"/>
            <ac:spMk id="7" creationId="{00000000-0000-0000-0000-000000000000}"/>
          </ac:spMkLst>
        </pc:spChg>
        <pc:spChg chg="mod">
          <ac:chgData name="Muriel BORDE" userId="c170603111e0d29b" providerId="LiveId" clId="{AA5B9CAE-26F0-4BFC-99A5-A689678D8553}" dt="2023-06-21T11:50:20.088" v="345" actId="20577"/>
          <ac:spMkLst>
            <pc:docMk/>
            <pc:sldMk cId="0" sldId="271"/>
            <ac:spMk id="511998753" creationId="{00000000-0000-0000-0000-000000000000}"/>
          </ac:spMkLst>
        </pc:spChg>
      </pc:sldChg>
      <pc:sldChg chg="del">
        <pc:chgData name="Muriel BORDE" userId="c170603111e0d29b" providerId="LiveId" clId="{AA5B9CAE-26F0-4BFC-99A5-A689678D8553}" dt="2023-06-21T11:45:23.592" v="343" actId="47"/>
        <pc:sldMkLst>
          <pc:docMk/>
          <pc:sldMk cId="0" sldId="273"/>
        </pc:sldMkLst>
      </pc:sldChg>
      <pc:sldChg chg="modSp">
        <pc:chgData name="Muriel BORDE" userId="c170603111e0d29b" providerId="LiveId" clId="{AA5B9CAE-26F0-4BFC-99A5-A689678D8553}" dt="2023-05-15T08:05:38.666" v="62" actId="20577"/>
        <pc:sldMkLst>
          <pc:docMk/>
          <pc:sldMk cId="365426891" sldId="276"/>
        </pc:sldMkLst>
        <pc:graphicFrameChg chg="mod">
          <ac:chgData name="Muriel BORDE" userId="c170603111e0d29b" providerId="LiveId" clId="{AA5B9CAE-26F0-4BFC-99A5-A689678D8553}" dt="2023-05-15T08:05:38.666" v="62" actId="20577"/>
          <ac:graphicFrameMkLst>
            <pc:docMk/>
            <pc:sldMk cId="365426891" sldId="276"/>
            <ac:graphicFrameMk id="2" creationId="{00000000-0000-0000-0000-000000000000}"/>
          </ac:graphicFrameMkLst>
        </pc:graphicFrameChg>
      </pc:sldChg>
      <pc:sldChg chg="addSp delSp modSp mod">
        <pc:chgData name="Muriel BORDE" userId="c170603111e0d29b" providerId="LiveId" clId="{AA5B9CAE-26F0-4BFC-99A5-A689678D8553}" dt="2023-05-15T08:05:16.997" v="22" actId="1035"/>
        <pc:sldMkLst>
          <pc:docMk/>
          <pc:sldMk cId="4014011183" sldId="277"/>
        </pc:sldMkLst>
        <pc:spChg chg="add mod">
          <ac:chgData name="Muriel BORDE" userId="c170603111e0d29b" providerId="LiveId" clId="{AA5B9CAE-26F0-4BFC-99A5-A689678D8553}" dt="2023-05-15T08:04:38.104" v="7" actId="1076"/>
          <ac:spMkLst>
            <pc:docMk/>
            <pc:sldMk cId="4014011183" sldId="277"/>
            <ac:spMk id="3" creationId="{75B6D6C8-B63C-8BB9-AF4A-D647D54413E2}"/>
          </ac:spMkLst>
        </pc:spChg>
        <pc:spChg chg="mod">
          <ac:chgData name="Muriel BORDE" userId="c170603111e0d29b" providerId="LiveId" clId="{AA5B9CAE-26F0-4BFC-99A5-A689678D8553}" dt="2023-05-15T08:04:41.824" v="8" actId="1076"/>
          <ac:spMkLst>
            <pc:docMk/>
            <pc:sldMk cId="4014011183" sldId="277"/>
            <ac:spMk id="10" creationId="{00000000-0000-0000-0000-000000000000}"/>
          </ac:spMkLst>
        </pc:spChg>
        <pc:spChg chg="mod">
          <ac:chgData name="Muriel BORDE" userId="c170603111e0d29b" providerId="LiveId" clId="{AA5B9CAE-26F0-4BFC-99A5-A689678D8553}" dt="2023-05-15T08:05:16.997" v="22" actId="1035"/>
          <ac:spMkLst>
            <pc:docMk/>
            <pc:sldMk cId="4014011183" sldId="277"/>
            <ac:spMk id="22" creationId="{00000000-0000-0000-0000-000000000000}"/>
          </ac:spMkLst>
        </pc:spChg>
        <pc:spChg chg="del mod">
          <ac:chgData name="Muriel BORDE" userId="c170603111e0d29b" providerId="LiveId" clId="{AA5B9CAE-26F0-4BFC-99A5-A689678D8553}" dt="2023-05-15T08:04:51.562" v="11" actId="478"/>
          <ac:spMkLst>
            <pc:docMk/>
            <pc:sldMk cId="4014011183" sldId="277"/>
            <ac:spMk id="24" creationId="{00000000-0000-0000-0000-000000000000}"/>
          </ac:spMkLst>
        </pc:spChg>
        <pc:spChg chg="add mod">
          <ac:chgData name="Muriel BORDE" userId="c170603111e0d29b" providerId="LiveId" clId="{AA5B9CAE-26F0-4BFC-99A5-A689678D8553}" dt="2023-05-15T08:04:48.017" v="10" actId="1076"/>
          <ac:spMkLst>
            <pc:docMk/>
            <pc:sldMk cId="4014011183" sldId="277"/>
            <ac:spMk id="33" creationId="{0C2A184C-B230-B074-3404-29C4831EE613}"/>
          </ac:spMkLst>
        </pc:spChg>
        <pc:cxnChg chg="mod">
          <ac:chgData name="Muriel BORDE" userId="c170603111e0d29b" providerId="LiveId" clId="{AA5B9CAE-26F0-4BFC-99A5-A689678D8553}" dt="2023-05-15T08:04:41.824" v="8" actId="1076"/>
          <ac:cxnSpMkLst>
            <pc:docMk/>
            <pc:sldMk cId="4014011183" sldId="277"/>
            <ac:cxnSpMk id="17" creationId="{00000000-0000-0000-0000-000000000000}"/>
          </ac:cxnSpMkLst>
        </pc:cxnChg>
        <pc:cxnChg chg="add mod">
          <ac:chgData name="Muriel BORDE" userId="c170603111e0d29b" providerId="LiveId" clId="{AA5B9CAE-26F0-4BFC-99A5-A689678D8553}" dt="2023-05-15T08:05:02.446" v="14" actId="14100"/>
          <ac:cxnSpMkLst>
            <pc:docMk/>
            <pc:sldMk cId="4014011183" sldId="277"/>
            <ac:cxnSpMk id="34" creationId="{D7606AF7-B33E-DD0A-121C-108AA2CB611D}"/>
          </ac:cxnSpMkLst>
        </pc:cxnChg>
        <pc:cxnChg chg="add mod">
          <ac:chgData name="Muriel BORDE" userId="c170603111e0d29b" providerId="LiveId" clId="{AA5B9CAE-26F0-4BFC-99A5-A689678D8553}" dt="2023-05-15T08:05:09.368" v="17" actId="14100"/>
          <ac:cxnSpMkLst>
            <pc:docMk/>
            <pc:sldMk cId="4014011183" sldId="277"/>
            <ac:cxnSpMk id="37" creationId="{0B714433-8DEC-441D-885A-0916A426CC74}"/>
          </ac:cxnSpMkLst>
        </pc:cxnChg>
      </pc:sldChg>
      <pc:sldChg chg="del">
        <pc:chgData name="Muriel BORDE" userId="c170603111e0d29b" providerId="LiveId" clId="{AA5B9CAE-26F0-4BFC-99A5-A689678D8553}" dt="2023-06-21T13:20:08.439" v="761" actId="47"/>
        <pc:sldMkLst>
          <pc:docMk/>
          <pc:sldMk cId="526115962" sldId="278"/>
        </pc:sldMkLst>
      </pc:sldChg>
      <pc:sldChg chg="modSp mod">
        <pc:chgData name="Muriel BORDE" userId="c170603111e0d29b" providerId="LiveId" clId="{AA5B9CAE-26F0-4BFC-99A5-A689678D8553}" dt="2023-05-15T08:05:58.649" v="104" actId="20577"/>
        <pc:sldMkLst>
          <pc:docMk/>
          <pc:sldMk cId="1268558307" sldId="279"/>
        </pc:sldMkLst>
        <pc:spChg chg="mod">
          <ac:chgData name="Muriel BORDE" userId="c170603111e0d29b" providerId="LiveId" clId="{AA5B9CAE-26F0-4BFC-99A5-A689678D8553}" dt="2023-05-15T08:05:58.649" v="104" actId="20577"/>
          <ac:spMkLst>
            <pc:docMk/>
            <pc:sldMk cId="1268558307" sldId="279"/>
            <ac:spMk id="6" creationId="{00000000-0000-0000-0000-000000000000}"/>
          </ac:spMkLst>
        </pc:spChg>
      </pc:sldChg>
      <pc:sldChg chg="modSp mod">
        <pc:chgData name="Muriel BORDE" userId="c170603111e0d29b" providerId="LiveId" clId="{AA5B9CAE-26F0-4BFC-99A5-A689678D8553}" dt="2023-05-15T08:06:06.523" v="108"/>
        <pc:sldMkLst>
          <pc:docMk/>
          <pc:sldMk cId="3373699938" sldId="280"/>
        </pc:sldMkLst>
        <pc:spChg chg="mod">
          <ac:chgData name="Muriel BORDE" userId="c170603111e0d29b" providerId="LiveId" clId="{AA5B9CAE-26F0-4BFC-99A5-A689678D8553}" dt="2023-05-15T08:06:06.523" v="108"/>
          <ac:spMkLst>
            <pc:docMk/>
            <pc:sldMk cId="3373699938" sldId="280"/>
            <ac:spMk id="6" creationId="{00000000-0000-0000-0000-000000000000}"/>
          </ac:spMkLst>
        </pc:spChg>
      </pc:sldChg>
      <pc:sldChg chg="modSp mod">
        <pc:chgData name="Muriel BORDE" userId="c170603111e0d29b" providerId="LiveId" clId="{AA5B9CAE-26F0-4BFC-99A5-A689678D8553}" dt="2023-06-21T11:53:13.966" v="350" actId="20577"/>
        <pc:sldMkLst>
          <pc:docMk/>
          <pc:sldMk cId="4260222223" sldId="281"/>
        </pc:sldMkLst>
        <pc:spChg chg="mod">
          <ac:chgData name="Muriel BORDE" userId="c170603111e0d29b" providerId="LiveId" clId="{AA5B9CAE-26F0-4BFC-99A5-A689678D8553}" dt="2023-06-21T11:53:13.966" v="350" actId="20577"/>
          <ac:spMkLst>
            <pc:docMk/>
            <pc:sldMk cId="4260222223" sldId="281"/>
            <ac:spMk id="33" creationId="{00000000-0000-0000-0000-000000000000}"/>
          </ac:spMkLst>
        </pc:spChg>
      </pc:sldChg>
      <pc:sldChg chg="modSp mod">
        <pc:chgData name="Muriel BORDE" userId="c170603111e0d29b" providerId="LiveId" clId="{AA5B9CAE-26F0-4BFC-99A5-A689678D8553}" dt="2023-05-15T08:06:42.541" v="133" actId="20577"/>
        <pc:sldMkLst>
          <pc:docMk/>
          <pc:sldMk cId="2359202695" sldId="283"/>
        </pc:sldMkLst>
        <pc:spChg chg="mod">
          <ac:chgData name="Muriel BORDE" userId="c170603111e0d29b" providerId="LiveId" clId="{AA5B9CAE-26F0-4BFC-99A5-A689678D8553}" dt="2023-05-15T08:06:42.541" v="133" actId="20577"/>
          <ac:spMkLst>
            <pc:docMk/>
            <pc:sldMk cId="2359202695" sldId="283"/>
            <ac:spMk id="45" creationId="{00000000-0000-0000-0000-000000000000}"/>
          </ac:spMkLst>
        </pc:spChg>
      </pc:sldChg>
      <pc:sldChg chg="modSp mod">
        <pc:chgData name="Muriel BORDE" userId="c170603111e0d29b" providerId="LiveId" clId="{AA5B9CAE-26F0-4BFC-99A5-A689678D8553}" dt="2023-05-15T08:04:35.679" v="5" actId="27636"/>
        <pc:sldMkLst>
          <pc:docMk/>
          <pc:sldMk cId="2756400133" sldId="286"/>
        </pc:sldMkLst>
        <pc:spChg chg="mod">
          <ac:chgData name="Muriel BORDE" userId="c170603111e0d29b" providerId="LiveId" clId="{AA5B9CAE-26F0-4BFC-99A5-A689678D8553}" dt="2023-05-15T08:04:35.679" v="5" actId="27636"/>
          <ac:spMkLst>
            <pc:docMk/>
            <pc:sldMk cId="2756400133" sldId="286"/>
            <ac:spMk id="80" creationId="{00000000-0000-0000-0000-000000000000}"/>
          </ac:spMkLst>
        </pc:spChg>
      </pc:sldChg>
      <pc:sldChg chg="del">
        <pc:chgData name="Muriel BORDE" userId="c170603111e0d29b" providerId="LiveId" clId="{AA5B9CAE-26F0-4BFC-99A5-A689678D8553}" dt="2023-06-21T11:55:07.758" v="351" actId="47"/>
        <pc:sldMkLst>
          <pc:docMk/>
          <pc:sldMk cId="0" sldId="288"/>
        </pc:sldMkLst>
      </pc:sldChg>
      <pc:sldChg chg="modSp mod">
        <pc:chgData name="Muriel BORDE" userId="c170603111e0d29b" providerId="LiveId" clId="{AA5B9CAE-26F0-4BFC-99A5-A689678D8553}" dt="2023-05-15T08:07:34.372" v="232" actId="20577"/>
        <pc:sldMkLst>
          <pc:docMk/>
          <pc:sldMk cId="0" sldId="298"/>
        </pc:sldMkLst>
        <pc:spChg chg="mod">
          <ac:chgData name="Muriel BORDE" userId="c170603111e0d29b" providerId="LiveId" clId="{AA5B9CAE-26F0-4BFC-99A5-A689678D8553}" dt="2023-05-15T08:07:34.372" v="232" actId="20577"/>
          <ac:spMkLst>
            <pc:docMk/>
            <pc:sldMk cId="0" sldId="298"/>
            <ac:spMk id="4" creationId="{00000000-0000-0000-0000-000000000000}"/>
          </ac:spMkLst>
        </pc:spChg>
      </pc:sldChg>
      <pc:sldChg chg="del">
        <pc:chgData name="Muriel BORDE" userId="c170603111e0d29b" providerId="LiveId" clId="{AA5B9CAE-26F0-4BFC-99A5-A689678D8553}" dt="2023-05-15T08:07:59.879" v="233" actId="47"/>
        <pc:sldMkLst>
          <pc:docMk/>
          <pc:sldMk cId="0" sldId="300"/>
        </pc:sldMkLst>
      </pc:sldChg>
      <pc:sldChg chg="del">
        <pc:chgData name="Muriel BORDE" userId="c170603111e0d29b" providerId="LiveId" clId="{AA5B9CAE-26F0-4BFC-99A5-A689678D8553}" dt="2023-06-21T12:24:15.043" v="352" actId="47"/>
        <pc:sldMkLst>
          <pc:docMk/>
          <pc:sldMk cId="0" sldId="303"/>
        </pc:sldMkLst>
      </pc:sldChg>
      <pc:sldChg chg="del">
        <pc:chgData name="Muriel BORDE" userId="c170603111e0d29b" providerId="LiveId" clId="{AA5B9CAE-26F0-4BFC-99A5-A689678D8553}" dt="2023-05-15T08:08:05.334" v="234" actId="47"/>
        <pc:sldMkLst>
          <pc:docMk/>
          <pc:sldMk cId="0" sldId="304"/>
        </pc:sldMkLst>
      </pc:sldChg>
      <pc:sldChg chg="del">
        <pc:chgData name="Muriel BORDE" userId="c170603111e0d29b" providerId="LiveId" clId="{AA5B9CAE-26F0-4BFC-99A5-A689678D8553}" dt="2023-05-15T08:08:07.618" v="235" actId="47"/>
        <pc:sldMkLst>
          <pc:docMk/>
          <pc:sldMk cId="0" sldId="305"/>
        </pc:sldMkLst>
      </pc:sldChg>
      <pc:sldChg chg="addSp delSp modSp mod">
        <pc:chgData name="Muriel BORDE" userId="c170603111e0d29b" providerId="LiveId" clId="{AA5B9CAE-26F0-4BFC-99A5-A689678D8553}" dt="2023-06-22T07:49:15.163" v="1105" actId="20577"/>
        <pc:sldMkLst>
          <pc:docMk/>
          <pc:sldMk cId="955040011" sldId="307"/>
        </pc:sldMkLst>
        <pc:spChg chg="add mod">
          <ac:chgData name="Muriel BORDE" userId="c170603111e0d29b" providerId="LiveId" clId="{AA5B9CAE-26F0-4BFC-99A5-A689678D8553}" dt="2023-06-22T07:49:15.163" v="1105" actId="20577"/>
          <ac:spMkLst>
            <pc:docMk/>
            <pc:sldMk cId="955040011" sldId="307"/>
            <ac:spMk id="4" creationId="{B217CE7F-FC3B-D160-863F-11F502354555}"/>
          </ac:spMkLst>
        </pc:spChg>
        <pc:spChg chg="del">
          <ac:chgData name="Muriel BORDE" userId="c170603111e0d29b" providerId="LiveId" clId="{AA5B9CAE-26F0-4BFC-99A5-A689678D8553}" dt="2023-06-21T12:37:11.691" v="435" actId="478"/>
          <ac:spMkLst>
            <pc:docMk/>
            <pc:sldMk cId="955040011" sldId="307"/>
            <ac:spMk id="5" creationId="{00000000-0000-0000-0000-000000000000}"/>
          </ac:spMkLst>
        </pc:spChg>
        <pc:spChg chg="add del mod">
          <ac:chgData name="Muriel BORDE" userId="c170603111e0d29b" providerId="LiveId" clId="{AA5B9CAE-26F0-4BFC-99A5-A689678D8553}" dt="2023-06-22T07:48:05.129" v="1083" actId="478"/>
          <ac:spMkLst>
            <pc:docMk/>
            <pc:sldMk cId="955040011" sldId="307"/>
            <ac:spMk id="7" creationId="{17F1637A-1E18-46E7-7B41-279B870DD1A0}"/>
          </ac:spMkLst>
        </pc:spChg>
        <pc:spChg chg="add del mod">
          <ac:chgData name="Muriel BORDE" userId="c170603111e0d29b" providerId="LiveId" clId="{AA5B9CAE-26F0-4BFC-99A5-A689678D8553}" dt="2023-06-21T12:37:13.636" v="436" actId="478"/>
          <ac:spMkLst>
            <pc:docMk/>
            <pc:sldMk cId="955040011" sldId="307"/>
            <ac:spMk id="7" creationId="{AADA6387-EBBD-D6E1-7995-987FE9BDDE38}"/>
          </ac:spMkLst>
        </pc:spChg>
        <pc:picChg chg="add mod">
          <ac:chgData name="Muriel BORDE" userId="c170603111e0d29b" providerId="LiveId" clId="{AA5B9CAE-26F0-4BFC-99A5-A689678D8553}" dt="2023-06-22T07:47:40.807" v="1068" actId="1076"/>
          <ac:picMkLst>
            <pc:docMk/>
            <pc:sldMk cId="955040011" sldId="307"/>
            <ac:picMk id="3" creationId="{DD771C47-E2F3-1C96-73BE-DD8A01261A9B}"/>
          </ac:picMkLst>
        </pc:picChg>
        <pc:picChg chg="del mod">
          <ac:chgData name="Muriel BORDE" userId="c170603111e0d29b" providerId="LiveId" clId="{AA5B9CAE-26F0-4BFC-99A5-A689678D8553}" dt="2023-06-21T12:37:09.952" v="434" actId="478"/>
          <ac:picMkLst>
            <pc:docMk/>
            <pc:sldMk cId="955040011" sldId="307"/>
            <ac:picMk id="1026" creationId="{00000000-0000-0000-0000-000000000000}"/>
          </ac:picMkLst>
        </pc:picChg>
      </pc:sldChg>
      <pc:sldChg chg="addSp delSp modSp mod">
        <pc:chgData name="Muriel BORDE" userId="c170603111e0d29b" providerId="LiveId" clId="{AA5B9CAE-26F0-4BFC-99A5-A689678D8553}" dt="2023-06-21T12:59:31.652" v="726" actId="207"/>
        <pc:sldMkLst>
          <pc:docMk/>
          <pc:sldMk cId="1617856018" sldId="310"/>
        </pc:sldMkLst>
        <pc:spChg chg="mod">
          <ac:chgData name="Muriel BORDE" userId="c170603111e0d29b" providerId="LiveId" clId="{AA5B9CAE-26F0-4BFC-99A5-A689678D8553}" dt="2023-06-21T12:57:19.946" v="688" actId="1076"/>
          <ac:spMkLst>
            <pc:docMk/>
            <pc:sldMk cId="1617856018" sldId="310"/>
            <ac:spMk id="3" creationId="{00000000-0000-0000-0000-000000000000}"/>
          </ac:spMkLst>
        </pc:spChg>
        <pc:spChg chg="add del mod">
          <ac:chgData name="Muriel BORDE" userId="c170603111e0d29b" providerId="LiveId" clId="{AA5B9CAE-26F0-4BFC-99A5-A689678D8553}" dt="2023-06-21T12:53:01.496" v="539" actId="478"/>
          <ac:spMkLst>
            <pc:docMk/>
            <pc:sldMk cId="1617856018" sldId="310"/>
            <ac:spMk id="4" creationId="{00000000-0000-0000-0000-000000000000}"/>
          </ac:spMkLst>
        </pc:spChg>
        <pc:spChg chg="del">
          <ac:chgData name="Muriel BORDE" userId="c170603111e0d29b" providerId="LiveId" clId="{AA5B9CAE-26F0-4BFC-99A5-A689678D8553}" dt="2023-06-21T12:33:43.382" v="384" actId="478"/>
          <ac:spMkLst>
            <pc:docMk/>
            <pc:sldMk cId="1617856018" sldId="310"/>
            <ac:spMk id="9" creationId="{00000000-0000-0000-0000-000000000000}"/>
          </ac:spMkLst>
        </pc:spChg>
        <pc:spChg chg="del mod">
          <ac:chgData name="Muriel BORDE" userId="c170603111e0d29b" providerId="LiveId" clId="{AA5B9CAE-26F0-4BFC-99A5-A689678D8553}" dt="2023-06-21T12:33:44.569" v="385" actId="478"/>
          <ac:spMkLst>
            <pc:docMk/>
            <pc:sldMk cId="1617856018" sldId="310"/>
            <ac:spMk id="10" creationId="{00000000-0000-0000-0000-000000000000}"/>
          </ac:spMkLst>
        </pc:spChg>
        <pc:graphicFrameChg chg="mod modGraphic">
          <ac:chgData name="Muriel BORDE" userId="c170603111e0d29b" providerId="LiveId" clId="{AA5B9CAE-26F0-4BFC-99A5-A689678D8553}" dt="2023-06-21T12:59:31.652" v="726" actId="207"/>
          <ac:graphicFrameMkLst>
            <pc:docMk/>
            <pc:sldMk cId="1617856018" sldId="310"/>
            <ac:graphicFrameMk id="8" creationId="{00000000-0000-0000-0000-000000000000}"/>
          </ac:graphicFrameMkLst>
        </pc:graphicFrameChg>
        <pc:picChg chg="add del mod">
          <ac:chgData name="Muriel BORDE" userId="c170603111e0d29b" providerId="LiveId" clId="{AA5B9CAE-26F0-4BFC-99A5-A689678D8553}" dt="2023-06-21T12:49:19.659" v="447" actId="478"/>
          <ac:picMkLst>
            <pc:docMk/>
            <pc:sldMk cId="1617856018" sldId="310"/>
            <ac:picMk id="12" creationId="{A161DA8C-CB9D-C191-E349-E4194F8D9003}"/>
          </ac:picMkLst>
        </pc:picChg>
        <pc:picChg chg="add del mod">
          <ac:chgData name="Muriel BORDE" userId="c170603111e0d29b" providerId="LiveId" clId="{AA5B9CAE-26F0-4BFC-99A5-A689678D8553}" dt="2023-06-21T12:49:16.602" v="446" actId="478"/>
          <ac:picMkLst>
            <pc:docMk/>
            <pc:sldMk cId="1617856018" sldId="310"/>
            <ac:picMk id="2050" creationId="{ACA7129A-3772-EA4A-E852-973768FF37FA}"/>
          </ac:picMkLst>
        </pc:picChg>
      </pc:sldChg>
      <pc:sldChg chg="modSp mod">
        <pc:chgData name="Muriel BORDE" userId="c170603111e0d29b" providerId="LiveId" clId="{AA5B9CAE-26F0-4BFC-99A5-A689678D8553}" dt="2023-06-21T13:00:31.880" v="728" actId="20577"/>
        <pc:sldMkLst>
          <pc:docMk/>
          <pc:sldMk cId="0" sldId="313"/>
        </pc:sldMkLst>
        <pc:spChg chg="mod">
          <ac:chgData name="Muriel BORDE" userId="c170603111e0d29b" providerId="LiveId" clId="{AA5B9CAE-26F0-4BFC-99A5-A689678D8553}" dt="2023-06-21T13:00:31.880" v="728" actId="20577"/>
          <ac:spMkLst>
            <pc:docMk/>
            <pc:sldMk cId="0" sldId="313"/>
            <ac:spMk id="8" creationId="{00000000-0000-0000-0000-000000000000}"/>
          </ac:spMkLst>
        </pc:spChg>
      </pc:sldChg>
      <pc:sldChg chg="modSp mod">
        <pc:chgData name="Muriel BORDE" userId="c170603111e0d29b" providerId="LiveId" clId="{AA5B9CAE-26F0-4BFC-99A5-A689678D8553}" dt="2023-06-21T13:07:25.775" v="758" actId="14100"/>
        <pc:sldMkLst>
          <pc:docMk/>
          <pc:sldMk cId="1162498139" sldId="316"/>
        </pc:sldMkLst>
        <pc:spChg chg="mod">
          <ac:chgData name="Muriel BORDE" userId="c170603111e0d29b" providerId="LiveId" clId="{AA5B9CAE-26F0-4BFC-99A5-A689678D8553}" dt="2023-06-21T13:07:16.755" v="757" actId="113"/>
          <ac:spMkLst>
            <pc:docMk/>
            <pc:sldMk cId="1162498139" sldId="316"/>
            <ac:spMk id="10" creationId="{00000000-0000-0000-0000-000000000000}"/>
          </ac:spMkLst>
        </pc:spChg>
        <pc:spChg chg="mod">
          <ac:chgData name="Muriel BORDE" userId="c170603111e0d29b" providerId="LiveId" clId="{AA5B9CAE-26F0-4BFC-99A5-A689678D8553}" dt="2023-06-21T13:07:25.775" v="758" actId="14100"/>
          <ac:spMkLst>
            <pc:docMk/>
            <pc:sldMk cId="1162498139" sldId="316"/>
            <ac:spMk id="12" creationId="{00000000-0000-0000-0000-000000000000}"/>
          </ac:spMkLst>
        </pc:spChg>
      </pc:sldChg>
      <pc:sldChg chg="addSp modSp mod">
        <pc:chgData name="Muriel BORDE" userId="c170603111e0d29b" providerId="LiveId" clId="{AA5B9CAE-26F0-4BFC-99A5-A689678D8553}" dt="2023-06-21T13:07:42.593" v="760" actId="1076"/>
        <pc:sldMkLst>
          <pc:docMk/>
          <pc:sldMk cId="3171768951" sldId="317"/>
        </pc:sldMkLst>
        <pc:spChg chg="add mod">
          <ac:chgData name="Muriel BORDE" userId="c170603111e0d29b" providerId="LiveId" clId="{AA5B9CAE-26F0-4BFC-99A5-A689678D8553}" dt="2023-06-21T13:07:42.593" v="760" actId="1076"/>
          <ac:spMkLst>
            <pc:docMk/>
            <pc:sldMk cId="3171768951" sldId="317"/>
            <ac:spMk id="4" creationId="{74386F33-F806-04AF-C7F0-D74EFB862274}"/>
          </ac:spMkLst>
        </pc:spChg>
      </pc:sldChg>
      <pc:sldChg chg="addSp delSp modSp mod">
        <pc:chgData name="Muriel BORDE" userId="c170603111e0d29b" providerId="LiveId" clId="{AA5B9CAE-26F0-4BFC-99A5-A689678D8553}" dt="2023-05-24T13:08:06.860" v="273" actId="115"/>
        <pc:sldMkLst>
          <pc:docMk/>
          <pc:sldMk cId="0" sldId="318"/>
        </pc:sldMkLst>
        <pc:spChg chg="add mod">
          <ac:chgData name="Muriel BORDE" userId="c170603111e0d29b" providerId="LiveId" clId="{AA5B9CAE-26F0-4BFC-99A5-A689678D8553}" dt="2023-05-24T13:08:06.860" v="273" actId="115"/>
          <ac:spMkLst>
            <pc:docMk/>
            <pc:sldMk cId="0" sldId="318"/>
            <ac:spMk id="4" creationId="{5B301BA7-3C8D-9273-3FAA-E0A25E727640}"/>
          </ac:spMkLst>
        </pc:spChg>
        <pc:picChg chg="add del mod">
          <ac:chgData name="Muriel BORDE" userId="c170603111e0d29b" providerId="LiveId" clId="{AA5B9CAE-26F0-4BFC-99A5-A689678D8553}" dt="2023-05-24T13:05:30.724" v="246" actId="478"/>
          <ac:picMkLst>
            <pc:docMk/>
            <pc:sldMk cId="0" sldId="318"/>
            <ac:picMk id="1026" creationId="{1991DAF1-06BA-B324-2563-F707BEF8099F}"/>
          </ac:picMkLst>
        </pc:picChg>
        <pc:picChg chg="add mod">
          <ac:chgData name="Muriel BORDE" userId="c170603111e0d29b" providerId="LiveId" clId="{AA5B9CAE-26F0-4BFC-99A5-A689678D8553}" dt="2023-05-24T13:06:00.814" v="252" actId="1076"/>
          <ac:picMkLst>
            <pc:docMk/>
            <pc:sldMk cId="0" sldId="318"/>
            <ac:picMk id="1028" creationId="{C05FE10F-DF78-D1B5-FF7F-DB04340A4E42}"/>
          </ac:picMkLst>
        </pc:picChg>
      </pc:sldChg>
      <pc:sldChg chg="addSp delSp modSp mod">
        <pc:chgData name="Muriel BORDE" userId="c170603111e0d29b" providerId="LiveId" clId="{AA5B9CAE-26F0-4BFC-99A5-A689678D8553}" dt="2023-06-21T13:27:35.218" v="806" actId="478"/>
        <pc:sldMkLst>
          <pc:docMk/>
          <pc:sldMk cId="0" sldId="320"/>
        </pc:sldMkLst>
        <pc:spChg chg="add mod">
          <ac:chgData name="Muriel BORDE" userId="c170603111e0d29b" providerId="LiveId" clId="{AA5B9CAE-26F0-4BFC-99A5-A689678D8553}" dt="2023-06-21T13:24:18.551" v="798" actId="1076"/>
          <ac:spMkLst>
            <pc:docMk/>
            <pc:sldMk cId="0" sldId="320"/>
            <ac:spMk id="7" creationId="{A66EEB62-E4DF-1202-2790-618742236495}"/>
          </ac:spMkLst>
        </pc:spChg>
        <pc:spChg chg="add mod">
          <ac:chgData name="Muriel BORDE" userId="c170603111e0d29b" providerId="LiveId" clId="{AA5B9CAE-26F0-4BFC-99A5-A689678D8553}" dt="2023-06-21T13:23:47.892" v="783" actId="1076"/>
          <ac:spMkLst>
            <pc:docMk/>
            <pc:sldMk cId="0" sldId="320"/>
            <ac:spMk id="8" creationId="{B76CB328-A634-16C9-CEEB-AEE7AF8BD047}"/>
          </ac:spMkLst>
        </pc:spChg>
        <pc:spChg chg="add mod">
          <ac:chgData name="Muriel BORDE" userId="c170603111e0d29b" providerId="LiveId" clId="{AA5B9CAE-26F0-4BFC-99A5-A689678D8553}" dt="2023-06-21T13:23:54.027" v="788" actId="20577"/>
          <ac:spMkLst>
            <pc:docMk/>
            <pc:sldMk cId="0" sldId="320"/>
            <ac:spMk id="11" creationId="{C9E2EA3C-0536-4919-55F4-6EB4EDB970A3}"/>
          </ac:spMkLst>
        </pc:spChg>
        <pc:spChg chg="add mod">
          <ac:chgData name="Muriel BORDE" userId="c170603111e0d29b" providerId="LiveId" clId="{AA5B9CAE-26F0-4BFC-99A5-A689678D8553}" dt="2023-06-21T13:24:09.760" v="796" actId="20577"/>
          <ac:spMkLst>
            <pc:docMk/>
            <pc:sldMk cId="0" sldId="320"/>
            <ac:spMk id="16" creationId="{4DF1A574-C703-A48E-CC9A-AF36F975A0E4}"/>
          </ac:spMkLst>
        </pc:spChg>
        <pc:graphicFrameChg chg="mod">
          <ac:chgData name="Muriel BORDE" userId="c170603111e0d29b" providerId="LiveId" clId="{AA5B9CAE-26F0-4BFC-99A5-A689678D8553}" dt="2023-06-21T13:23:57.757" v="789"/>
          <ac:graphicFrameMkLst>
            <pc:docMk/>
            <pc:sldMk cId="0" sldId="320"/>
            <ac:graphicFrameMk id="10" creationId="{00000000-0000-0000-0000-000000000000}"/>
          </ac:graphicFrameMkLst>
        </pc:graphicFrameChg>
        <pc:picChg chg="add del mod">
          <ac:chgData name="Muriel BORDE" userId="c170603111e0d29b" providerId="LiveId" clId="{AA5B9CAE-26F0-4BFC-99A5-A689678D8553}" dt="2023-06-21T13:27:35.218" v="806" actId="478"/>
          <ac:picMkLst>
            <pc:docMk/>
            <pc:sldMk cId="0" sldId="320"/>
            <ac:picMk id="17" creationId="{B0AF0156-E05E-6A2F-BBF2-E08DD08E6E9C}"/>
          </ac:picMkLst>
        </pc:picChg>
      </pc:sldChg>
      <pc:sldChg chg="addSp modSp mod">
        <pc:chgData name="Muriel BORDE" userId="c170603111e0d29b" providerId="LiveId" clId="{AA5B9CAE-26F0-4BFC-99A5-A689678D8553}" dt="2023-06-21T13:27:03.781" v="803" actId="1076"/>
        <pc:sldMkLst>
          <pc:docMk/>
          <pc:sldMk cId="0" sldId="321"/>
        </pc:sldMkLst>
        <pc:picChg chg="mod">
          <ac:chgData name="Muriel BORDE" userId="c170603111e0d29b" providerId="LiveId" clId="{AA5B9CAE-26F0-4BFC-99A5-A689678D8553}" dt="2023-06-21T13:27:01.245" v="802" actId="1076"/>
          <ac:picMkLst>
            <pc:docMk/>
            <pc:sldMk cId="0" sldId="321"/>
            <ac:picMk id="3" creationId="{00000000-0000-0000-0000-000000000000}"/>
          </ac:picMkLst>
        </pc:picChg>
        <pc:picChg chg="add mod">
          <ac:chgData name="Muriel BORDE" userId="c170603111e0d29b" providerId="LiveId" clId="{AA5B9CAE-26F0-4BFC-99A5-A689678D8553}" dt="2023-06-21T13:27:03.781" v="803" actId="1076"/>
          <ac:picMkLst>
            <pc:docMk/>
            <pc:sldMk cId="0" sldId="321"/>
            <ac:picMk id="4098" creationId="{B3A26104-C933-3B38-239A-894ACDC70A6C}"/>
          </ac:picMkLst>
        </pc:picChg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25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26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27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28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29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30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31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32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33"/>
        </pc:sldMkLst>
      </pc:sldChg>
      <pc:sldChg chg="del">
        <pc:chgData name="Muriel BORDE" userId="c170603111e0d29b" providerId="LiveId" clId="{AA5B9CAE-26F0-4BFC-99A5-A689678D8553}" dt="2023-05-15T08:08:30.163" v="236" actId="47"/>
        <pc:sldMkLst>
          <pc:docMk/>
          <pc:sldMk cId="0" sldId="334"/>
        </pc:sldMkLst>
      </pc:sldChg>
      <pc:sldChg chg="addSp modSp mod">
        <pc:chgData name="Muriel BORDE" userId="c170603111e0d29b" providerId="LiveId" clId="{AA5B9CAE-26F0-4BFC-99A5-A689678D8553}" dt="2023-06-21T14:42:25.224" v="994" actId="1076"/>
        <pc:sldMkLst>
          <pc:docMk/>
          <pc:sldMk cId="3055899608" sldId="337"/>
        </pc:sldMkLst>
        <pc:spChg chg="mod">
          <ac:chgData name="Muriel BORDE" userId="c170603111e0d29b" providerId="LiveId" clId="{AA5B9CAE-26F0-4BFC-99A5-A689678D8553}" dt="2023-06-21T14:40:36.390" v="889" actId="1038"/>
          <ac:spMkLst>
            <pc:docMk/>
            <pc:sldMk cId="3055899608" sldId="337"/>
            <ac:spMk id="2" creationId="{00000000-0000-0000-0000-000000000000}"/>
          </ac:spMkLst>
        </pc:spChg>
        <pc:spChg chg="mod">
          <ac:chgData name="Muriel BORDE" userId="c170603111e0d29b" providerId="LiveId" clId="{AA5B9CAE-26F0-4BFC-99A5-A689678D8553}" dt="2023-06-21T14:40:51.439" v="900" actId="1036"/>
          <ac:spMkLst>
            <pc:docMk/>
            <pc:sldMk cId="3055899608" sldId="337"/>
            <ac:spMk id="3" creationId="{00000000-0000-0000-0000-000000000000}"/>
          </ac:spMkLst>
        </pc:spChg>
        <pc:spChg chg="add mod">
          <ac:chgData name="Muriel BORDE" userId="c170603111e0d29b" providerId="LiveId" clId="{AA5B9CAE-26F0-4BFC-99A5-A689678D8553}" dt="2023-06-21T14:42:07.051" v="986" actId="1036"/>
          <ac:spMkLst>
            <pc:docMk/>
            <pc:sldMk cId="3055899608" sldId="337"/>
            <ac:spMk id="4" creationId="{4A326687-8AAA-27B7-7D50-C16D6617A913}"/>
          </ac:spMkLst>
        </pc:spChg>
        <pc:spChg chg="add mod">
          <ac:chgData name="Muriel BORDE" userId="c170603111e0d29b" providerId="LiveId" clId="{AA5B9CAE-26F0-4BFC-99A5-A689678D8553}" dt="2023-06-21T14:42:25.224" v="994" actId="1076"/>
          <ac:spMkLst>
            <pc:docMk/>
            <pc:sldMk cId="3055899608" sldId="337"/>
            <ac:spMk id="5" creationId="{CB25A334-BF53-FC65-FC88-E7586CFA75AC}"/>
          </ac:spMkLst>
        </pc:spChg>
        <pc:spChg chg="mod">
          <ac:chgData name="Muriel BORDE" userId="c170603111e0d29b" providerId="LiveId" clId="{AA5B9CAE-26F0-4BFC-99A5-A689678D8553}" dt="2023-06-21T14:38:57.083" v="810" actId="1076"/>
          <ac:spMkLst>
            <pc:docMk/>
            <pc:sldMk cId="3055899608" sldId="337"/>
            <ac:spMk id="7" creationId="{00000000-0000-0000-0000-000000000000}"/>
          </ac:spMkLst>
        </pc:spChg>
        <pc:picChg chg="add mod">
          <ac:chgData name="Muriel BORDE" userId="c170603111e0d29b" providerId="LiveId" clId="{AA5B9CAE-26F0-4BFC-99A5-A689678D8553}" dt="2023-06-21T14:41:37.033" v="908" actId="1076"/>
          <ac:picMkLst>
            <pc:docMk/>
            <pc:sldMk cId="3055899608" sldId="337"/>
            <ac:picMk id="5122" creationId="{56712D65-C42B-CBB5-9568-C91B6E1D523D}"/>
          </ac:picMkLst>
        </pc:picChg>
      </pc:sldChg>
      <pc:sldChg chg="del">
        <pc:chgData name="Muriel BORDE" userId="c170603111e0d29b" providerId="LiveId" clId="{AA5B9CAE-26F0-4BFC-99A5-A689678D8553}" dt="2023-06-21T14:48:59.560" v="995" actId="47"/>
        <pc:sldMkLst>
          <pc:docMk/>
          <pc:sldMk cId="0" sldId="339"/>
        </pc:sldMkLst>
      </pc:sldChg>
      <pc:sldChg chg="ord">
        <pc:chgData name="Muriel BORDE" userId="c170603111e0d29b" providerId="LiveId" clId="{AA5B9CAE-26F0-4BFC-99A5-A689678D8553}" dt="2023-06-21T14:51:24.212" v="999"/>
        <pc:sldMkLst>
          <pc:docMk/>
          <pc:sldMk cId="2116911405" sldId="343"/>
        </pc:sldMkLst>
      </pc:sldChg>
      <pc:sldChg chg="ord">
        <pc:chgData name="Muriel BORDE" userId="c170603111e0d29b" providerId="LiveId" clId="{AA5B9CAE-26F0-4BFC-99A5-A689678D8553}" dt="2023-06-21T14:50:55.265" v="997"/>
        <pc:sldMkLst>
          <pc:docMk/>
          <pc:sldMk cId="2684892692" sldId="344"/>
        </pc:sldMkLst>
      </pc:sldChg>
      <pc:sldChg chg="addSp modSp mod">
        <pc:chgData name="Muriel BORDE" userId="c170603111e0d29b" providerId="LiveId" clId="{AA5B9CAE-26F0-4BFC-99A5-A689678D8553}" dt="2023-05-24T13:07:54.017" v="272" actId="115"/>
        <pc:sldMkLst>
          <pc:docMk/>
          <pc:sldMk cId="2784850762" sldId="351"/>
        </pc:sldMkLst>
        <pc:spChg chg="add mod">
          <ac:chgData name="Muriel BORDE" userId="c170603111e0d29b" providerId="LiveId" clId="{AA5B9CAE-26F0-4BFC-99A5-A689678D8553}" dt="2023-05-24T13:07:54.017" v="272" actId="115"/>
          <ac:spMkLst>
            <pc:docMk/>
            <pc:sldMk cId="2784850762" sldId="351"/>
            <ac:spMk id="7" creationId="{78FD1E99-D478-280C-7F8F-B67AF6DECA36}"/>
          </ac:spMkLst>
        </pc:spChg>
        <pc:picChg chg="add mod">
          <ac:chgData name="Muriel BORDE" userId="c170603111e0d29b" providerId="LiveId" clId="{AA5B9CAE-26F0-4BFC-99A5-A689678D8553}" dt="2023-05-24T13:06:36.272" v="256" actId="1076"/>
          <ac:picMkLst>
            <pc:docMk/>
            <pc:sldMk cId="2784850762" sldId="351"/>
            <ac:picMk id="3" creationId="{E7550A22-C706-EFF2-DB04-4D7A424E79CC}"/>
          </ac:picMkLst>
        </pc:picChg>
      </pc:sldChg>
      <pc:sldChg chg="addSp modSp mod">
        <pc:chgData name="Muriel BORDE" userId="c170603111e0d29b" providerId="LiveId" clId="{AA5B9CAE-26F0-4BFC-99A5-A689678D8553}" dt="2023-05-24T13:07:49.543" v="271" actId="115"/>
        <pc:sldMkLst>
          <pc:docMk/>
          <pc:sldMk cId="0" sldId="353"/>
        </pc:sldMkLst>
        <pc:spChg chg="add mod">
          <ac:chgData name="Muriel BORDE" userId="c170603111e0d29b" providerId="LiveId" clId="{AA5B9CAE-26F0-4BFC-99A5-A689678D8553}" dt="2023-05-24T13:07:49.543" v="271" actId="115"/>
          <ac:spMkLst>
            <pc:docMk/>
            <pc:sldMk cId="0" sldId="353"/>
            <ac:spMk id="7" creationId="{381AE0F0-994F-476D-1501-11F21305A28C}"/>
          </ac:spMkLst>
        </pc:spChg>
        <pc:picChg chg="add mod">
          <ac:chgData name="Muriel BORDE" userId="c170603111e0d29b" providerId="LiveId" clId="{AA5B9CAE-26F0-4BFC-99A5-A689678D8553}" dt="2023-05-24T13:06:27.983" v="254" actId="1076"/>
          <ac:picMkLst>
            <pc:docMk/>
            <pc:sldMk cId="0" sldId="353"/>
            <ac:picMk id="3" creationId="{4AB4991F-E9E7-0FFF-E3D4-01D8F9C2A816}"/>
          </ac:picMkLst>
        </pc:picChg>
      </pc:sldChg>
      <pc:sldChg chg="addSp delSp modSp add mod">
        <pc:chgData name="Muriel BORDE" userId="c170603111e0d29b" providerId="LiveId" clId="{AA5B9CAE-26F0-4BFC-99A5-A689678D8553}" dt="2023-06-21T13:00:03.822" v="727" actId="1076"/>
        <pc:sldMkLst>
          <pc:docMk/>
          <pc:sldMk cId="247847407" sldId="368"/>
        </pc:sldMkLst>
        <pc:spChg chg="del">
          <ac:chgData name="Muriel BORDE" userId="c170603111e0d29b" providerId="LiveId" clId="{AA5B9CAE-26F0-4BFC-99A5-A689678D8553}" dt="2023-06-21T12:49:30.267" v="452" actId="478"/>
          <ac:spMkLst>
            <pc:docMk/>
            <pc:sldMk cId="247847407" sldId="368"/>
            <ac:spMk id="3" creationId="{00000000-0000-0000-0000-000000000000}"/>
          </ac:spMkLst>
        </pc:spChg>
        <pc:spChg chg="del">
          <ac:chgData name="Muriel BORDE" userId="c170603111e0d29b" providerId="LiveId" clId="{AA5B9CAE-26F0-4BFC-99A5-A689678D8553}" dt="2023-06-21T12:49:28.677" v="451" actId="478"/>
          <ac:spMkLst>
            <pc:docMk/>
            <pc:sldMk cId="247847407" sldId="368"/>
            <ac:spMk id="4" creationId="{00000000-0000-0000-0000-000000000000}"/>
          </ac:spMkLst>
        </pc:spChg>
        <pc:spChg chg="mod">
          <ac:chgData name="Muriel BORDE" userId="c170603111e0d29b" providerId="LiveId" clId="{AA5B9CAE-26F0-4BFC-99A5-A689678D8553}" dt="2023-06-21T12:54:36.389" v="580" actId="20577"/>
          <ac:spMkLst>
            <pc:docMk/>
            <pc:sldMk cId="247847407" sldId="368"/>
            <ac:spMk id="7" creationId="{00000000-0000-0000-0000-000000000000}"/>
          </ac:spMkLst>
        </pc:spChg>
        <pc:spChg chg="add mod ord">
          <ac:chgData name="Muriel BORDE" userId="c170603111e0d29b" providerId="LiveId" clId="{AA5B9CAE-26F0-4BFC-99A5-A689678D8553}" dt="2023-06-21T12:56:59.440" v="676" actId="1076"/>
          <ac:spMkLst>
            <pc:docMk/>
            <pc:sldMk cId="247847407" sldId="368"/>
            <ac:spMk id="14" creationId="{B523A2DA-5335-3F83-8E06-B22D05CB949B}"/>
          </ac:spMkLst>
        </pc:spChg>
        <pc:graphicFrameChg chg="del">
          <ac:chgData name="Muriel BORDE" userId="c170603111e0d29b" providerId="LiveId" clId="{AA5B9CAE-26F0-4BFC-99A5-A689678D8553}" dt="2023-06-21T12:49:21.954" v="448" actId="478"/>
          <ac:graphicFrameMkLst>
            <pc:docMk/>
            <pc:sldMk cId="247847407" sldId="368"/>
            <ac:graphicFrameMk id="8" creationId="{00000000-0000-0000-0000-000000000000}"/>
          </ac:graphicFrameMkLst>
        </pc:graphicFrameChg>
        <pc:picChg chg="add del">
          <ac:chgData name="Muriel BORDE" userId="c170603111e0d29b" providerId="LiveId" clId="{AA5B9CAE-26F0-4BFC-99A5-A689678D8553}" dt="2023-06-21T12:50:08.832" v="456" actId="478"/>
          <ac:picMkLst>
            <pc:docMk/>
            <pc:sldMk cId="247847407" sldId="368"/>
            <ac:picMk id="10" creationId="{813F2DC6-B89E-EDD5-18EA-B3F15806B313}"/>
          </ac:picMkLst>
        </pc:picChg>
        <pc:picChg chg="add del mod">
          <ac:chgData name="Muriel BORDE" userId="c170603111e0d29b" providerId="LiveId" clId="{AA5B9CAE-26F0-4BFC-99A5-A689678D8553}" dt="2023-06-21T13:00:03.822" v="727" actId="1076"/>
          <ac:picMkLst>
            <pc:docMk/>
            <pc:sldMk cId="247847407" sldId="368"/>
            <ac:picMk id="12" creationId="{A161DA8C-CB9D-C191-E349-E4194F8D9003}"/>
          </ac:picMkLst>
        </pc:picChg>
        <pc:picChg chg="add mod">
          <ac:chgData name="Muriel BORDE" userId="c170603111e0d29b" providerId="LiveId" clId="{AA5B9CAE-26F0-4BFC-99A5-A689678D8553}" dt="2023-06-21T12:56:59.440" v="676" actId="1076"/>
          <ac:picMkLst>
            <pc:docMk/>
            <pc:sldMk cId="247847407" sldId="368"/>
            <ac:picMk id="13" creationId="{4653FB19-2ADF-B6D3-2F3C-7329FAC220ED}"/>
          </ac:picMkLst>
        </pc:picChg>
        <pc:picChg chg="del mod">
          <ac:chgData name="Muriel BORDE" userId="c170603111e0d29b" providerId="LiveId" clId="{AA5B9CAE-26F0-4BFC-99A5-A689678D8553}" dt="2023-06-21T12:50:05.732" v="454" actId="478"/>
          <ac:picMkLst>
            <pc:docMk/>
            <pc:sldMk cId="247847407" sldId="368"/>
            <ac:picMk id="2050" creationId="{ACA7129A-3772-EA4A-E852-973768FF37FA}"/>
          </ac:picMkLst>
        </pc:picChg>
        <pc:picChg chg="add del mod">
          <ac:chgData name="Muriel BORDE" userId="c170603111e0d29b" providerId="LiveId" clId="{AA5B9CAE-26F0-4BFC-99A5-A689678D8553}" dt="2023-06-21T12:54:23.754" v="547" actId="478"/>
          <ac:picMkLst>
            <pc:docMk/>
            <pc:sldMk cId="247847407" sldId="368"/>
            <ac:picMk id="3074" creationId="{5BCC501B-E13D-29F1-6C66-CFCC7F17916E}"/>
          </ac:picMkLst>
        </pc:picChg>
      </pc:sldChg>
    </pc:docChg>
  </pc:docChgLst>
  <pc:docChgLst>
    <pc:chgData name="Muriel BORDE" userId="c170603111e0d29b" providerId="LiveId" clId="{88A39F71-90C1-4121-B360-2DDA4F102DCB}"/>
    <pc:docChg chg="undo redo custSel addSld delSld modSld sldOrd delMainMaster modMainMaster">
      <pc:chgData name="Muriel BORDE" userId="c170603111e0d29b" providerId="LiveId" clId="{88A39F71-90C1-4121-B360-2DDA4F102DCB}" dt="2023-12-11T09:34:05.360" v="21530" actId="313"/>
      <pc:docMkLst>
        <pc:docMk/>
      </pc:docMkLst>
      <pc:sldChg chg="addSp delSp modSp mod">
        <pc:chgData name="Muriel BORDE" userId="c170603111e0d29b" providerId="LiveId" clId="{88A39F71-90C1-4121-B360-2DDA4F102DCB}" dt="2023-09-28T13:45:50.267" v="21310" actId="14100"/>
        <pc:sldMkLst>
          <pc:docMk/>
          <pc:sldMk cId="0" sldId="256"/>
        </pc:sldMkLst>
        <pc:spChg chg="add mod">
          <ac:chgData name="Muriel BORDE" userId="c170603111e0d29b" providerId="LiveId" clId="{88A39F71-90C1-4121-B360-2DDA4F102DCB}" dt="2023-09-27T15:04:09.155" v="20592" actId="14100"/>
          <ac:spMkLst>
            <pc:docMk/>
            <pc:sldMk cId="0" sldId="256"/>
            <ac:spMk id="2" creationId="{5B6E93ED-B7C3-6133-C8E6-9E9C928E4455}"/>
          </ac:spMkLst>
        </pc:spChg>
        <pc:spChg chg="mod">
          <ac:chgData name="Muriel BORDE" userId="c170603111e0d29b" providerId="LiveId" clId="{88A39F71-90C1-4121-B360-2DDA4F102DCB}" dt="2023-09-28T13:45:36.378" v="21309" actId="1037"/>
          <ac:spMkLst>
            <pc:docMk/>
            <pc:sldMk cId="0" sldId="256"/>
            <ac:spMk id="3" creationId="{00000000-0000-0000-0000-000000000000}"/>
          </ac:spMkLst>
        </pc:spChg>
        <pc:picChg chg="del">
          <ac:chgData name="Muriel BORDE" userId="c170603111e0d29b" providerId="LiveId" clId="{88A39F71-90C1-4121-B360-2DDA4F102DCB}" dt="2023-09-28T13:39:04.349" v="21278" actId="478"/>
          <ac:picMkLst>
            <pc:docMk/>
            <pc:sldMk cId="0" sldId="256"/>
            <ac:picMk id="4" creationId="{00000000-0000-0000-0000-000000000000}"/>
          </ac:picMkLst>
        </pc:picChg>
        <pc:picChg chg="add mod">
          <ac:chgData name="Muriel BORDE" userId="c170603111e0d29b" providerId="LiveId" clId="{88A39F71-90C1-4121-B360-2DDA4F102DCB}" dt="2023-09-28T13:45:50.267" v="21310" actId="14100"/>
          <ac:picMkLst>
            <pc:docMk/>
            <pc:sldMk cId="0" sldId="256"/>
            <ac:picMk id="5" creationId="{D60B9042-0B6F-669B-42C2-67140B214861}"/>
          </ac:picMkLst>
        </pc:picChg>
      </pc:sldChg>
      <pc:sldChg chg="addSp delSp modSp mod modClrScheme chgLayout">
        <pc:chgData name="Muriel BORDE" userId="c170603111e0d29b" providerId="LiveId" clId="{88A39F71-90C1-4121-B360-2DDA4F102DCB}" dt="2023-12-11T09:06:47.751" v="21439" actId="208"/>
        <pc:sldMkLst>
          <pc:docMk/>
          <pc:sldMk cId="0" sldId="257"/>
        </pc:sldMkLst>
        <pc:spChg chg="add mod">
          <ac:chgData name="Muriel BORDE" userId="c170603111e0d29b" providerId="LiveId" clId="{88A39F71-90C1-4121-B360-2DDA4F102DCB}" dt="2023-09-27T15:26:27.208" v="21017" actId="1035"/>
          <ac:spMkLst>
            <pc:docMk/>
            <pc:sldMk cId="0" sldId="257"/>
            <ac:spMk id="2" creationId="{DCE999DF-5A83-9C94-4F4F-A4A57A0E4D4D}"/>
          </ac:spMkLst>
        </pc:spChg>
        <pc:spChg chg="add mod">
          <ac:chgData name="Muriel BORDE" userId="c170603111e0d29b" providerId="LiveId" clId="{88A39F71-90C1-4121-B360-2DDA4F102DCB}" dt="2023-12-11T08:27:30.125" v="21348" actId="1035"/>
          <ac:spMkLst>
            <pc:docMk/>
            <pc:sldMk cId="0" sldId="257"/>
            <ac:spMk id="3" creationId="{DB8D41C0-12B4-BF3F-ECBD-9699C0C0DF29}"/>
          </ac:spMkLst>
        </pc:spChg>
        <pc:spChg chg="add del mod">
          <ac:chgData name="Muriel BORDE" userId="c170603111e0d29b" providerId="LiveId" clId="{88A39F71-90C1-4121-B360-2DDA4F102DCB}" dt="2023-12-11T09:05:44.395" v="21406" actId="478"/>
          <ac:spMkLst>
            <pc:docMk/>
            <pc:sldMk cId="0" sldId="257"/>
            <ac:spMk id="4" creationId="{B5CE312E-7342-509C-88AB-C200CA74BC26}"/>
          </ac:spMkLst>
        </pc:spChg>
        <pc:spChg chg="add del mod ord">
          <ac:chgData name="Muriel BORDE" userId="c170603111e0d29b" providerId="LiveId" clId="{88A39F71-90C1-4121-B360-2DDA4F102DCB}" dt="2023-09-27T14:57:25.569" v="20467" actId="478"/>
          <ac:spMkLst>
            <pc:docMk/>
            <pc:sldMk cId="0" sldId="257"/>
            <ac:spMk id="4" creationId="{F307752F-9365-66BA-FC7A-A0BF718BF723}"/>
          </ac:spMkLst>
        </pc:spChg>
        <pc:spChg chg="mod ord">
          <ac:chgData name="Muriel BORDE" userId="c170603111e0d29b" providerId="LiveId" clId="{88A39F71-90C1-4121-B360-2DDA4F102DCB}" dt="2023-09-27T15:31:45.350" v="21056" actId="700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Muriel BORDE" userId="c170603111e0d29b" providerId="LiveId" clId="{88A39F71-90C1-4121-B360-2DDA4F102DCB}" dt="2023-07-27T11:08:54.123" v="7865" actId="478"/>
          <ac:spMkLst>
            <pc:docMk/>
            <pc:sldMk cId="0" sldId="257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4:57:14.418" v="20465" actId="478"/>
          <ac:spMkLst>
            <pc:docMk/>
            <pc:sldMk cId="0" sldId="257"/>
            <ac:spMk id="6" creationId="{E9E9A7A1-DBE4-B07E-56C1-43B282296F77}"/>
          </ac:spMkLst>
        </pc:spChg>
        <pc:spChg chg="del">
          <ac:chgData name="Muriel BORDE" userId="c170603111e0d29b" providerId="LiveId" clId="{88A39F71-90C1-4121-B360-2DDA4F102DCB}" dt="2023-07-26T11:22:32.921" v="84" actId="478"/>
          <ac:spMkLst>
            <pc:docMk/>
            <pc:sldMk cId="0" sldId="257"/>
            <ac:spMk id="7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31:52.476" v="21057" actId="478"/>
          <ac:spMkLst>
            <pc:docMk/>
            <pc:sldMk cId="0" sldId="257"/>
            <ac:spMk id="7" creationId="{0F80805A-E416-8D99-DC6A-030EEA0FC595}"/>
          </ac:spMkLst>
        </pc:spChg>
        <pc:spChg chg="mod ord">
          <ac:chgData name="Muriel BORDE" userId="c170603111e0d29b" providerId="LiveId" clId="{88A39F71-90C1-4121-B360-2DDA4F102DCB}" dt="2023-09-27T15:31:45.350" v="21056" actId="700"/>
          <ac:spMkLst>
            <pc:docMk/>
            <pc:sldMk cId="0" sldId="257"/>
            <ac:spMk id="8" creationId="{00000000-0000-0000-0000-000000000000}"/>
          </ac:spMkLst>
        </pc:spChg>
        <pc:spChg chg="add mod">
          <ac:chgData name="Muriel BORDE" userId="c170603111e0d29b" providerId="LiveId" clId="{88A39F71-90C1-4121-B360-2DDA4F102DCB}" dt="2023-12-11T09:06:41.945" v="21438" actId="207"/>
          <ac:spMkLst>
            <pc:docMk/>
            <pc:sldMk cId="0" sldId="257"/>
            <ac:spMk id="9" creationId="{525E4318-7051-AF92-830E-1F71A14D3EB9}"/>
          </ac:spMkLst>
        </pc:spChg>
        <pc:cxnChg chg="add mod">
          <ac:chgData name="Muriel BORDE" userId="c170603111e0d29b" providerId="LiveId" clId="{88A39F71-90C1-4121-B360-2DDA4F102DCB}" dt="2023-12-11T09:06:47.751" v="21439" actId="208"/>
          <ac:cxnSpMkLst>
            <pc:docMk/>
            <pc:sldMk cId="0" sldId="257"/>
            <ac:cxnSpMk id="6" creationId="{9A20C42B-933D-7D72-BF55-BCD854E71A18}"/>
          </ac:cxnSpMkLst>
        </pc:cxnChg>
      </pc:sldChg>
      <pc:sldChg chg="modSp mod">
        <pc:chgData name="Muriel BORDE" userId="c170603111e0d29b" providerId="LiveId" clId="{88A39F71-90C1-4121-B360-2DDA4F102DCB}" dt="2023-07-27T07:45:38.838" v="4403" actId="6549"/>
        <pc:sldMkLst>
          <pc:docMk/>
          <pc:sldMk cId="0" sldId="258"/>
        </pc:sldMkLst>
        <pc:spChg chg="mod">
          <ac:chgData name="Muriel BORDE" userId="c170603111e0d29b" providerId="LiveId" clId="{88A39F71-90C1-4121-B360-2DDA4F102DCB}" dt="2023-07-27T07:45:38.838" v="4403" actId="6549"/>
          <ac:spMkLst>
            <pc:docMk/>
            <pc:sldMk cId="0" sldId="258"/>
            <ac:spMk id="3" creationId="{00000000-0000-0000-0000-000000000000}"/>
          </ac:spMkLst>
        </pc:spChg>
      </pc:sldChg>
      <pc:sldChg chg="modSp del mod">
        <pc:chgData name="Muriel BORDE" userId="c170603111e0d29b" providerId="LiveId" clId="{88A39F71-90C1-4121-B360-2DDA4F102DCB}" dt="2023-09-27T15:36:53.291" v="21145" actId="47"/>
        <pc:sldMkLst>
          <pc:docMk/>
          <pc:sldMk cId="0" sldId="259"/>
        </pc:sldMkLst>
        <pc:spChg chg="mod">
          <ac:chgData name="Muriel BORDE" userId="c170603111e0d29b" providerId="LiveId" clId="{88A39F71-90C1-4121-B360-2DDA4F102DCB}" dt="2023-09-27T14:59:17.542" v="20483" actId="207"/>
          <ac:spMkLst>
            <pc:docMk/>
            <pc:sldMk cId="0" sldId="259"/>
            <ac:spMk id="6" creationId="{00000000-0000-0000-0000-000000000000}"/>
          </ac:spMkLst>
        </pc:spChg>
      </pc:sldChg>
      <pc:sldChg chg="addSp delSp modSp mod modClrScheme chgLayout">
        <pc:chgData name="Muriel BORDE" userId="c170603111e0d29b" providerId="LiveId" clId="{88A39F71-90C1-4121-B360-2DDA4F102DCB}" dt="2023-09-27T14:59:39.211" v="20485" actId="207"/>
        <pc:sldMkLst>
          <pc:docMk/>
          <pc:sldMk cId="3066085892" sldId="260"/>
        </pc:sldMkLst>
        <pc:spChg chg="mod ord">
          <ac:chgData name="Muriel BORDE" userId="c170603111e0d29b" providerId="LiveId" clId="{88A39F71-90C1-4121-B360-2DDA4F102DCB}" dt="2023-09-27T14:55:24.850" v="20428" actId="700"/>
          <ac:spMkLst>
            <pc:docMk/>
            <pc:sldMk cId="3066085892" sldId="260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8T12:48:36.481" v="16462" actId="207"/>
          <ac:spMkLst>
            <pc:docMk/>
            <pc:sldMk cId="3066085892" sldId="260"/>
            <ac:spMk id="3" creationId="{A4F3CF76-AAFC-1677-A7D1-5D2C5B547BFD}"/>
          </ac:spMkLst>
        </pc:spChg>
        <pc:spChg chg="add del mod ord">
          <ac:chgData name="Muriel BORDE" userId="c170603111e0d29b" providerId="LiveId" clId="{88A39F71-90C1-4121-B360-2DDA4F102DCB}" dt="2023-09-27T14:55:08.243" v="20426" actId="700"/>
          <ac:spMkLst>
            <pc:docMk/>
            <pc:sldMk cId="3066085892" sldId="260"/>
            <ac:spMk id="4" creationId="{E0EAA59E-6C57-DF92-6736-DD637EDC9736}"/>
          </ac:spMkLst>
        </pc:spChg>
        <pc:spChg chg="mod ord">
          <ac:chgData name="Muriel BORDE" userId="c170603111e0d29b" providerId="LiveId" clId="{88A39F71-90C1-4121-B360-2DDA4F102DCB}" dt="2023-09-27T14:55:42.485" v="20449" actId="1036"/>
          <ac:spMkLst>
            <pc:docMk/>
            <pc:sldMk cId="3066085892" sldId="260"/>
            <ac:spMk id="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4:55:08.243" v="20426" actId="700"/>
          <ac:spMkLst>
            <pc:docMk/>
            <pc:sldMk cId="3066085892" sldId="260"/>
            <ac:spMk id="6" creationId="{05325B01-ECC9-7775-A1D0-F44C181F6A59}"/>
          </ac:spMkLst>
        </pc:spChg>
        <pc:spChg chg="add del mod ord">
          <ac:chgData name="Muriel BORDE" userId="c170603111e0d29b" providerId="LiveId" clId="{88A39F71-90C1-4121-B360-2DDA4F102DCB}" dt="2023-09-27T14:55:37.460" v="20431" actId="478"/>
          <ac:spMkLst>
            <pc:docMk/>
            <pc:sldMk cId="3066085892" sldId="260"/>
            <ac:spMk id="7" creationId="{FE8ED1EF-086B-6C72-53B6-8EDB3074352D}"/>
          </ac:spMkLst>
        </pc:spChg>
        <pc:spChg chg="add del mod ord">
          <ac:chgData name="Muriel BORDE" userId="c170603111e0d29b" providerId="LiveId" clId="{88A39F71-90C1-4121-B360-2DDA4F102DCB}" dt="2023-09-27T14:55:47.687" v="20450" actId="478"/>
          <ac:spMkLst>
            <pc:docMk/>
            <pc:sldMk cId="3066085892" sldId="260"/>
            <ac:spMk id="8" creationId="{81539CA0-DE02-1CA8-82DA-D15EDAB5D105}"/>
          </ac:spMkLst>
        </pc:spChg>
        <pc:spChg chg="del mod">
          <ac:chgData name="Muriel BORDE" userId="c170603111e0d29b" providerId="LiveId" clId="{88A39F71-90C1-4121-B360-2DDA4F102DCB}" dt="2023-07-26T11:34:05.204" v="361" actId="478"/>
          <ac:spMkLst>
            <pc:docMk/>
            <pc:sldMk cId="3066085892" sldId="260"/>
            <ac:spMk id="526060029" creationId="{00000000-0000-0000-0000-000000000000}"/>
          </ac:spMkLst>
        </pc:spChg>
        <pc:spChg chg="mod">
          <ac:chgData name="Muriel BORDE" userId="c170603111e0d29b" providerId="LiveId" clId="{88A39F71-90C1-4121-B360-2DDA4F102DCB}" dt="2023-09-27T14:59:39.211" v="20485" actId="207"/>
          <ac:spMkLst>
            <pc:docMk/>
            <pc:sldMk cId="3066085892" sldId="260"/>
            <ac:spMk id="812552092" creationId="{00000000-0000-0000-0000-000000000000}"/>
          </ac:spMkLst>
        </pc:spChg>
        <pc:spChg chg="mod">
          <ac:chgData name="Muriel BORDE" userId="c170603111e0d29b" providerId="LiveId" clId="{88A39F71-90C1-4121-B360-2DDA4F102DCB}" dt="2023-07-27T10:01:56.658" v="6985" actId="14100"/>
          <ac:spMkLst>
            <pc:docMk/>
            <pc:sldMk cId="3066085892" sldId="260"/>
            <ac:spMk id="1568633812" creationId="{00000000-0000-0000-0000-000000000000}"/>
          </ac:spMkLst>
        </pc:spChg>
        <pc:spChg chg="mod">
          <ac:chgData name="Muriel BORDE" userId="c170603111e0d29b" providerId="LiveId" clId="{88A39F71-90C1-4121-B360-2DDA4F102DCB}" dt="2023-09-27T14:59:36.862" v="20484" actId="207"/>
          <ac:spMkLst>
            <pc:docMk/>
            <pc:sldMk cId="3066085892" sldId="260"/>
            <ac:spMk id="2030433198" creationId="{00000000-0000-0000-0000-000000000000}"/>
          </ac:spMkLst>
        </pc:spChg>
        <pc:picChg chg="add mod">
          <ac:chgData name="Muriel BORDE" userId="c170603111e0d29b" providerId="LiveId" clId="{88A39F71-90C1-4121-B360-2DDA4F102DCB}" dt="2023-07-27T10:02:26.881" v="6995" actId="1076"/>
          <ac:picMkLst>
            <pc:docMk/>
            <pc:sldMk cId="3066085892" sldId="260"/>
            <ac:picMk id="10242" creationId="{40972130-5719-B8C9-6632-9A21669A61AF}"/>
          </ac:picMkLst>
        </pc:picChg>
        <pc:picChg chg="add mod">
          <ac:chgData name="Muriel BORDE" userId="c170603111e0d29b" providerId="LiveId" clId="{88A39F71-90C1-4121-B360-2DDA4F102DCB}" dt="2023-07-27T10:02:28.286" v="6996" actId="1076"/>
          <ac:picMkLst>
            <pc:docMk/>
            <pc:sldMk cId="3066085892" sldId="260"/>
            <ac:picMk id="10244" creationId="{E5D3615B-6193-1BF8-1546-26CE62ED6CB4}"/>
          </ac:picMkLst>
        </pc:picChg>
        <pc:picChg chg="add mod">
          <ac:chgData name="Muriel BORDE" userId="c170603111e0d29b" providerId="LiveId" clId="{88A39F71-90C1-4121-B360-2DDA4F102DCB}" dt="2023-07-27T10:02:30.566" v="6997" actId="1076"/>
          <ac:picMkLst>
            <pc:docMk/>
            <pc:sldMk cId="3066085892" sldId="260"/>
            <ac:picMk id="10246" creationId="{BF76F019-6BFC-31AA-F1F8-20998B3700DE}"/>
          </ac:picMkLst>
        </pc:picChg>
      </pc:sldChg>
      <pc:sldChg chg="del">
        <pc:chgData name="Muriel BORDE" userId="c170603111e0d29b" providerId="LiveId" clId="{88A39F71-90C1-4121-B360-2DDA4F102DCB}" dt="2023-07-26T11:29:04.121" v="248" actId="47"/>
        <pc:sldMkLst>
          <pc:docMk/>
          <pc:sldMk cId="0" sldId="261"/>
        </pc:sldMkLst>
      </pc:sldChg>
      <pc:sldChg chg="modSp del mod ord">
        <pc:chgData name="Muriel BORDE" userId="c170603111e0d29b" providerId="LiveId" clId="{88A39F71-90C1-4121-B360-2DDA4F102DCB}" dt="2023-07-27T10:02:43.430" v="6998" actId="47"/>
        <pc:sldMkLst>
          <pc:docMk/>
          <pc:sldMk cId="0" sldId="262"/>
        </pc:sldMkLst>
        <pc:spChg chg="mod">
          <ac:chgData name="Muriel BORDE" userId="c170603111e0d29b" providerId="LiveId" clId="{88A39F71-90C1-4121-B360-2DDA4F102DCB}" dt="2023-07-26T11:39:54.417" v="461" actId="6549"/>
          <ac:spMkLst>
            <pc:docMk/>
            <pc:sldMk cId="0" sldId="262"/>
            <ac:spMk id="5" creationId="{00000000-0000-0000-0000-000000000000}"/>
          </ac:spMkLst>
        </pc:spChg>
      </pc:sldChg>
      <pc:sldChg chg="del">
        <pc:chgData name="Muriel BORDE" userId="c170603111e0d29b" providerId="LiveId" clId="{88A39F71-90C1-4121-B360-2DDA4F102DCB}" dt="2023-07-26T11:29:07.857" v="249" actId="47"/>
        <pc:sldMkLst>
          <pc:docMk/>
          <pc:sldMk cId="0" sldId="263"/>
        </pc:sldMkLst>
      </pc:sldChg>
      <pc:sldChg chg="add del">
        <pc:chgData name="Muriel BORDE" userId="c170603111e0d29b" providerId="LiveId" clId="{88A39F71-90C1-4121-B360-2DDA4F102DCB}" dt="2023-07-26T12:05:20.477" v="796" actId="47"/>
        <pc:sldMkLst>
          <pc:docMk/>
          <pc:sldMk cId="0" sldId="264"/>
        </pc:sldMkLst>
      </pc:sldChg>
      <pc:sldChg chg="del">
        <pc:chgData name="Muriel BORDE" userId="c170603111e0d29b" providerId="LiveId" clId="{88A39F71-90C1-4121-B360-2DDA4F102DCB}" dt="2023-07-26T11:59:39.219" v="783" actId="47"/>
        <pc:sldMkLst>
          <pc:docMk/>
          <pc:sldMk cId="0" sldId="265"/>
        </pc:sldMkLst>
      </pc:sldChg>
      <pc:sldChg chg="addSp delSp modSp add del mod modClrScheme chgLayout">
        <pc:chgData name="Muriel BORDE" userId="c170603111e0d29b" providerId="LiveId" clId="{88A39F71-90C1-4121-B360-2DDA4F102DCB}" dt="2023-09-27T15:12:00.677" v="20703" actId="1076"/>
        <pc:sldMkLst>
          <pc:docMk/>
          <pc:sldMk cId="696717428" sldId="266"/>
        </pc:sldMkLst>
        <pc:spChg chg="mod ord">
          <ac:chgData name="Muriel BORDE" userId="c170603111e0d29b" providerId="LiveId" clId="{88A39F71-90C1-4121-B360-2DDA4F102DCB}" dt="2023-09-27T15:10:49.552" v="20671" actId="700"/>
          <ac:spMkLst>
            <pc:docMk/>
            <pc:sldMk cId="696717428" sldId="266"/>
            <ac:spMk id="2" creationId="{00000000-0000-0000-0000-000000000000}"/>
          </ac:spMkLst>
        </pc:spChg>
        <pc:spChg chg="del">
          <ac:chgData name="Muriel BORDE" userId="c170603111e0d29b" providerId="LiveId" clId="{88A39F71-90C1-4121-B360-2DDA4F102DCB}" dt="2023-09-22T14:42:29.196" v="19673" actId="478"/>
          <ac:spMkLst>
            <pc:docMk/>
            <pc:sldMk cId="696717428" sldId="266"/>
            <ac:spMk id="3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1:35.283" v="20687" actId="478"/>
          <ac:spMkLst>
            <pc:docMk/>
            <pc:sldMk cId="696717428" sldId="266"/>
            <ac:spMk id="3" creationId="{90609BB7-F878-360B-E539-BBEF856886A5}"/>
          </ac:spMkLst>
        </pc:spChg>
        <pc:spChg chg="del">
          <ac:chgData name="Muriel BORDE" userId="c170603111e0d29b" providerId="LiveId" clId="{88A39F71-90C1-4121-B360-2DDA4F102DCB}" dt="2023-09-22T14:42:29.196" v="19673" actId="478"/>
          <ac:spMkLst>
            <pc:docMk/>
            <pc:sldMk cId="696717428" sldId="266"/>
            <ac:spMk id="4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1:57.170" v="20702" actId="478"/>
          <ac:spMkLst>
            <pc:docMk/>
            <pc:sldMk cId="696717428" sldId="266"/>
            <ac:spMk id="4" creationId="{975E4453-5398-3A96-B447-353E6A6FB6D0}"/>
          </ac:spMkLst>
        </pc:spChg>
        <pc:spChg chg="mod ord">
          <ac:chgData name="Muriel BORDE" userId="c170603111e0d29b" providerId="LiveId" clId="{88A39F71-90C1-4121-B360-2DDA4F102DCB}" dt="2023-09-27T15:11:47.577" v="20700" actId="255"/>
          <ac:spMkLst>
            <pc:docMk/>
            <pc:sldMk cId="696717428" sldId="266"/>
            <ac:spMk id="5" creationId="{00000000-0000-0000-0000-000000000000}"/>
          </ac:spMkLst>
        </pc:spChg>
        <pc:spChg chg="del mod">
          <ac:chgData name="Muriel BORDE" userId="c170603111e0d29b" providerId="LiveId" clId="{88A39F71-90C1-4121-B360-2DDA4F102DCB}" dt="2023-09-22T14:48:39.990" v="19812" actId="478"/>
          <ac:spMkLst>
            <pc:docMk/>
            <pc:sldMk cId="696717428" sldId="266"/>
            <ac:spMk id="6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2T14:51:53.501" v="19873" actId="478"/>
          <ac:spMkLst>
            <pc:docMk/>
            <pc:sldMk cId="696717428" sldId="266"/>
            <ac:spMk id="7" creationId="{04834A81-D4D8-0074-20C2-1877245601A7}"/>
          </ac:spMkLst>
        </pc:spChg>
        <pc:spChg chg="add del mod">
          <ac:chgData name="Muriel BORDE" userId="c170603111e0d29b" providerId="LiveId" clId="{88A39F71-90C1-4121-B360-2DDA4F102DCB}" dt="2023-09-22T14:48:32.859" v="19810" actId="478"/>
          <ac:spMkLst>
            <pc:docMk/>
            <pc:sldMk cId="696717428" sldId="266"/>
            <ac:spMk id="8" creationId="{00000000-0000-0000-0000-000000000000}"/>
          </ac:spMkLst>
        </pc:spChg>
        <pc:spChg chg="add del">
          <ac:chgData name="Muriel BORDE" userId="c170603111e0d29b" providerId="LiveId" clId="{88A39F71-90C1-4121-B360-2DDA4F102DCB}" dt="2023-09-22T14:43:30.135" v="19697" actId="22"/>
          <ac:spMkLst>
            <pc:docMk/>
            <pc:sldMk cId="696717428" sldId="266"/>
            <ac:spMk id="10" creationId="{17E95428-EE73-C9F2-9CD7-2E93D1FAF35E}"/>
          </ac:spMkLst>
        </pc:spChg>
        <pc:spChg chg="del">
          <ac:chgData name="Muriel BORDE" userId="c170603111e0d29b" providerId="LiveId" clId="{88A39F71-90C1-4121-B360-2DDA4F102DCB}" dt="2023-09-22T14:42:29.196" v="19673" actId="478"/>
          <ac:spMkLst>
            <pc:docMk/>
            <pc:sldMk cId="696717428" sldId="266"/>
            <ac:spMk id="27" creationId="{00000000-0000-0000-0000-000000000000}"/>
          </ac:spMkLst>
        </pc:spChg>
        <pc:spChg chg="del mod">
          <ac:chgData name="Muriel BORDE" userId="c170603111e0d29b" providerId="LiveId" clId="{88A39F71-90C1-4121-B360-2DDA4F102DCB}" dt="2023-09-22T14:48:32.859" v="19810" actId="478"/>
          <ac:spMkLst>
            <pc:docMk/>
            <pc:sldMk cId="696717428" sldId="266"/>
            <ac:spMk id="377735138" creationId="{00000000-0000-0000-0000-000000000000}"/>
          </ac:spMkLst>
        </pc:spChg>
        <pc:graphicFrameChg chg="add mod modGraphic">
          <ac:chgData name="Muriel BORDE" userId="c170603111e0d29b" providerId="LiveId" clId="{88A39F71-90C1-4121-B360-2DDA4F102DCB}" dt="2023-09-27T15:12:00.677" v="20703" actId="1076"/>
          <ac:graphicFrameMkLst>
            <pc:docMk/>
            <pc:sldMk cId="696717428" sldId="266"/>
            <ac:graphicFrameMk id="11" creationId="{7479B784-2D39-9A13-66C5-9B444FFA9982}"/>
          </ac:graphicFrameMkLst>
        </pc:graphicFrameChg>
      </pc:sldChg>
      <pc:sldChg chg="add del">
        <pc:chgData name="Muriel BORDE" userId="c170603111e0d29b" providerId="LiveId" clId="{88A39F71-90C1-4121-B360-2DDA4F102DCB}" dt="2023-07-26T12:05:22.707" v="798" actId="47"/>
        <pc:sldMkLst>
          <pc:docMk/>
          <pc:sldMk cId="0" sldId="267"/>
        </pc:sldMkLst>
      </pc:sldChg>
      <pc:sldChg chg="add del">
        <pc:chgData name="Muriel BORDE" userId="c170603111e0d29b" providerId="LiveId" clId="{88A39F71-90C1-4121-B360-2DDA4F102DCB}" dt="2023-07-26T12:05:23.647" v="799" actId="47"/>
        <pc:sldMkLst>
          <pc:docMk/>
          <pc:sldMk cId="1728772727" sldId="268"/>
        </pc:sldMkLst>
      </pc:sldChg>
      <pc:sldChg chg="addSp delSp modSp del mod modClrScheme chgLayout">
        <pc:chgData name="Muriel BORDE" userId="c170603111e0d29b" providerId="LiveId" clId="{88A39F71-90C1-4121-B360-2DDA4F102DCB}" dt="2023-09-27T15:39:37.122" v="21190" actId="47"/>
        <pc:sldMkLst>
          <pc:docMk/>
          <pc:sldMk cId="0" sldId="269"/>
        </pc:sldMkLst>
        <pc:spChg chg="add del mod ord">
          <ac:chgData name="Muriel BORDE" userId="c170603111e0d29b" providerId="LiveId" clId="{88A39F71-90C1-4121-B360-2DDA4F102DCB}" dt="2023-09-27T15:09:34.256" v="20650" actId="478"/>
          <ac:spMkLst>
            <pc:docMk/>
            <pc:sldMk cId="0" sldId="269"/>
            <ac:spMk id="2" creationId="{D519C031-EAA6-374A-80C3-2657831856C1}"/>
          </ac:spMkLst>
        </pc:spChg>
        <pc:spChg chg="add del mod ord">
          <ac:chgData name="Muriel BORDE" userId="c170603111e0d29b" providerId="LiveId" clId="{88A39F71-90C1-4121-B360-2DDA4F102DCB}" dt="2023-09-27T15:09:28.396" v="20648" actId="478"/>
          <ac:spMkLst>
            <pc:docMk/>
            <pc:sldMk cId="0" sldId="269"/>
            <ac:spMk id="3" creationId="{330243FF-10A3-3C6B-B22B-CB274155FD8A}"/>
          </ac:spMkLst>
        </pc:spChg>
        <pc:spChg chg="add del mod">
          <ac:chgData name="Muriel BORDE" userId="c170603111e0d29b" providerId="LiveId" clId="{88A39F71-90C1-4121-B360-2DDA4F102DCB}" dt="2023-07-26T12:35:10.443" v="1218" actId="21"/>
          <ac:spMkLst>
            <pc:docMk/>
            <pc:sldMk cId="0" sldId="269"/>
            <ac:spMk id="3" creationId="{6B80D7F5-1EAD-1A2A-9EB1-02DC6F4039F0}"/>
          </ac:spMkLst>
        </pc:spChg>
        <pc:spChg chg="add del mod">
          <ac:chgData name="Muriel BORDE" userId="c170603111e0d29b" providerId="LiveId" clId="{88A39F71-90C1-4121-B360-2DDA4F102DCB}" dt="2023-07-26T12:35:10.443" v="1218" actId="21"/>
          <ac:spMkLst>
            <pc:docMk/>
            <pc:sldMk cId="0" sldId="269"/>
            <ac:spMk id="4" creationId="{535567F5-0287-1EAE-7027-78AB85380BAA}"/>
          </ac:spMkLst>
        </pc:spChg>
        <pc:spChg chg="mod ord">
          <ac:chgData name="Muriel BORDE" userId="c170603111e0d29b" providerId="LiveId" clId="{88A39F71-90C1-4121-B360-2DDA4F102DCB}" dt="2023-09-27T15:09:25.346" v="20647" actId="27636"/>
          <ac:spMkLst>
            <pc:docMk/>
            <pc:sldMk cId="0" sldId="269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09:32.109" v="20649" actId="207"/>
          <ac:spMkLst>
            <pc:docMk/>
            <pc:sldMk cId="0" sldId="269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9:25.300" v="20646" actId="700"/>
          <ac:spMkLst>
            <pc:docMk/>
            <pc:sldMk cId="0" sldId="269"/>
            <ac:spMk id="8" creationId="{00000000-0000-0000-0000-000000000000}"/>
          </ac:spMkLst>
        </pc:spChg>
        <pc:picChg chg="add del mod">
          <ac:chgData name="Muriel BORDE" userId="c170603111e0d29b" providerId="LiveId" clId="{88A39F71-90C1-4121-B360-2DDA4F102DCB}" dt="2023-07-26T12:35:10.443" v="1218" actId="21"/>
          <ac:picMkLst>
            <pc:docMk/>
            <pc:sldMk cId="0" sldId="269"/>
            <ac:picMk id="2" creationId="{49D280BC-36BE-5DA0-63F1-13FF01474377}"/>
          </ac:picMkLst>
        </pc:picChg>
      </pc:sldChg>
      <pc:sldChg chg="del ord">
        <pc:chgData name="Muriel BORDE" userId="c170603111e0d29b" providerId="LiveId" clId="{88A39F71-90C1-4121-B360-2DDA4F102DCB}" dt="2023-07-26T12:40:52.465" v="1258" actId="47"/>
        <pc:sldMkLst>
          <pc:docMk/>
          <pc:sldMk cId="1932210009" sldId="270"/>
        </pc:sldMkLst>
      </pc:sldChg>
      <pc:sldChg chg="del">
        <pc:chgData name="Muriel BORDE" userId="c170603111e0d29b" providerId="LiveId" clId="{88A39F71-90C1-4121-B360-2DDA4F102DCB}" dt="2023-07-26T12:17:07.205" v="960" actId="2696"/>
        <pc:sldMkLst>
          <pc:docMk/>
          <pc:sldMk cId="0" sldId="271"/>
        </pc:sldMkLst>
      </pc:sldChg>
      <pc:sldChg chg="modSp add del mod">
        <pc:chgData name="Muriel BORDE" userId="c170603111e0d29b" providerId="LiveId" clId="{88A39F71-90C1-4121-B360-2DDA4F102DCB}" dt="2023-07-26T12:48:21.822" v="1396" actId="47"/>
        <pc:sldMkLst>
          <pc:docMk/>
          <pc:sldMk cId="3428222515" sldId="271"/>
        </pc:sldMkLst>
        <pc:spChg chg="mod">
          <ac:chgData name="Muriel BORDE" userId="c170603111e0d29b" providerId="LiveId" clId="{88A39F71-90C1-4121-B360-2DDA4F102DCB}" dt="2023-07-26T12:46:09.042" v="1384" actId="14100"/>
          <ac:spMkLst>
            <pc:docMk/>
            <pc:sldMk cId="3428222515" sldId="271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7-26T12:32:45.468" v="1208"/>
          <ac:spMkLst>
            <pc:docMk/>
            <pc:sldMk cId="3428222515" sldId="271"/>
            <ac:spMk id="511998753" creationId="{00000000-0000-0000-0000-000000000000}"/>
          </ac:spMkLst>
        </pc:spChg>
      </pc:sldChg>
      <pc:sldChg chg="del">
        <pc:chgData name="Muriel BORDE" userId="c170603111e0d29b" providerId="LiveId" clId="{88A39F71-90C1-4121-B360-2DDA4F102DCB}" dt="2023-07-26T12:14:42.244" v="945" actId="47"/>
        <pc:sldMkLst>
          <pc:docMk/>
          <pc:sldMk cId="0" sldId="272"/>
        </pc:sldMkLst>
      </pc:sldChg>
      <pc:sldChg chg="addSp delSp modSp mod ord modClrScheme chgLayout">
        <pc:chgData name="Muriel BORDE" userId="c170603111e0d29b" providerId="LiveId" clId="{88A39F71-90C1-4121-B360-2DDA4F102DCB}" dt="2023-09-27T15:05:47.546" v="20606" actId="700"/>
        <pc:sldMkLst>
          <pc:docMk/>
          <pc:sldMk cId="0" sldId="274"/>
        </pc:sldMkLst>
        <pc:spChg chg="mod ord">
          <ac:chgData name="Muriel BORDE" userId="c170603111e0d29b" providerId="LiveId" clId="{88A39F71-90C1-4121-B360-2DDA4F102DCB}" dt="2023-09-27T15:05:47.546" v="20606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5:47.546" v="20606" actId="700"/>
          <ac:spMkLst>
            <pc:docMk/>
            <pc:sldMk cId="0" sldId="274"/>
            <ac:spMk id="3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6T16:12:30.305" v="4120" actId="478"/>
          <ac:spMkLst>
            <pc:docMk/>
            <pc:sldMk cId="0" sldId="274"/>
            <ac:spMk id="5" creationId="{6BBAC36B-7B48-13CD-BB66-4802808EB27C}"/>
          </ac:spMkLst>
        </pc:spChg>
      </pc:sldChg>
      <pc:sldChg chg="del">
        <pc:chgData name="Muriel BORDE" userId="c170603111e0d29b" providerId="LiveId" clId="{88A39F71-90C1-4121-B360-2DDA4F102DCB}" dt="2023-07-26T12:17:43.985" v="964" actId="47"/>
        <pc:sldMkLst>
          <pc:docMk/>
          <pc:sldMk cId="856273393" sldId="275"/>
        </pc:sldMkLst>
      </pc:sldChg>
      <pc:sldChg chg="addSp delSp modSp add mod modClrScheme chgLayout">
        <pc:chgData name="Muriel BORDE" userId="c170603111e0d29b" providerId="LiveId" clId="{88A39F71-90C1-4121-B360-2DDA4F102DCB}" dt="2023-09-27T15:17:55.733" v="20836" actId="207"/>
        <pc:sldMkLst>
          <pc:docMk/>
          <pc:sldMk cId="365426891" sldId="276"/>
        </pc:sldMkLst>
        <pc:spChg chg="add mod">
          <ac:chgData name="Muriel BORDE" userId="c170603111e0d29b" providerId="LiveId" clId="{88A39F71-90C1-4121-B360-2DDA4F102DCB}" dt="2023-09-22T15:26:59.873" v="20338"/>
          <ac:spMkLst>
            <pc:docMk/>
            <pc:sldMk cId="365426891" sldId="276"/>
            <ac:spMk id="3" creationId="{C2E83E0C-C71F-8517-C491-AACE0941C080}"/>
          </ac:spMkLst>
        </pc:spChg>
        <pc:spChg chg="add del mod">
          <ac:chgData name="Muriel BORDE" userId="c170603111e0d29b" providerId="LiveId" clId="{88A39F71-90C1-4121-B360-2DDA4F102DCB}" dt="2023-07-28T14:52:15.806" v="17930" actId="478"/>
          <ac:spMkLst>
            <pc:docMk/>
            <pc:sldMk cId="365426891" sldId="276"/>
            <ac:spMk id="4" creationId="{33AE1A1E-3AFE-31E7-B965-1125F4E30B4A}"/>
          </ac:spMkLst>
        </pc:spChg>
        <pc:spChg chg="add del mod ord">
          <ac:chgData name="Muriel BORDE" userId="c170603111e0d29b" providerId="LiveId" clId="{88A39F71-90C1-4121-B360-2DDA4F102DCB}" dt="2023-09-27T15:17:50.802" v="20833" actId="478"/>
          <ac:spMkLst>
            <pc:docMk/>
            <pc:sldMk cId="365426891" sldId="276"/>
            <ac:spMk id="4" creationId="{AEF92F23-F38F-D792-1904-D0776CCEC2AE}"/>
          </ac:spMkLst>
        </pc:spChg>
        <pc:spChg chg="add del mod ord">
          <ac:chgData name="Muriel BORDE" userId="c170603111e0d29b" providerId="LiveId" clId="{88A39F71-90C1-4121-B360-2DDA4F102DCB}" dt="2023-09-27T15:17:51.804" v="20834" actId="478"/>
          <ac:spMkLst>
            <pc:docMk/>
            <pc:sldMk cId="365426891" sldId="276"/>
            <ac:spMk id="5" creationId="{79BCBC5F-183E-B2B4-8F13-C91EE83B7E49}"/>
          </ac:spMkLst>
        </pc:spChg>
        <pc:spChg chg="add del mod">
          <ac:chgData name="Muriel BORDE" userId="c170603111e0d29b" providerId="LiveId" clId="{88A39F71-90C1-4121-B360-2DDA4F102DCB}" dt="2023-09-22T15:26:59.684" v="20337" actId="478"/>
          <ac:spMkLst>
            <pc:docMk/>
            <pc:sldMk cId="365426891" sldId="276"/>
            <ac:spMk id="5" creationId="{DD22907B-A1DE-CE7E-896C-05E7734D663B}"/>
          </ac:spMkLst>
        </pc:spChg>
        <pc:spChg chg="mod">
          <ac:chgData name="Muriel BORDE" userId="c170603111e0d29b" providerId="LiveId" clId="{88A39F71-90C1-4121-B360-2DDA4F102DCB}" dt="2023-09-27T15:17:55.733" v="20836" actId="207"/>
          <ac:spMkLst>
            <pc:docMk/>
            <pc:sldMk cId="365426891" sldId="276"/>
            <ac:spMk id="6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2:14.539" v="17928" actId="478"/>
          <ac:spMkLst>
            <pc:docMk/>
            <pc:sldMk cId="365426891" sldId="276"/>
            <ac:spMk id="7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53.227" v="20835" actId="478"/>
          <ac:spMkLst>
            <pc:docMk/>
            <pc:sldMk cId="365426891" sldId="276"/>
            <ac:spMk id="7" creationId="{0FA487A1-8E2A-13AE-F697-713E14F49F1D}"/>
          </ac:spMkLst>
        </pc:spChg>
        <pc:graphicFrameChg chg="mod">
          <ac:chgData name="Muriel BORDE" userId="c170603111e0d29b" providerId="LiveId" clId="{88A39F71-90C1-4121-B360-2DDA4F102DCB}" dt="2023-09-05T13:20:11.863" v="18682" actId="108"/>
          <ac:graphicFrameMkLst>
            <pc:docMk/>
            <pc:sldMk cId="365426891" sldId="276"/>
            <ac:graphicFrameMk id="2" creationId="{00000000-0000-0000-0000-000000000000}"/>
          </ac:graphicFrameMkLst>
        </pc:graphicFrameChg>
      </pc:sldChg>
      <pc:sldChg chg="addSp delSp modSp add mod ord modClrScheme chgLayout">
        <pc:chgData name="Muriel BORDE" userId="c170603111e0d29b" providerId="LiveId" clId="{88A39F71-90C1-4121-B360-2DDA4F102DCB}" dt="2023-09-27T15:17:26.204" v="20826" actId="478"/>
        <pc:sldMkLst>
          <pc:docMk/>
          <pc:sldMk cId="4014011183" sldId="277"/>
        </pc:sldMkLst>
        <pc:spChg chg="add mod">
          <ac:chgData name="Muriel BORDE" userId="c170603111e0d29b" providerId="LiveId" clId="{88A39F71-90C1-4121-B360-2DDA4F102DCB}" dt="2023-09-05T13:18:14.532" v="18669"/>
          <ac:spMkLst>
            <pc:docMk/>
            <pc:sldMk cId="4014011183" sldId="277"/>
            <ac:spMk id="2" creationId="{F1DAC11B-7B5D-96BB-1615-86E5ECFF383D}"/>
          </ac:spMkLst>
        </pc:spChg>
        <pc:spChg chg="add del mod">
          <ac:chgData name="Muriel BORDE" userId="c170603111e0d29b" providerId="LiveId" clId="{88A39F71-90C1-4121-B360-2DDA4F102DCB}" dt="2023-07-27T14:16:06.367" v="11491" actId="478"/>
          <ac:spMkLst>
            <pc:docMk/>
            <pc:sldMk cId="4014011183" sldId="277"/>
            <ac:spMk id="4" creationId="{47724F3A-60EF-05BF-9583-24E471CDB0B1}"/>
          </ac:spMkLst>
        </pc:spChg>
        <pc:spChg chg="add del mod">
          <ac:chgData name="Muriel BORDE" userId="c170603111e0d29b" providerId="LiveId" clId="{88A39F71-90C1-4121-B360-2DDA4F102DCB}" dt="2023-07-28T14:52:03.970" v="17922" actId="478"/>
          <ac:spMkLst>
            <pc:docMk/>
            <pc:sldMk cId="4014011183" sldId="277"/>
            <ac:spMk id="4" creationId="{73F14DF1-6BB5-6F56-D2BC-453DED47D7B6}"/>
          </ac:spMkLst>
        </pc:spChg>
        <pc:spChg chg="mod">
          <ac:chgData name="Muriel BORDE" userId="c170603111e0d29b" providerId="LiveId" clId="{88A39F71-90C1-4121-B360-2DDA4F102DCB}" dt="2023-07-27T14:19:52.616" v="11627" actId="1582"/>
          <ac:spMkLst>
            <pc:docMk/>
            <pc:sldMk cId="4014011183" sldId="277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14:27.304" v="11459" actId="478"/>
          <ac:spMkLst>
            <pc:docMk/>
            <pc:sldMk cId="4014011183" sldId="277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23.506" v="20824" actId="478"/>
          <ac:spMkLst>
            <pc:docMk/>
            <pc:sldMk cId="4014011183" sldId="277"/>
            <ac:spMk id="6" creationId="{992BA12A-5751-6157-839F-FEABE4C19114}"/>
          </ac:spMkLst>
        </pc:spChg>
        <pc:spChg chg="add del mod">
          <ac:chgData name="Muriel BORDE" userId="c170603111e0d29b" providerId="LiveId" clId="{88A39F71-90C1-4121-B360-2DDA4F102DCB}" dt="2023-09-22T15:26:41.406" v="20323" actId="478"/>
          <ac:spMkLst>
            <pc:docMk/>
            <pc:sldMk cId="4014011183" sldId="277"/>
            <ac:spMk id="6" creationId="{AA4CD3AB-16A9-DA27-9A14-61E8F3F9DE2E}"/>
          </ac:spMkLst>
        </pc:spChg>
        <pc:spChg chg="del">
          <ac:chgData name="Muriel BORDE" userId="c170603111e0d29b" providerId="LiveId" clId="{88A39F71-90C1-4121-B360-2DDA4F102DCB}" dt="2023-07-28T14:52:00.421" v="17918" actId="478"/>
          <ac:spMkLst>
            <pc:docMk/>
            <pc:sldMk cId="4014011183" sldId="277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9-05T13:18:14.532" v="18669"/>
          <ac:spMkLst>
            <pc:docMk/>
            <pc:sldMk cId="4014011183" sldId="277"/>
            <ac:spMk id="7" creationId="{7CFB06BE-DA24-C8C9-B172-42AA47FA4D14}"/>
          </ac:spMkLst>
        </pc:spChg>
        <pc:spChg chg="add del mod">
          <ac:chgData name="Muriel BORDE" userId="c170603111e0d29b" providerId="LiveId" clId="{88A39F71-90C1-4121-B360-2DDA4F102DCB}" dt="2023-07-28T14:52:02.959" v="17921" actId="478"/>
          <ac:spMkLst>
            <pc:docMk/>
            <pc:sldMk cId="4014011183" sldId="277"/>
            <ac:spMk id="8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59.898" v="11628" actId="1582"/>
          <ac:spMkLst>
            <pc:docMk/>
            <pc:sldMk cId="4014011183" sldId="277"/>
            <ac:spMk id="9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20:10.066" v="11638" actId="1036"/>
          <ac:spMkLst>
            <pc:docMk/>
            <pc:sldMk cId="4014011183" sldId="277"/>
            <ac:spMk id="10" creationId="{00000000-0000-0000-0000-000000000000}"/>
          </ac:spMkLst>
        </pc:spChg>
        <pc:spChg chg="mod ord">
          <ac:chgData name="Muriel BORDE" userId="c170603111e0d29b" providerId="LiveId" clId="{88A39F71-90C1-4121-B360-2DDA4F102DCB}" dt="2023-07-27T14:19:00.709" v="11587" actId="1037"/>
          <ac:spMkLst>
            <pc:docMk/>
            <pc:sldMk cId="4014011183" sldId="277"/>
            <ac:spMk id="11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25.114" v="11618" actId="1038"/>
          <ac:spMkLst>
            <pc:docMk/>
            <pc:sldMk cId="4014011183" sldId="277"/>
            <ac:spMk id="12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25.114" v="11618" actId="1038"/>
          <ac:spMkLst>
            <pc:docMk/>
            <pc:sldMk cId="4014011183" sldId="277"/>
            <ac:spMk id="13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00.709" v="11587" actId="1037"/>
          <ac:spMkLst>
            <pc:docMk/>
            <pc:sldMk cId="4014011183" sldId="277"/>
            <ac:spMk id="14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16:30.045" v="11495" actId="478"/>
          <ac:spMkLst>
            <pc:docMk/>
            <pc:sldMk cId="4014011183" sldId="277"/>
            <ac:spMk id="19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6:52.739" v="20334" actId="1035"/>
          <ac:spMkLst>
            <pc:docMk/>
            <pc:sldMk cId="4014011183" sldId="277"/>
            <ac:spMk id="19" creationId="{FF4A0AEA-935A-F86D-430E-2E890E554FB4}"/>
          </ac:spMkLst>
        </pc:spChg>
        <pc:spChg chg="mod ord">
          <ac:chgData name="Muriel BORDE" userId="c170603111e0d29b" providerId="LiveId" clId="{88A39F71-90C1-4121-B360-2DDA4F102DCB}" dt="2023-07-27T14:19:41.912" v="11625" actId="207"/>
          <ac:spMkLst>
            <pc:docMk/>
            <pc:sldMk cId="4014011183" sldId="277"/>
            <ac:spMk id="20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00.709" v="11587" actId="1037"/>
          <ac:spMkLst>
            <pc:docMk/>
            <pc:sldMk cId="4014011183" sldId="277"/>
            <ac:spMk id="21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20:10.066" v="11638" actId="1036"/>
          <ac:spMkLst>
            <pc:docMk/>
            <pc:sldMk cId="4014011183" sldId="277"/>
            <ac:spMk id="22" creationId="{00000000-0000-0000-0000-000000000000}"/>
          </ac:spMkLst>
        </pc:spChg>
        <pc:spChg chg="del mod">
          <ac:chgData name="Muriel BORDE" userId="c170603111e0d29b" providerId="LiveId" clId="{88A39F71-90C1-4121-B360-2DDA4F102DCB}" dt="2023-07-27T14:12:37.061" v="11296" actId="478"/>
          <ac:spMkLst>
            <pc:docMk/>
            <pc:sldMk cId="4014011183" sldId="277"/>
            <ac:spMk id="23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24.873" v="20825" actId="478"/>
          <ac:spMkLst>
            <pc:docMk/>
            <pc:sldMk cId="4014011183" sldId="277"/>
            <ac:spMk id="23" creationId="{196E7BEB-F6DB-16E7-1753-1790044C02D2}"/>
          </ac:spMkLst>
        </pc:spChg>
        <pc:spChg chg="add mod">
          <ac:chgData name="Muriel BORDE" userId="c170603111e0d29b" providerId="LiveId" clId="{88A39F71-90C1-4121-B360-2DDA4F102DCB}" dt="2023-07-27T14:19:25.114" v="11618" actId="1038"/>
          <ac:spMkLst>
            <pc:docMk/>
            <pc:sldMk cId="4014011183" sldId="277"/>
            <ac:spMk id="24" creationId="{7199F3D1-85AC-77BA-C9C9-50BB415C14E7}"/>
          </ac:spMkLst>
        </pc:spChg>
        <pc:spChg chg="del mod">
          <ac:chgData name="Muriel BORDE" userId="c170603111e0d29b" providerId="LiveId" clId="{88A39F71-90C1-4121-B360-2DDA4F102DCB}" dt="2023-09-05T13:18:14.079" v="18668" actId="478"/>
          <ac:spMkLst>
            <pc:docMk/>
            <pc:sldMk cId="4014011183" sldId="277"/>
            <ac:spMk id="2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26.204" v="20826" actId="478"/>
          <ac:spMkLst>
            <pc:docMk/>
            <pc:sldMk cId="4014011183" sldId="277"/>
            <ac:spMk id="25" creationId="{6D9B1257-6921-8B96-3731-6CED2A0758A2}"/>
          </ac:spMkLst>
        </pc:spChg>
        <pc:spChg chg="del">
          <ac:chgData name="Muriel BORDE" userId="c170603111e0d29b" providerId="LiveId" clId="{88A39F71-90C1-4121-B360-2DDA4F102DCB}" dt="2023-07-27T14:12:59.837" v="11305" actId="478"/>
          <ac:spMkLst>
            <pc:docMk/>
            <pc:sldMk cId="4014011183" sldId="277"/>
            <ac:spMk id="26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25.114" v="11618" actId="1038"/>
          <ac:spMkLst>
            <pc:docMk/>
            <pc:sldMk cId="4014011183" sldId="277"/>
            <ac:spMk id="27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00.709" v="11587" actId="1037"/>
          <ac:spMkLst>
            <pc:docMk/>
            <pc:sldMk cId="4014011183" sldId="277"/>
            <ac:spMk id="28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25.114" v="11618" actId="1038"/>
          <ac:spMkLst>
            <pc:docMk/>
            <pc:sldMk cId="4014011183" sldId="277"/>
            <ac:spMk id="29" creationId="{00000000-0000-0000-0000-000000000000}"/>
          </ac:spMkLst>
        </pc:spChg>
        <pc:spChg chg="mod">
          <ac:chgData name="Muriel BORDE" userId="c170603111e0d29b" providerId="LiveId" clId="{88A39F71-90C1-4121-B360-2DDA4F102DCB}" dt="2023-07-27T14:19:25.114" v="11618" actId="1038"/>
          <ac:spMkLst>
            <pc:docMk/>
            <pc:sldMk cId="4014011183" sldId="277"/>
            <ac:spMk id="30" creationId="{00000000-0000-0000-0000-000000000000}"/>
          </ac:spMkLst>
        </pc:spChg>
        <pc:spChg chg="del mod">
          <ac:chgData name="Muriel BORDE" userId="c170603111e0d29b" providerId="LiveId" clId="{88A39F71-90C1-4121-B360-2DDA4F102DCB}" dt="2023-07-27T14:12:00.505" v="11254" actId="478"/>
          <ac:spMkLst>
            <pc:docMk/>
            <pc:sldMk cId="4014011183" sldId="277"/>
            <ac:spMk id="32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7T14:19:25.114" v="11618" actId="1038"/>
          <ac:spMkLst>
            <pc:docMk/>
            <pc:sldMk cId="4014011183" sldId="277"/>
            <ac:spMk id="52" creationId="{9096D4DF-C04E-6599-DC74-4E1CC9D25137}"/>
          </ac:spMkLst>
        </pc:spChg>
        <pc:spChg chg="add mod">
          <ac:chgData name="Muriel BORDE" userId="c170603111e0d29b" providerId="LiveId" clId="{88A39F71-90C1-4121-B360-2DDA4F102DCB}" dt="2023-07-27T14:22:50.497" v="11686" actId="1076"/>
          <ac:spMkLst>
            <pc:docMk/>
            <pc:sldMk cId="4014011183" sldId="277"/>
            <ac:spMk id="53" creationId="{35D7AEEB-9089-CCFF-DB3C-AEAD22DC60C7}"/>
          </ac:spMkLst>
        </pc:spChg>
        <pc:picChg chg="add del mod ord">
          <ac:chgData name="Muriel BORDE" userId="c170603111e0d29b" providerId="LiveId" clId="{88A39F71-90C1-4121-B360-2DDA4F102DCB}" dt="2023-07-27T14:16:04.387" v="11490" actId="478"/>
          <ac:picMkLst>
            <pc:docMk/>
            <pc:sldMk cId="4014011183" sldId="277"/>
            <ac:picMk id="2" creationId="{40621E6C-ED67-5D7F-7C84-F0010CE6675B}"/>
          </ac:picMkLst>
        </pc:picChg>
        <pc:picChg chg="add mod">
          <ac:chgData name="Muriel BORDE" userId="c170603111e0d29b" providerId="LiveId" clId="{88A39F71-90C1-4121-B360-2DDA4F102DCB}" dt="2023-09-05T13:18:25.146" v="18674" actId="1035"/>
          <ac:picMkLst>
            <pc:docMk/>
            <pc:sldMk cId="4014011183" sldId="277"/>
            <ac:picMk id="4" creationId="{1EECACF4-A169-7D9C-7DD2-7714FFE1E471}"/>
          </ac:picMkLst>
        </pc:picChg>
        <pc:picChg chg="add del mod">
          <ac:chgData name="Muriel BORDE" userId="c170603111e0d29b" providerId="LiveId" clId="{88A39F71-90C1-4121-B360-2DDA4F102DCB}" dt="2023-07-27T14:15:56.512" v="11486" actId="478"/>
          <ac:picMkLst>
            <pc:docMk/>
            <pc:sldMk cId="4014011183" sldId="277"/>
            <ac:picMk id="42" creationId="{286C36B3-4790-66DD-9D9C-B9FD61C3744A}"/>
          </ac:picMkLst>
        </pc:picChg>
        <pc:picChg chg="add del mod">
          <ac:chgData name="Muriel BORDE" userId="c170603111e0d29b" providerId="LiveId" clId="{88A39F71-90C1-4121-B360-2DDA4F102DCB}" dt="2023-07-27T14:16:00.265" v="11488" actId="478"/>
          <ac:picMkLst>
            <pc:docMk/>
            <pc:sldMk cId="4014011183" sldId="277"/>
            <ac:picMk id="43" creationId="{AA55C53C-052A-D181-7272-4CDFAED08280}"/>
          </ac:picMkLst>
        </pc:picChg>
        <pc:picChg chg="add del mod">
          <ac:chgData name="Muriel BORDE" userId="c170603111e0d29b" providerId="LiveId" clId="{88A39F71-90C1-4121-B360-2DDA4F102DCB}" dt="2023-07-27T14:17:44.829" v="11548" actId="478"/>
          <ac:picMkLst>
            <pc:docMk/>
            <pc:sldMk cId="4014011183" sldId="277"/>
            <ac:picMk id="49" creationId="{9C359A85-81E3-652E-B08E-7E40139243F5}"/>
          </ac:picMkLst>
        </pc:picChg>
        <pc:picChg chg="add del mod">
          <ac:chgData name="Muriel BORDE" userId="c170603111e0d29b" providerId="LiveId" clId="{88A39F71-90C1-4121-B360-2DDA4F102DCB}" dt="2023-07-27T14:17:44.829" v="11548" actId="478"/>
          <ac:picMkLst>
            <pc:docMk/>
            <pc:sldMk cId="4014011183" sldId="277"/>
            <ac:picMk id="50" creationId="{5C9D5B9A-3B94-CB17-A313-1DE22DDE24E0}"/>
          </ac:picMkLst>
        </pc:picChg>
        <pc:picChg chg="add del">
          <ac:chgData name="Muriel BORDE" userId="c170603111e0d29b" providerId="LiveId" clId="{88A39F71-90C1-4121-B360-2DDA4F102DCB}" dt="2023-07-27T07:47:55.610" v="4410" actId="478"/>
          <ac:picMkLst>
            <pc:docMk/>
            <pc:sldMk cId="4014011183" sldId="277"/>
            <ac:picMk id="1026" creationId="{A509522E-7298-DB32-71FD-D112DE3D7396}"/>
          </ac:picMkLst>
        </pc:picChg>
        <pc:cxnChg chg="mod">
          <ac:chgData name="Muriel BORDE" userId="c170603111e0d29b" providerId="LiveId" clId="{88A39F71-90C1-4121-B360-2DDA4F102DCB}" dt="2023-07-27T14:19:25.114" v="11618" actId="1038"/>
          <ac:cxnSpMkLst>
            <pc:docMk/>
            <pc:sldMk cId="4014011183" sldId="277"/>
            <ac:cxnSpMk id="15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7T14:19:00.709" v="11587" actId="1037"/>
          <ac:cxnSpMkLst>
            <pc:docMk/>
            <pc:sldMk cId="4014011183" sldId="277"/>
            <ac:cxnSpMk id="16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7T14:20:10.066" v="11638" actId="1036"/>
          <ac:cxnSpMkLst>
            <pc:docMk/>
            <pc:sldMk cId="4014011183" sldId="277"/>
            <ac:cxnSpMk id="17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7T14:20:10.066" v="11638" actId="1036"/>
          <ac:cxnSpMkLst>
            <pc:docMk/>
            <pc:sldMk cId="4014011183" sldId="277"/>
            <ac:cxnSpMk id="18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7T14:19:25.114" v="11618" actId="1038"/>
          <ac:cxnSpMkLst>
            <pc:docMk/>
            <pc:sldMk cId="4014011183" sldId="277"/>
            <ac:cxnSpMk id="31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7T14:20:10.066" v="11638" actId="1036"/>
          <ac:cxnSpMkLst>
            <pc:docMk/>
            <pc:sldMk cId="4014011183" sldId="277"/>
            <ac:cxnSpMk id="34" creationId="{D7606AF7-B33E-DD0A-121C-108AA2CB611D}"/>
          </ac:cxnSpMkLst>
        </pc:cxnChg>
        <pc:cxnChg chg="mod">
          <ac:chgData name="Muriel BORDE" userId="c170603111e0d29b" providerId="LiveId" clId="{88A39F71-90C1-4121-B360-2DDA4F102DCB}" dt="2023-07-27T14:20:10.066" v="11638" actId="1036"/>
          <ac:cxnSpMkLst>
            <pc:docMk/>
            <pc:sldMk cId="4014011183" sldId="277"/>
            <ac:cxnSpMk id="37" creationId="{0B714433-8DEC-441D-885A-0916A426CC74}"/>
          </ac:cxnSpMkLst>
        </pc:cxnChg>
        <pc:cxnChg chg="add mod">
          <ac:chgData name="Muriel BORDE" userId="c170603111e0d29b" providerId="LiveId" clId="{88A39F71-90C1-4121-B360-2DDA4F102DCB}" dt="2023-07-27T14:22:55.165" v="11689" actId="14100"/>
          <ac:cxnSpMkLst>
            <pc:docMk/>
            <pc:sldMk cId="4014011183" sldId="277"/>
            <ac:cxnSpMk id="54" creationId="{B31A73A8-316D-4EFB-7F65-BCFE7982488F}"/>
          </ac:cxnSpMkLst>
        </pc:cxnChg>
      </pc:sldChg>
      <pc:sldChg chg="add del">
        <pc:chgData name="Muriel BORDE" userId="c170603111e0d29b" providerId="LiveId" clId="{88A39F71-90C1-4121-B360-2DDA4F102DCB}" dt="2023-07-27T14:29:04.335" v="11693" actId="47"/>
        <pc:sldMkLst>
          <pc:docMk/>
          <pc:sldMk cId="1268558307" sldId="279"/>
        </pc:sldMkLst>
      </pc:sldChg>
      <pc:sldChg chg="del">
        <pc:chgData name="Muriel BORDE" userId="c170603111e0d29b" providerId="LiveId" clId="{88A39F71-90C1-4121-B360-2DDA4F102DCB}" dt="2023-07-27T14:29:06.360" v="11694" actId="47"/>
        <pc:sldMkLst>
          <pc:docMk/>
          <pc:sldMk cId="3373699938" sldId="280"/>
        </pc:sldMkLst>
      </pc:sldChg>
      <pc:sldChg chg="del">
        <pc:chgData name="Muriel BORDE" userId="c170603111e0d29b" providerId="LiveId" clId="{88A39F71-90C1-4121-B360-2DDA4F102DCB}" dt="2023-07-27T14:29:33.541" v="11695" actId="47"/>
        <pc:sldMkLst>
          <pc:docMk/>
          <pc:sldMk cId="4260222223" sldId="281"/>
        </pc:sldMkLst>
      </pc:sldChg>
      <pc:sldChg chg="del">
        <pc:chgData name="Muriel BORDE" userId="c170603111e0d29b" providerId="LiveId" clId="{88A39F71-90C1-4121-B360-2DDA4F102DCB}" dt="2023-07-26T12:17:44.630" v="965" actId="47"/>
        <pc:sldMkLst>
          <pc:docMk/>
          <pc:sldMk cId="3736559015" sldId="282"/>
        </pc:sldMkLst>
      </pc:sldChg>
      <pc:sldChg chg="del">
        <pc:chgData name="Muriel BORDE" userId="c170603111e0d29b" providerId="LiveId" clId="{88A39F71-90C1-4121-B360-2DDA4F102DCB}" dt="2023-07-27T14:56:30.805" v="12640" actId="47"/>
        <pc:sldMkLst>
          <pc:docMk/>
          <pc:sldMk cId="2359202695" sldId="283"/>
        </pc:sldMkLst>
      </pc:sldChg>
      <pc:sldChg chg="del">
        <pc:chgData name="Muriel BORDE" userId="c170603111e0d29b" providerId="LiveId" clId="{88A39F71-90C1-4121-B360-2DDA4F102DCB}" dt="2023-07-27T14:56:30.805" v="12640" actId="47"/>
        <pc:sldMkLst>
          <pc:docMk/>
          <pc:sldMk cId="3048837669" sldId="284"/>
        </pc:sldMkLst>
      </pc:sldChg>
      <pc:sldChg chg="add del">
        <pc:chgData name="Muriel BORDE" userId="c170603111e0d29b" providerId="LiveId" clId="{88A39F71-90C1-4121-B360-2DDA4F102DCB}" dt="2023-07-27T14:56:30.805" v="12640" actId="47"/>
        <pc:sldMkLst>
          <pc:docMk/>
          <pc:sldMk cId="1466034304" sldId="285"/>
        </pc:sldMkLst>
      </pc:sldChg>
      <pc:sldChg chg="add del">
        <pc:chgData name="Muriel BORDE" userId="c170603111e0d29b" providerId="LiveId" clId="{88A39F71-90C1-4121-B360-2DDA4F102DCB}" dt="2023-07-27T14:56:30.805" v="12640" actId="47"/>
        <pc:sldMkLst>
          <pc:docMk/>
          <pc:sldMk cId="2756400133" sldId="286"/>
        </pc:sldMkLst>
      </pc:sldChg>
      <pc:sldChg chg="del">
        <pc:chgData name="Muriel BORDE" userId="c170603111e0d29b" providerId="LiveId" clId="{88A39F71-90C1-4121-B360-2DDA4F102DCB}" dt="2023-07-27T14:56:30.805" v="12640" actId="47"/>
        <pc:sldMkLst>
          <pc:docMk/>
          <pc:sldMk cId="1659133320" sldId="287"/>
        </pc:sldMkLst>
      </pc:sldChg>
      <pc:sldChg chg="del">
        <pc:chgData name="Muriel BORDE" userId="c170603111e0d29b" providerId="LiveId" clId="{88A39F71-90C1-4121-B360-2DDA4F102DCB}" dt="2023-07-26T12:17:45.895" v="966" actId="47"/>
        <pc:sldMkLst>
          <pc:docMk/>
          <pc:sldMk cId="0" sldId="289"/>
        </pc:sldMkLst>
      </pc:sldChg>
      <pc:sldChg chg="del">
        <pc:chgData name="Muriel BORDE" userId="c170603111e0d29b" providerId="LiveId" clId="{88A39F71-90C1-4121-B360-2DDA4F102DCB}" dt="2023-07-26T12:17:47.555" v="967" actId="47"/>
        <pc:sldMkLst>
          <pc:docMk/>
          <pc:sldMk cId="0" sldId="290"/>
        </pc:sldMkLst>
      </pc:sldChg>
      <pc:sldChg chg="addSp delSp modSp del mod modClrScheme chgLayout">
        <pc:chgData name="Muriel BORDE" userId="c170603111e0d29b" providerId="LiveId" clId="{88A39F71-90C1-4121-B360-2DDA4F102DCB}" dt="2023-09-27T15:13:42.015" v="20747" actId="207"/>
        <pc:sldMkLst>
          <pc:docMk/>
          <pc:sldMk cId="1037896188" sldId="291"/>
        </pc:sldMkLst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1037896188" sldId="291"/>
            <ac:spMk id="2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3:42.015" v="20747" actId="207"/>
          <ac:spMkLst>
            <pc:docMk/>
            <pc:sldMk cId="1037896188" sldId="291"/>
            <ac:spMk id="3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3:18.451" v="20741" actId="478"/>
          <ac:spMkLst>
            <pc:docMk/>
            <pc:sldMk cId="1037896188" sldId="291"/>
            <ac:spMk id="4" creationId="{178D7C63-04A8-10FF-954A-1B1B7B27DBDB}"/>
          </ac:spMkLst>
        </pc:spChg>
        <pc:spChg chg="add del mod ord">
          <ac:chgData name="Muriel BORDE" userId="c170603111e0d29b" providerId="LiveId" clId="{88A39F71-90C1-4121-B360-2DDA4F102DCB}" dt="2023-09-27T15:13:19.202" v="20742" actId="478"/>
          <ac:spMkLst>
            <pc:docMk/>
            <pc:sldMk cId="1037896188" sldId="291"/>
            <ac:spMk id="5" creationId="{A2E52EF6-CA5A-4C12-B974-C87D75D6CAA0}"/>
          </ac:spMkLst>
        </pc:spChg>
        <pc:spChg chg="add del mod">
          <ac:chgData name="Muriel BORDE" userId="c170603111e0d29b" providerId="LiveId" clId="{88A39F71-90C1-4121-B360-2DDA4F102DCB}" dt="2023-07-28T14:49:02.779" v="17738" actId="478"/>
          <ac:spMkLst>
            <pc:docMk/>
            <pc:sldMk cId="1037896188" sldId="291"/>
            <ac:spMk id="5" creationId="{D85D8F64-0BB0-337F-29D3-876CEAE674F2}"/>
          </ac:spMkLst>
        </pc:spChg>
        <pc:spChg chg="del">
          <ac:chgData name="Muriel BORDE" userId="c170603111e0d29b" providerId="LiveId" clId="{88A39F71-90C1-4121-B360-2DDA4F102DCB}" dt="2023-07-28T14:49:01.296" v="17736" actId="478"/>
          <ac:spMkLst>
            <pc:docMk/>
            <pc:sldMk cId="1037896188" sldId="291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3:26.278" v="20745" actId="478"/>
          <ac:spMkLst>
            <pc:docMk/>
            <pc:sldMk cId="1037896188" sldId="291"/>
            <ac:spMk id="6" creationId="{DB4206BA-03FE-4458-842D-61D66A245473}"/>
          </ac:spMkLst>
        </pc:spChg>
        <pc:spChg chg="mod">
          <ac:chgData name="Muriel BORDE" userId="c170603111e0d29b" providerId="LiveId" clId="{88A39F71-90C1-4121-B360-2DDA4F102DCB}" dt="2023-09-27T15:13:28.397" v="20746" actId="207"/>
          <ac:spMkLst>
            <pc:docMk/>
            <pc:sldMk cId="1037896188" sldId="291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1:02.767" v="20132" actId="1035"/>
          <ac:spMkLst>
            <pc:docMk/>
            <pc:sldMk cId="1037896188" sldId="291"/>
            <ac:spMk id="8" creationId="{6046796A-D52B-462E-8478-7957CBAD3D38}"/>
          </ac:spMkLst>
        </pc:spChg>
        <pc:spChg chg="mod">
          <ac:chgData name="Muriel BORDE" userId="c170603111e0d29b" providerId="LiveId" clId="{88A39F71-90C1-4121-B360-2DDA4F102DCB}" dt="2023-09-27T15:13:42.015" v="20747" actId="207"/>
          <ac:spMkLst>
            <pc:docMk/>
            <pc:sldMk cId="1037896188" sldId="291"/>
            <ac:spMk id="13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3:42.015" v="20747" actId="207"/>
          <ac:spMkLst>
            <pc:docMk/>
            <pc:sldMk cId="1037896188" sldId="291"/>
            <ac:spMk id="14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7T15:13:23.303" v="20744" actId="478"/>
          <ac:spMkLst>
            <pc:docMk/>
            <pc:sldMk cId="1037896188" sldId="291"/>
            <ac:spMk id="15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16.393" v="18139" actId="2711"/>
          <ac:spMkLst>
            <pc:docMk/>
            <pc:sldMk cId="1037896188" sldId="291"/>
            <ac:spMk id="16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16.393" v="18139" actId="2711"/>
          <ac:spMkLst>
            <pc:docMk/>
            <pc:sldMk cId="1037896188" sldId="291"/>
            <ac:spMk id="17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16.393" v="18139" actId="2711"/>
          <ac:spMkLst>
            <pc:docMk/>
            <pc:sldMk cId="1037896188" sldId="291"/>
            <ac:spMk id="18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16.393" v="18139" actId="2711"/>
          <ac:spMkLst>
            <pc:docMk/>
            <pc:sldMk cId="1037896188" sldId="291"/>
            <ac:spMk id="21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16.393" v="18139" actId="2711"/>
          <ac:spMkLst>
            <pc:docMk/>
            <pc:sldMk cId="1037896188" sldId="291"/>
            <ac:spMk id="23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16.393" v="18139" actId="2711"/>
          <ac:spMkLst>
            <pc:docMk/>
            <pc:sldMk cId="1037896188" sldId="291"/>
            <ac:spMk id="24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3:42.015" v="20747" actId="207"/>
          <ac:spMkLst>
            <pc:docMk/>
            <pc:sldMk cId="1037896188" sldId="291"/>
            <ac:spMk id="30" creationId="{00000000-0000-0000-0000-000000000000}"/>
          </ac:spMkLst>
        </pc:spChg>
      </pc:sldChg>
      <pc:sldChg chg="add del">
        <pc:chgData name="Muriel BORDE" userId="c170603111e0d29b" providerId="LiveId" clId="{88A39F71-90C1-4121-B360-2DDA4F102DCB}" dt="2023-07-26T12:29:44.782" v="1101" actId="2696"/>
        <pc:sldMkLst>
          <pc:docMk/>
          <pc:sldMk cId="2320908970" sldId="291"/>
        </pc:sldMkLst>
      </pc:sldChg>
      <pc:sldChg chg="addSp delSp modSp del mod modClrScheme chgLayout">
        <pc:chgData name="Muriel BORDE" userId="c170603111e0d29b" providerId="LiveId" clId="{88A39F71-90C1-4121-B360-2DDA4F102DCB}" dt="2023-09-27T15:13:58.366" v="20753" actId="207"/>
        <pc:sldMkLst>
          <pc:docMk/>
          <pc:sldMk cId="572137962" sldId="292"/>
        </pc:sldMkLst>
        <pc:spChg chg="mod ord">
          <ac:chgData name="Muriel BORDE" userId="c170603111e0d29b" providerId="LiveId" clId="{88A39F71-90C1-4121-B360-2DDA4F102DCB}" dt="2023-09-27T15:13:49.306" v="20748" actId="700"/>
          <ac:spMkLst>
            <pc:docMk/>
            <pc:sldMk cId="572137962" sldId="292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3:53.279" v="20749" actId="478"/>
          <ac:spMkLst>
            <pc:docMk/>
            <pc:sldMk cId="572137962" sldId="292"/>
            <ac:spMk id="3" creationId="{7B95103D-A976-DF04-980D-0C193923CFC0}"/>
          </ac:spMkLst>
        </pc:spChg>
        <pc:spChg chg="add del mod">
          <ac:chgData name="Muriel BORDE" userId="c170603111e0d29b" providerId="LiveId" clId="{88A39F71-90C1-4121-B360-2DDA4F102DCB}" dt="2023-07-28T14:49:16.854" v="17761" actId="478"/>
          <ac:spMkLst>
            <pc:docMk/>
            <pc:sldMk cId="572137962" sldId="292"/>
            <ac:spMk id="4" creationId="{A9B7B501-71F2-1881-4278-C1C42A43DFCD}"/>
          </ac:spMkLst>
        </pc:spChg>
        <pc:spChg chg="add del mod ord">
          <ac:chgData name="Muriel BORDE" userId="c170603111e0d29b" providerId="LiveId" clId="{88A39F71-90C1-4121-B360-2DDA4F102DCB}" dt="2023-09-27T15:13:54.548" v="20750" actId="478"/>
          <ac:spMkLst>
            <pc:docMk/>
            <pc:sldMk cId="572137962" sldId="292"/>
            <ac:spMk id="4" creationId="{D4A44D37-3F9D-8959-8AEE-E86498B6042B}"/>
          </ac:spMkLst>
        </pc:spChg>
        <pc:spChg chg="del">
          <ac:chgData name="Muriel BORDE" userId="c170603111e0d29b" providerId="LiveId" clId="{88A39F71-90C1-4121-B360-2DDA4F102DCB}" dt="2023-07-28T14:49:14.442" v="17759" actId="478"/>
          <ac:spMkLst>
            <pc:docMk/>
            <pc:sldMk cId="572137962" sldId="292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3:56.176" v="20752" actId="478"/>
          <ac:spMkLst>
            <pc:docMk/>
            <pc:sldMk cId="572137962" sldId="292"/>
            <ac:spMk id="6" creationId="{CDB69058-E06B-2B7B-2BFA-92D5CDF515B2}"/>
          </ac:spMkLst>
        </pc:spChg>
        <pc:spChg chg="mod">
          <ac:chgData name="Muriel BORDE" userId="c170603111e0d29b" providerId="LiveId" clId="{88A39F71-90C1-4121-B360-2DDA4F102DCB}" dt="2023-09-27T15:13:58.366" v="20753" actId="207"/>
          <ac:spMkLst>
            <pc:docMk/>
            <pc:sldMk cId="572137962" sldId="292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1:15.619" v="20137" actId="27636"/>
          <ac:spMkLst>
            <pc:docMk/>
            <pc:sldMk cId="572137962" sldId="292"/>
            <ac:spMk id="8" creationId="{F0FA7EA7-FB4E-08C0-1BAF-3B8BE5C2CA9C}"/>
          </ac:spMkLst>
        </pc:spChg>
        <pc:spChg chg="mod">
          <ac:chgData name="Muriel BORDE" userId="c170603111e0d29b" providerId="LiveId" clId="{88A39F71-90C1-4121-B360-2DDA4F102DCB}" dt="2023-07-28T14:56:32.035" v="18142" actId="2711"/>
          <ac:spMkLst>
            <pc:docMk/>
            <pc:sldMk cId="572137962" sldId="292"/>
            <ac:spMk id="10" creationId="{00000000-0000-0000-0000-000000000000}"/>
          </ac:spMkLst>
        </pc:spChg>
        <pc:spChg chg="mod">
          <ac:chgData name="Muriel BORDE" userId="c170603111e0d29b" providerId="LiveId" clId="{88A39F71-90C1-4121-B360-2DDA4F102DCB}" dt="2023-07-27T12:25:55.641" v="9830" actId="1076"/>
          <ac:spMkLst>
            <pc:docMk/>
            <pc:sldMk cId="572137962" sldId="292"/>
            <ac:spMk id="13" creationId="{00000000-0000-0000-0000-000000000000}"/>
          </ac:spMkLst>
        </pc:spChg>
        <pc:spChg chg="mod">
          <ac:chgData name="Muriel BORDE" userId="c170603111e0d29b" providerId="LiveId" clId="{88A39F71-90C1-4121-B360-2DDA4F102DCB}" dt="2023-07-27T12:25:55.641" v="9830" actId="1076"/>
          <ac:spMkLst>
            <pc:docMk/>
            <pc:sldMk cId="572137962" sldId="292"/>
            <ac:spMk id="15" creationId="{00000000-0000-0000-0000-000000000000}"/>
          </ac:spMkLst>
        </pc:spChg>
        <pc:picChg chg="mod">
          <ac:chgData name="Muriel BORDE" userId="c170603111e0d29b" providerId="LiveId" clId="{88A39F71-90C1-4121-B360-2DDA4F102DCB}" dt="2023-07-27T12:25:55.641" v="9830" actId="1076"/>
          <ac:picMkLst>
            <pc:docMk/>
            <pc:sldMk cId="572137962" sldId="292"/>
            <ac:picMk id="5" creationId="{00000000-0000-0000-0000-000000000000}"/>
          </ac:picMkLst>
        </pc:picChg>
      </pc:sldChg>
      <pc:sldChg chg="add del">
        <pc:chgData name="Muriel BORDE" userId="c170603111e0d29b" providerId="LiveId" clId="{88A39F71-90C1-4121-B360-2DDA4F102DCB}" dt="2023-07-26T12:29:44.782" v="1101" actId="2696"/>
        <pc:sldMkLst>
          <pc:docMk/>
          <pc:sldMk cId="944422374" sldId="292"/>
        </pc:sldMkLst>
      </pc:sldChg>
      <pc:sldChg chg="add del">
        <pc:chgData name="Muriel BORDE" userId="c170603111e0d29b" providerId="LiveId" clId="{88A39F71-90C1-4121-B360-2DDA4F102DCB}" dt="2023-07-27T12:25:21.915" v="9825" actId="47"/>
        <pc:sldMkLst>
          <pc:docMk/>
          <pc:sldMk cId="911516648" sldId="293"/>
        </pc:sldMkLst>
      </pc:sldChg>
      <pc:sldChg chg="add del">
        <pc:chgData name="Muriel BORDE" userId="c170603111e0d29b" providerId="LiveId" clId="{88A39F71-90C1-4121-B360-2DDA4F102DCB}" dt="2023-07-26T12:29:44.782" v="1101" actId="2696"/>
        <pc:sldMkLst>
          <pc:docMk/>
          <pc:sldMk cId="3828246476" sldId="293"/>
        </pc:sldMkLst>
      </pc:sldChg>
      <pc:sldChg chg="addSp delSp modSp del mod modClrScheme chgLayout">
        <pc:chgData name="Muriel BORDE" userId="c170603111e0d29b" providerId="LiveId" clId="{88A39F71-90C1-4121-B360-2DDA4F102DCB}" dt="2023-09-27T15:14:14.596" v="20759" actId="207"/>
        <pc:sldMkLst>
          <pc:docMk/>
          <pc:sldMk cId="949355884" sldId="294"/>
        </pc:sldMkLst>
        <pc:spChg chg="mod ord">
          <ac:chgData name="Muriel BORDE" userId="c170603111e0d29b" providerId="LiveId" clId="{88A39F71-90C1-4121-B360-2DDA4F102DCB}" dt="2023-09-27T15:13:49.306" v="20748" actId="700"/>
          <ac:spMkLst>
            <pc:docMk/>
            <pc:sldMk cId="949355884" sldId="294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4:10.371" v="20757" actId="478"/>
          <ac:spMkLst>
            <pc:docMk/>
            <pc:sldMk cId="949355884" sldId="294"/>
            <ac:spMk id="3" creationId="{1C939F48-D401-9131-6D1F-D1E897113826}"/>
          </ac:spMkLst>
        </pc:spChg>
        <pc:spChg chg="mod">
          <ac:chgData name="Muriel BORDE" userId="c170603111e0d29b" providerId="LiveId" clId="{88A39F71-90C1-4121-B360-2DDA4F102DCB}" dt="2023-07-28T14:56:27.662" v="18141" actId="2711"/>
          <ac:spMkLst>
            <pc:docMk/>
            <pc:sldMk cId="949355884" sldId="294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49:20.405" v="17763" actId="478"/>
          <ac:spMkLst>
            <pc:docMk/>
            <pc:sldMk cId="949355884" sldId="294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4:12.311" v="20758" actId="478"/>
          <ac:spMkLst>
            <pc:docMk/>
            <pc:sldMk cId="949355884" sldId="294"/>
            <ac:spMk id="6" creationId="{2A5168EB-C084-ECED-C791-7A6C9D870574}"/>
          </ac:spMkLst>
        </pc:spChg>
        <pc:spChg chg="mod">
          <ac:chgData name="Muriel BORDE" userId="c170603111e0d29b" providerId="LiveId" clId="{88A39F71-90C1-4121-B360-2DDA4F102DCB}" dt="2023-09-27T15:14:14.596" v="20759" actId="207"/>
          <ac:spMkLst>
            <pc:docMk/>
            <pc:sldMk cId="949355884" sldId="294"/>
            <ac:spMk id="7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4:04.862" v="20754" actId="478"/>
          <ac:spMkLst>
            <pc:docMk/>
            <pc:sldMk cId="949355884" sldId="294"/>
            <ac:spMk id="8" creationId="{382672FE-1DF2-C848-D1E1-F8530EBC533C}"/>
          </ac:spMkLst>
        </pc:spChg>
        <pc:spChg chg="add del mod">
          <ac:chgData name="Muriel BORDE" userId="c170603111e0d29b" providerId="LiveId" clId="{88A39F71-90C1-4121-B360-2DDA4F102DCB}" dt="2023-07-28T14:49:21.590" v="17765" actId="478"/>
          <ac:spMkLst>
            <pc:docMk/>
            <pc:sldMk cId="949355884" sldId="294"/>
            <ac:spMk id="8" creationId="{A9F2B4D5-076A-A4CE-EDD8-C011DE4C05FE}"/>
          </ac:spMkLst>
        </pc:spChg>
        <pc:spChg chg="add del mod">
          <ac:chgData name="Muriel BORDE" userId="c170603111e0d29b" providerId="LiveId" clId="{88A39F71-90C1-4121-B360-2DDA4F102DCB}" dt="2023-09-27T15:14:08.619" v="20756" actId="478"/>
          <ac:spMkLst>
            <pc:docMk/>
            <pc:sldMk cId="949355884" sldId="294"/>
            <ac:spMk id="9" creationId="{E0D147D0-71B5-2BA5-CA8F-B232694D354E}"/>
          </ac:spMkLst>
        </pc:spChg>
      </pc:sldChg>
      <pc:sldChg chg="add del">
        <pc:chgData name="Muriel BORDE" userId="c170603111e0d29b" providerId="LiveId" clId="{88A39F71-90C1-4121-B360-2DDA4F102DCB}" dt="2023-07-26T12:29:44.782" v="1101" actId="2696"/>
        <pc:sldMkLst>
          <pc:docMk/>
          <pc:sldMk cId="3749331074" sldId="294"/>
        </pc:sldMkLst>
      </pc:sldChg>
      <pc:sldChg chg="add del">
        <pc:chgData name="Muriel BORDE" userId="c170603111e0d29b" providerId="LiveId" clId="{88A39F71-90C1-4121-B360-2DDA4F102DCB}" dt="2023-07-27T12:25:27.046" v="9826" actId="47"/>
        <pc:sldMkLst>
          <pc:docMk/>
          <pc:sldMk cId="3427872162" sldId="295"/>
        </pc:sldMkLst>
      </pc:sldChg>
      <pc:sldChg chg="add del">
        <pc:chgData name="Muriel BORDE" userId="c170603111e0d29b" providerId="LiveId" clId="{88A39F71-90C1-4121-B360-2DDA4F102DCB}" dt="2023-07-26T12:29:44.782" v="1101" actId="2696"/>
        <pc:sldMkLst>
          <pc:docMk/>
          <pc:sldMk cId="4109116153" sldId="295"/>
        </pc:sldMkLst>
      </pc:sldChg>
      <pc:sldChg chg="addSp delSp modSp add mod modClrScheme chgLayout">
        <pc:chgData name="Muriel BORDE" userId="c170603111e0d29b" providerId="LiveId" clId="{88A39F71-90C1-4121-B360-2DDA4F102DCB}" dt="2023-09-27T15:14:23.430" v="20763" actId="478"/>
        <pc:sldMkLst>
          <pc:docMk/>
          <pc:sldMk cId="1409841927" sldId="296"/>
        </pc:sldMkLst>
        <pc:spChg chg="mod ord">
          <ac:chgData name="Muriel BORDE" userId="c170603111e0d29b" providerId="LiveId" clId="{88A39F71-90C1-4121-B360-2DDA4F102DCB}" dt="2023-09-27T15:13:49.306" v="20748" actId="700"/>
          <ac:spMkLst>
            <pc:docMk/>
            <pc:sldMk cId="1409841927" sldId="296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1:32.882" v="20145"/>
          <ac:spMkLst>
            <pc:docMk/>
            <pc:sldMk cId="1409841927" sldId="296"/>
            <ac:spMk id="3" creationId="{8BEE74A1-5486-E0B9-AC0F-AD3735FF2767}"/>
          </ac:spMkLst>
        </pc:spChg>
        <pc:spChg chg="add del mod ord">
          <ac:chgData name="Muriel BORDE" userId="c170603111e0d29b" providerId="LiveId" clId="{88A39F71-90C1-4121-B360-2DDA4F102DCB}" dt="2023-09-27T15:14:22.288" v="20762" actId="478"/>
          <ac:spMkLst>
            <pc:docMk/>
            <pc:sldMk cId="1409841927" sldId="296"/>
            <ac:spMk id="4" creationId="{0CF6D271-9AEC-797E-41AE-123845F769F8}"/>
          </ac:spMkLst>
        </pc:spChg>
        <pc:spChg chg="add del mod">
          <ac:chgData name="Muriel BORDE" userId="c170603111e0d29b" providerId="LiveId" clId="{88A39F71-90C1-4121-B360-2DDA4F102DCB}" dt="2023-07-28T14:49:26.867" v="17769" actId="478"/>
          <ac:spMkLst>
            <pc:docMk/>
            <pc:sldMk cId="1409841927" sldId="296"/>
            <ac:spMk id="4" creationId="{6BD56B4F-B7AA-9F42-41CF-5B9203C8CBFC}"/>
          </ac:spMkLst>
        </pc:spChg>
        <pc:spChg chg="add del mod ord">
          <ac:chgData name="Muriel BORDE" userId="c170603111e0d29b" providerId="LiveId" clId="{88A39F71-90C1-4121-B360-2DDA4F102DCB}" dt="2023-09-27T15:14:23.430" v="20763" actId="478"/>
          <ac:spMkLst>
            <pc:docMk/>
            <pc:sldMk cId="1409841927" sldId="296"/>
            <ac:spMk id="5" creationId="{32C54C55-8A63-DB6D-59F3-B0F4112D76B2}"/>
          </ac:spMkLst>
        </pc:spChg>
        <pc:spChg chg="add del mod">
          <ac:chgData name="Muriel BORDE" userId="c170603111e0d29b" providerId="LiveId" clId="{88A39F71-90C1-4121-B360-2DDA4F102DCB}" dt="2023-09-22T15:21:32.193" v="20144" actId="478"/>
          <ac:spMkLst>
            <pc:docMk/>
            <pc:sldMk cId="1409841927" sldId="296"/>
            <ac:spMk id="5" creationId="{BB272100-F34D-80A1-E8D3-27D5BCC00305}"/>
          </ac:spMkLst>
        </pc:spChg>
        <pc:spChg chg="del">
          <ac:chgData name="Muriel BORDE" userId="c170603111e0d29b" providerId="LiveId" clId="{88A39F71-90C1-4121-B360-2DDA4F102DCB}" dt="2023-07-28T14:49:25.911" v="17767" actId="478"/>
          <ac:spMkLst>
            <pc:docMk/>
            <pc:sldMk cId="1409841927" sldId="296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4:17.591" v="20760" actId="478"/>
          <ac:spMkLst>
            <pc:docMk/>
            <pc:sldMk cId="1409841927" sldId="296"/>
            <ac:spMk id="6" creationId="{C1C01EDE-5F3F-7500-3912-2F80DFCA5031}"/>
          </ac:spMkLst>
        </pc:spChg>
        <pc:spChg chg="mod">
          <ac:chgData name="Muriel BORDE" userId="c170603111e0d29b" providerId="LiveId" clId="{88A39F71-90C1-4121-B360-2DDA4F102DCB}" dt="2023-09-27T15:14:20.282" v="20761" actId="207"/>
          <ac:spMkLst>
            <pc:docMk/>
            <pc:sldMk cId="1409841927" sldId="296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37.397" v="18143" actId="2711"/>
          <ac:spMkLst>
            <pc:docMk/>
            <pc:sldMk cId="1409841927" sldId="296"/>
            <ac:spMk id="12" creationId="{00000000-0000-0000-0000-000000000000}"/>
          </ac:spMkLst>
        </pc:spChg>
      </pc:sldChg>
      <pc:sldChg chg="add del">
        <pc:chgData name="Muriel BORDE" userId="c170603111e0d29b" providerId="LiveId" clId="{88A39F71-90C1-4121-B360-2DDA4F102DCB}" dt="2023-07-26T12:29:44.782" v="1101" actId="2696"/>
        <pc:sldMkLst>
          <pc:docMk/>
          <pc:sldMk cId="3344154213" sldId="296"/>
        </pc:sldMkLst>
      </pc:sldChg>
      <pc:sldChg chg="del">
        <pc:chgData name="Muriel BORDE" userId="c170603111e0d29b" providerId="LiveId" clId="{88A39F71-90C1-4121-B360-2DDA4F102DCB}" dt="2023-07-27T12:25:32.189" v="9827" actId="47"/>
        <pc:sldMkLst>
          <pc:docMk/>
          <pc:sldMk cId="3310963896" sldId="297"/>
        </pc:sldMkLst>
      </pc:sldChg>
      <pc:sldChg chg="add del">
        <pc:chgData name="Muriel BORDE" userId="c170603111e0d29b" providerId="LiveId" clId="{88A39F71-90C1-4121-B360-2DDA4F102DCB}" dt="2023-07-26T12:29:44.782" v="1101" actId="2696"/>
        <pc:sldMkLst>
          <pc:docMk/>
          <pc:sldMk cId="4272052682" sldId="297"/>
        </pc:sldMkLst>
      </pc:sldChg>
      <pc:sldChg chg="del">
        <pc:chgData name="Muriel BORDE" userId="c170603111e0d29b" providerId="LiveId" clId="{88A39F71-90C1-4121-B360-2DDA4F102DCB}" dt="2023-07-26T12:16:56.325" v="959" actId="47"/>
        <pc:sldMkLst>
          <pc:docMk/>
          <pc:sldMk cId="0" sldId="298"/>
        </pc:sldMkLst>
      </pc:sldChg>
      <pc:sldChg chg="del">
        <pc:chgData name="Muriel BORDE" userId="c170603111e0d29b" providerId="LiveId" clId="{88A39F71-90C1-4121-B360-2DDA4F102DCB}" dt="2023-07-26T12:16:53.460" v="958" actId="47"/>
        <pc:sldMkLst>
          <pc:docMk/>
          <pc:sldMk cId="0" sldId="299"/>
        </pc:sldMkLst>
      </pc:sldChg>
      <pc:sldChg chg="del">
        <pc:chgData name="Muriel BORDE" userId="c170603111e0d29b" providerId="LiveId" clId="{88A39F71-90C1-4121-B360-2DDA4F102DCB}" dt="2023-07-26T12:16:48.010" v="956" actId="47"/>
        <pc:sldMkLst>
          <pc:docMk/>
          <pc:sldMk cId="0" sldId="301"/>
        </pc:sldMkLst>
      </pc:sldChg>
      <pc:sldChg chg="del">
        <pc:chgData name="Muriel BORDE" userId="c170603111e0d29b" providerId="LiveId" clId="{88A39F71-90C1-4121-B360-2DDA4F102DCB}" dt="2023-07-26T12:16:49.095" v="957" actId="47"/>
        <pc:sldMkLst>
          <pc:docMk/>
          <pc:sldMk cId="0" sldId="302"/>
        </pc:sldMkLst>
      </pc:sldChg>
      <pc:sldChg chg="del">
        <pc:chgData name="Muriel BORDE" userId="c170603111e0d29b" providerId="LiveId" clId="{88A39F71-90C1-4121-B360-2DDA4F102DCB}" dt="2023-07-26T12:17:50.960" v="968" actId="47"/>
        <pc:sldMkLst>
          <pc:docMk/>
          <pc:sldMk cId="0" sldId="306"/>
        </pc:sldMkLst>
      </pc:sldChg>
      <pc:sldChg chg="addSp delSp modSp add mod modClrScheme chgLayout">
        <pc:chgData name="Muriel BORDE" userId="c170603111e0d29b" providerId="LiveId" clId="{88A39F71-90C1-4121-B360-2DDA4F102DCB}" dt="2023-09-27T15:18:27.640" v="20851" actId="14100"/>
        <pc:sldMkLst>
          <pc:docMk/>
          <pc:sldMk cId="955040011" sldId="307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955040011" sldId="307"/>
            <ac:spMk id="2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8:27.640" v="20851" actId="14100"/>
          <ac:spMkLst>
            <pc:docMk/>
            <pc:sldMk cId="955040011" sldId="307"/>
            <ac:spMk id="4" creationId="{B217CE7F-FC3B-D160-863F-11F502354555}"/>
          </ac:spMkLst>
        </pc:spChg>
        <pc:spChg chg="add del mod ord">
          <ac:chgData name="Muriel BORDE" userId="c170603111e0d29b" providerId="LiveId" clId="{88A39F71-90C1-4121-B360-2DDA4F102DCB}" dt="2023-09-27T15:18:20.545" v="20848" actId="478"/>
          <ac:spMkLst>
            <pc:docMk/>
            <pc:sldMk cId="955040011" sldId="307"/>
            <ac:spMk id="5" creationId="{153795EB-11CF-830A-0040-237F0864CA39}"/>
          </ac:spMkLst>
        </pc:spChg>
        <pc:spChg chg="del">
          <ac:chgData name="Muriel BORDE" userId="c170603111e0d29b" providerId="LiveId" clId="{88A39F71-90C1-4121-B360-2DDA4F102DCB}" dt="2023-07-28T14:52:28.070" v="17936" actId="478"/>
          <ac:spMkLst>
            <pc:docMk/>
            <pc:sldMk cId="955040011" sldId="307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8:21.579" v="20849" actId="478"/>
          <ac:spMkLst>
            <pc:docMk/>
            <pc:sldMk cId="955040011" sldId="307"/>
            <ac:spMk id="6" creationId="{E82EBC06-83D9-7C58-E659-5F421A75CBAF}"/>
          </ac:spMkLst>
        </pc:spChg>
        <pc:spChg chg="add del mod">
          <ac:chgData name="Muriel BORDE" userId="c170603111e0d29b" providerId="LiveId" clId="{88A39F71-90C1-4121-B360-2DDA4F102DCB}" dt="2023-07-28T14:52:30.687" v="17938" actId="478"/>
          <ac:spMkLst>
            <pc:docMk/>
            <pc:sldMk cId="955040011" sldId="307"/>
            <ac:spMk id="7" creationId="{6F45D5BD-A4E0-A0FC-E7BF-D6BB5641E841}"/>
          </ac:spMkLst>
        </pc:spChg>
        <pc:spChg chg="add mod">
          <ac:chgData name="Muriel BORDE" userId="c170603111e0d29b" providerId="LiveId" clId="{88A39F71-90C1-4121-B360-2DDA4F102DCB}" dt="2023-07-28T14:52:39.221" v="17972" actId="20577"/>
          <ac:spMkLst>
            <pc:docMk/>
            <pc:sldMk cId="955040011" sldId="307"/>
            <ac:spMk id="8" creationId="{D866D162-2687-0D3B-89BF-5CA351E8B797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12-11T09:34:05.360" v="21530" actId="313"/>
        <pc:sldMkLst>
          <pc:docMk/>
          <pc:sldMk cId="1517329253" sldId="308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1517329253" sldId="308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8:47.355" v="20858" actId="478"/>
          <ac:spMkLst>
            <pc:docMk/>
            <pc:sldMk cId="1517329253" sldId="308"/>
            <ac:spMk id="3" creationId="{3B69E461-0FF2-DB05-D019-4A5CD793F4A5}"/>
          </ac:spMkLst>
        </pc:spChg>
        <pc:spChg chg="add del mod">
          <ac:chgData name="Muriel BORDE" userId="c170603111e0d29b" providerId="LiveId" clId="{88A39F71-90C1-4121-B360-2DDA4F102DCB}" dt="2023-07-28T14:52:53.149" v="17980" actId="478"/>
          <ac:spMkLst>
            <pc:docMk/>
            <pc:sldMk cId="1517329253" sldId="308"/>
            <ac:spMk id="5" creationId="{1D944D62-7ED2-614F-FAF9-E378EA962FB1}"/>
          </ac:spMkLst>
        </pc:spChg>
        <pc:spChg chg="add del mod ord">
          <ac:chgData name="Muriel BORDE" userId="c170603111e0d29b" providerId="LiveId" clId="{88A39F71-90C1-4121-B360-2DDA4F102DCB}" dt="2023-09-27T15:18:48.030" v="20859" actId="478"/>
          <ac:spMkLst>
            <pc:docMk/>
            <pc:sldMk cId="1517329253" sldId="308"/>
            <ac:spMk id="5" creationId="{B3ABDCA0-9621-6085-87FA-8B0C10087AEE}"/>
          </ac:spMkLst>
        </pc:spChg>
        <pc:spChg chg="del">
          <ac:chgData name="Muriel BORDE" userId="c170603111e0d29b" providerId="LiveId" clId="{88A39F71-90C1-4121-B360-2DDA4F102DCB}" dt="2023-07-28T14:52:51.654" v="17977" actId="478"/>
          <ac:spMkLst>
            <pc:docMk/>
            <pc:sldMk cId="1517329253" sldId="308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8:42.074" v="20856" actId="478"/>
          <ac:spMkLst>
            <pc:docMk/>
            <pc:sldMk cId="1517329253" sldId="308"/>
            <ac:spMk id="6" creationId="{70AF46C6-40BF-41D8-984F-C69FB5660481}"/>
          </ac:spMkLst>
        </pc:spChg>
        <pc:spChg chg="mod">
          <ac:chgData name="Muriel BORDE" userId="c170603111e0d29b" providerId="LiveId" clId="{88A39F71-90C1-4121-B360-2DDA4F102DCB}" dt="2023-09-27T15:18:45.945" v="20857" actId="207"/>
          <ac:spMkLst>
            <pc:docMk/>
            <pc:sldMk cId="1517329253" sldId="308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12-11T09:34:05.360" v="21530" actId="313"/>
          <ac:spMkLst>
            <pc:docMk/>
            <pc:sldMk cId="1517329253" sldId="308"/>
            <ac:spMk id="8" creationId="{16E0D0A1-E06A-A685-BC13-954DD8F74EDC}"/>
          </ac:spMkLst>
        </pc:spChg>
        <pc:spChg chg="add mod">
          <ac:chgData name="Muriel BORDE" userId="c170603111e0d29b" providerId="LiveId" clId="{88A39F71-90C1-4121-B360-2DDA4F102DCB}" dt="2023-07-28T14:52:53.274" v="17981"/>
          <ac:spMkLst>
            <pc:docMk/>
            <pc:sldMk cId="1517329253" sldId="308"/>
            <ac:spMk id="9" creationId="{DA6C4EA3-EDE3-CE71-C3CD-6B68FE1BB2B4}"/>
          </ac:spMkLst>
        </pc:spChg>
        <pc:spChg chg="add mod">
          <ac:chgData name="Muriel BORDE" userId="c170603111e0d29b" providerId="LiveId" clId="{88A39F71-90C1-4121-B360-2DDA4F102DCB}" dt="2023-07-27T14:43:13.867" v="12079" actId="1037"/>
          <ac:spMkLst>
            <pc:docMk/>
            <pc:sldMk cId="1517329253" sldId="308"/>
            <ac:spMk id="10" creationId="{0D4AC9DF-E363-620C-1DE9-AB60183807DD}"/>
          </ac:spMkLst>
        </pc:spChg>
        <pc:graphicFrameChg chg="del">
          <ac:chgData name="Muriel BORDE" userId="c170603111e0d29b" providerId="LiveId" clId="{88A39F71-90C1-4121-B360-2DDA4F102DCB}" dt="2023-07-27T14:36:20.248" v="11846" actId="478"/>
          <ac:graphicFrameMkLst>
            <pc:docMk/>
            <pc:sldMk cId="1517329253" sldId="308"/>
            <ac:graphicFrameMk id="12" creationId="{00000000-0000-0000-0000-000000000000}"/>
          </ac:graphicFrameMkLst>
        </pc:graphicFrameChg>
        <pc:picChg chg="add mod">
          <ac:chgData name="Muriel BORDE" userId="c170603111e0d29b" providerId="LiveId" clId="{88A39F71-90C1-4121-B360-2DDA4F102DCB}" dt="2023-07-27T14:43:13.867" v="12079" actId="1037"/>
          <ac:picMkLst>
            <pc:docMk/>
            <pc:sldMk cId="1517329253" sldId="308"/>
            <ac:picMk id="4" creationId="{C98BB9E3-7454-1AB1-DA8E-5C2ECE749AC2}"/>
          </ac:picMkLst>
        </pc:picChg>
        <pc:picChg chg="add del mod">
          <ac:chgData name="Muriel BORDE" userId="c170603111e0d29b" providerId="LiveId" clId="{88A39F71-90C1-4121-B360-2DDA4F102DCB}" dt="2023-07-27T14:41:12.740" v="11976" actId="478"/>
          <ac:picMkLst>
            <pc:docMk/>
            <pc:sldMk cId="1517329253" sldId="308"/>
            <ac:picMk id="31746" creationId="{2F6739AC-34FB-0D80-B209-F6A955C7BB12}"/>
          </ac:picMkLst>
        </pc:picChg>
        <pc:picChg chg="add del mod">
          <ac:chgData name="Muriel BORDE" userId="c170603111e0d29b" providerId="LiveId" clId="{88A39F71-90C1-4121-B360-2DDA4F102DCB}" dt="2023-07-27T14:38:50.451" v="11870" actId="478"/>
          <ac:picMkLst>
            <pc:docMk/>
            <pc:sldMk cId="1517329253" sldId="308"/>
            <ac:picMk id="31748" creationId="{B71AE36E-A247-5B9D-E90B-9C7FCFA7D076}"/>
          </ac:picMkLst>
        </pc:picChg>
        <pc:picChg chg="add del mod">
          <ac:chgData name="Muriel BORDE" userId="c170603111e0d29b" providerId="LiveId" clId="{88A39F71-90C1-4121-B360-2DDA4F102DCB}" dt="2023-07-27T14:41:13.257" v="11977" actId="478"/>
          <ac:picMkLst>
            <pc:docMk/>
            <pc:sldMk cId="1517329253" sldId="308"/>
            <ac:picMk id="31750" creationId="{38C44047-B6B6-8F3E-776E-526112D68093}"/>
          </ac:picMkLst>
        </pc:picChg>
      </pc:sldChg>
      <pc:sldChg chg="addSp delSp modSp add mod ord modClrScheme chgLayout">
        <pc:chgData name="Muriel BORDE" userId="c170603111e0d29b" providerId="LiveId" clId="{88A39F71-90C1-4121-B360-2DDA4F102DCB}" dt="2023-09-27T15:24:49.626" v="21004" actId="12385"/>
        <pc:sldMkLst>
          <pc:docMk/>
          <pc:sldMk cId="4251819550" sldId="309"/>
        </pc:sldMkLst>
        <pc:spChg chg="mod ord">
          <ac:chgData name="Muriel BORDE" userId="c170603111e0d29b" providerId="LiveId" clId="{88A39F71-90C1-4121-B360-2DDA4F102DCB}" dt="2023-09-27T15:23:18.975" v="20952" actId="700"/>
          <ac:spMkLst>
            <pc:docMk/>
            <pc:sldMk cId="4251819550" sldId="309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4:16.692" v="21000" actId="478"/>
          <ac:spMkLst>
            <pc:docMk/>
            <pc:sldMk cId="4251819550" sldId="309"/>
            <ac:spMk id="4" creationId="{00E2F09E-E571-297A-0FCC-FC92B0899EFA}"/>
          </ac:spMkLst>
        </pc:spChg>
        <pc:spChg chg="add del mod ord">
          <ac:chgData name="Muriel BORDE" userId="c170603111e0d29b" providerId="LiveId" clId="{88A39F71-90C1-4121-B360-2DDA4F102DCB}" dt="2023-09-27T15:24:17.412" v="21001" actId="478"/>
          <ac:spMkLst>
            <pc:docMk/>
            <pc:sldMk cId="4251819550" sldId="309"/>
            <ac:spMk id="5" creationId="{547DA187-12B9-D188-8258-559EE980AB69}"/>
          </ac:spMkLst>
        </pc:spChg>
        <pc:spChg chg="add del mod">
          <ac:chgData name="Muriel BORDE" userId="c170603111e0d29b" providerId="LiveId" clId="{88A39F71-90C1-4121-B360-2DDA4F102DCB}" dt="2023-07-28T14:54:31.575" v="18090" actId="478"/>
          <ac:spMkLst>
            <pc:docMk/>
            <pc:sldMk cId="4251819550" sldId="309"/>
            <ac:spMk id="5" creationId="{CF8977CA-9FD6-60FF-6F8A-EA122489B432}"/>
          </ac:spMkLst>
        </pc:spChg>
        <pc:spChg chg="del">
          <ac:chgData name="Muriel BORDE" userId="c170603111e0d29b" providerId="LiveId" clId="{88A39F71-90C1-4121-B360-2DDA4F102DCB}" dt="2023-07-28T14:54:29.517" v="18088" actId="478"/>
          <ac:spMkLst>
            <pc:docMk/>
            <pc:sldMk cId="4251819550" sldId="309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4:19.448" v="21002" actId="478"/>
          <ac:spMkLst>
            <pc:docMk/>
            <pc:sldMk cId="4251819550" sldId="309"/>
            <ac:spMk id="6" creationId="{A6081046-8BF3-F4BB-CBFA-F8D988884AAD}"/>
          </ac:spMkLst>
        </pc:spChg>
        <pc:spChg chg="mod">
          <ac:chgData name="Muriel BORDE" userId="c170603111e0d29b" providerId="LiveId" clId="{88A39F71-90C1-4121-B360-2DDA4F102DCB}" dt="2023-09-27T15:24:22.500" v="21003" actId="207"/>
          <ac:spMkLst>
            <pc:docMk/>
            <pc:sldMk cId="4251819550" sldId="309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8T14:54:31.842" v="18091"/>
          <ac:spMkLst>
            <pc:docMk/>
            <pc:sldMk cId="4251819550" sldId="309"/>
            <ac:spMk id="8" creationId="{AA1E2A71-122E-7A1B-7C37-3A67837C5675}"/>
          </ac:spMkLst>
        </pc:spChg>
        <pc:graphicFrameChg chg="modGraphic">
          <ac:chgData name="Muriel BORDE" userId="c170603111e0d29b" providerId="LiveId" clId="{88A39F71-90C1-4121-B360-2DDA4F102DCB}" dt="2023-09-27T15:24:49.626" v="21004" actId="12385"/>
          <ac:graphicFrameMkLst>
            <pc:docMk/>
            <pc:sldMk cId="4251819550" sldId="309"/>
            <ac:graphicFrameMk id="12" creationId="{00000000-0000-0000-0000-000000000000}"/>
          </ac:graphicFrameMkLst>
        </pc:graphicFrameChg>
      </pc:sldChg>
      <pc:sldChg chg="addSp delSp modSp del mod modClrScheme chgLayout">
        <pc:chgData name="Muriel BORDE" userId="c170603111e0d29b" providerId="LiveId" clId="{88A39F71-90C1-4121-B360-2DDA4F102DCB}" dt="2023-09-27T15:19:16.950" v="20872" actId="207"/>
        <pc:sldMkLst>
          <pc:docMk/>
          <pc:sldMk cId="1617856018" sldId="310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1617856018" sldId="310"/>
            <ac:spMk id="2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9:16.950" v="20872" actId="207"/>
          <ac:spMkLst>
            <pc:docMk/>
            <pc:sldMk cId="1617856018" sldId="310"/>
            <ac:spMk id="3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9:07.688" v="20869" actId="478"/>
          <ac:spMkLst>
            <pc:docMk/>
            <pc:sldMk cId="1617856018" sldId="310"/>
            <ac:spMk id="4" creationId="{1E0551B1-F4DD-DB2C-5704-186519D7BB88}"/>
          </ac:spMkLst>
        </pc:spChg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1617856018" sldId="310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3:05.785" v="17990" actId="478"/>
          <ac:spMkLst>
            <pc:docMk/>
            <pc:sldMk cId="1617856018" sldId="310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9:09.211" v="20870" actId="478"/>
          <ac:spMkLst>
            <pc:docMk/>
            <pc:sldMk cId="1617856018" sldId="310"/>
            <ac:spMk id="6" creationId="{C8F82324-ACC0-6E92-9C67-861FD90B5F1B}"/>
          </ac:spMkLst>
        </pc:spChg>
        <pc:spChg chg="mod">
          <ac:chgData name="Muriel BORDE" userId="c170603111e0d29b" providerId="LiveId" clId="{88A39F71-90C1-4121-B360-2DDA4F102DCB}" dt="2023-09-27T15:19:11.451" v="20871" actId="207"/>
          <ac:spMkLst>
            <pc:docMk/>
            <pc:sldMk cId="1617856018" sldId="310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3:06.987" v="17992" actId="478"/>
          <ac:spMkLst>
            <pc:docMk/>
            <pc:sldMk cId="1617856018" sldId="310"/>
            <ac:spMk id="9" creationId="{7938E513-8820-7253-0E79-CA20DC633727}"/>
          </ac:spMkLst>
        </pc:spChg>
        <pc:spChg chg="add mod">
          <ac:chgData name="Muriel BORDE" userId="c170603111e0d29b" providerId="LiveId" clId="{88A39F71-90C1-4121-B360-2DDA4F102DCB}" dt="2023-07-28T14:53:07.787" v="17993"/>
          <ac:spMkLst>
            <pc:docMk/>
            <pc:sldMk cId="1617856018" sldId="310"/>
            <ac:spMk id="10" creationId="{81D6AAD0-D334-2602-337A-F410C574242C}"/>
          </ac:spMkLst>
        </pc:spChg>
        <pc:graphicFrameChg chg="modGraphic">
          <ac:chgData name="Muriel BORDE" userId="c170603111e0d29b" providerId="LiveId" clId="{88A39F71-90C1-4121-B360-2DDA4F102DCB}" dt="2023-09-12T14:31:38.885" v="19630" actId="20577"/>
          <ac:graphicFrameMkLst>
            <pc:docMk/>
            <pc:sldMk cId="1617856018" sldId="310"/>
            <ac:graphicFrameMk id="8" creationId="{00000000-0000-0000-0000-000000000000}"/>
          </ac:graphicFrameMkLst>
        </pc:graphicFrameChg>
      </pc:sldChg>
      <pc:sldChg chg="addSp delSp modSp add mod modClrScheme chgLayout">
        <pc:chgData name="Muriel BORDE" userId="c170603111e0d29b" providerId="LiveId" clId="{88A39F71-90C1-4121-B360-2DDA4F102DCB}" dt="2023-09-27T15:19:46.107" v="20885" actId="207"/>
        <pc:sldMkLst>
          <pc:docMk/>
          <pc:sldMk cId="80677855" sldId="311"/>
        </pc:sldMkLst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80677855" sldId="311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7T15:19:46.107" v="20885" actId="207"/>
          <ac:spMkLst>
            <pc:docMk/>
            <pc:sldMk cId="80677855" sldId="311"/>
            <ac:spMk id="3" creationId="{B6263AA5-E59E-198C-08B7-C8896CAB4F35}"/>
          </ac:spMkLst>
        </pc:spChg>
        <pc:spChg chg="add del mod ord">
          <ac:chgData name="Muriel BORDE" userId="c170603111e0d29b" providerId="LiveId" clId="{88A39F71-90C1-4121-B360-2DDA4F102DCB}" dt="2023-09-27T15:19:42.837" v="20883" actId="478"/>
          <ac:spMkLst>
            <pc:docMk/>
            <pc:sldMk cId="80677855" sldId="311"/>
            <ac:spMk id="4" creationId="{8900CBCD-A3AB-6F26-3D19-AFDAB5B5F4EC}"/>
          </ac:spMkLst>
        </pc:spChg>
        <pc:spChg chg="add del mod">
          <ac:chgData name="Muriel BORDE" userId="c170603111e0d29b" providerId="LiveId" clId="{88A39F71-90C1-4121-B360-2DDA4F102DCB}" dt="2023-07-28T14:53:20.057" v="18004" actId="478"/>
          <ac:spMkLst>
            <pc:docMk/>
            <pc:sldMk cId="80677855" sldId="311"/>
            <ac:spMk id="5" creationId="{78E18211-0CBE-F30A-1B35-2425F83D2839}"/>
          </ac:spMkLst>
        </pc:spChg>
        <pc:spChg chg="add del mod ord">
          <ac:chgData name="Muriel BORDE" userId="c170603111e0d29b" providerId="LiveId" clId="{88A39F71-90C1-4121-B360-2DDA4F102DCB}" dt="2023-09-27T15:19:43.886" v="20884" actId="478"/>
          <ac:spMkLst>
            <pc:docMk/>
            <pc:sldMk cId="80677855" sldId="311"/>
            <ac:spMk id="5" creationId="{E2D07FCD-1144-A756-C70F-411A1D5D9CC4}"/>
          </ac:spMkLst>
        </pc:spChg>
        <pc:spChg chg="del">
          <ac:chgData name="Muriel BORDE" userId="c170603111e0d29b" providerId="LiveId" clId="{88A39F71-90C1-4121-B360-2DDA4F102DCB}" dt="2023-07-28T14:53:19.106" v="18002" actId="478"/>
          <ac:spMkLst>
            <pc:docMk/>
            <pc:sldMk cId="80677855" sldId="311"/>
            <ac:spMk id="6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3:22.688" v="12500" actId="478"/>
          <ac:spMkLst>
            <pc:docMk/>
            <pc:sldMk cId="80677855" sldId="311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8T14:53:20.866" v="18005"/>
          <ac:spMkLst>
            <pc:docMk/>
            <pc:sldMk cId="80677855" sldId="311"/>
            <ac:spMk id="7" creationId="{BB813CC8-44A8-1159-1862-7E98A0976D0A}"/>
          </ac:spMkLst>
        </pc:spChg>
        <pc:spChg chg="add mod ord">
          <ac:chgData name="Muriel BORDE" userId="c170603111e0d29b" providerId="LiveId" clId="{88A39F71-90C1-4121-B360-2DDA4F102DCB}" dt="2023-09-27T15:19:32.194" v="20877" actId="700"/>
          <ac:spMkLst>
            <pc:docMk/>
            <pc:sldMk cId="80677855" sldId="311"/>
            <ac:spMk id="11" creationId="{13357C83-871B-CFCC-842A-FA04A50D9727}"/>
          </ac:spMkLst>
        </pc:spChg>
        <pc:picChg chg="add del mod">
          <ac:chgData name="Muriel BORDE" userId="c170603111e0d29b" providerId="LiveId" clId="{88A39F71-90C1-4121-B360-2DDA4F102DCB}" dt="2023-07-27T14:53:50.979" v="12510" actId="22"/>
          <ac:picMkLst>
            <pc:docMk/>
            <pc:sldMk cId="80677855" sldId="311"/>
            <ac:picMk id="5" creationId="{A4407444-FFAA-7884-39DA-C80E191BBE1C}"/>
          </ac:picMkLst>
        </pc:picChg>
        <pc:picChg chg="add mod">
          <ac:chgData name="Muriel BORDE" userId="c170603111e0d29b" providerId="LiveId" clId="{88A39F71-90C1-4121-B360-2DDA4F102DCB}" dt="2023-07-27T14:54:10.888" v="12517" actId="1076"/>
          <ac:picMkLst>
            <pc:docMk/>
            <pc:sldMk cId="80677855" sldId="311"/>
            <ac:picMk id="9" creationId="{164D0F28-EA1E-0ACB-E23F-340544CED0B2}"/>
          </ac:picMkLst>
        </pc:picChg>
        <pc:picChg chg="add del">
          <ac:chgData name="Muriel BORDE" userId="c170603111e0d29b" providerId="LiveId" clId="{88A39F71-90C1-4121-B360-2DDA4F102DCB}" dt="2023-07-27T14:54:02.212" v="12512" actId="478"/>
          <ac:picMkLst>
            <pc:docMk/>
            <pc:sldMk cId="80677855" sldId="311"/>
            <ac:picMk id="10" creationId="{00000000-0000-0000-0000-000000000000}"/>
          </ac:picMkLst>
        </pc:picChg>
      </pc:sldChg>
      <pc:sldChg chg="add del">
        <pc:chgData name="Muriel BORDE" userId="c170603111e0d29b" providerId="LiveId" clId="{88A39F71-90C1-4121-B360-2DDA4F102DCB}" dt="2023-07-27T14:55:15.327" v="12625" actId="47"/>
        <pc:sldMkLst>
          <pc:docMk/>
          <pc:sldMk cId="1344256787" sldId="312"/>
        </pc:sldMkLst>
      </pc:sldChg>
      <pc:sldChg chg="del">
        <pc:chgData name="Muriel BORDE" userId="c170603111e0d29b" providerId="LiveId" clId="{88A39F71-90C1-4121-B360-2DDA4F102DCB}" dt="2023-07-26T12:18:01.495" v="969" actId="47"/>
        <pc:sldMkLst>
          <pc:docMk/>
          <pc:sldMk cId="0" sldId="313"/>
        </pc:sldMkLst>
      </pc:sldChg>
      <pc:sldChg chg="del">
        <pc:chgData name="Muriel BORDE" userId="c170603111e0d29b" providerId="LiveId" clId="{88A39F71-90C1-4121-B360-2DDA4F102DCB}" dt="2023-07-26T12:19:58.915" v="982" actId="47"/>
        <pc:sldMkLst>
          <pc:docMk/>
          <pc:sldMk cId="0" sldId="314"/>
        </pc:sldMkLst>
      </pc:sldChg>
      <pc:sldChg chg="add del">
        <pc:chgData name="Muriel BORDE" userId="c170603111e0d29b" providerId="LiveId" clId="{88A39F71-90C1-4121-B360-2DDA4F102DCB}" dt="2023-07-26T12:29:14.722" v="1096" actId="2696"/>
        <pc:sldMkLst>
          <pc:docMk/>
          <pc:sldMk cId="1239727279" sldId="315"/>
        </pc:sldMkLst>
      </pc:sldChg>
      <pc:sldChg chg="addSp delSp modSp add mod modClrScheme chgLayout">
        <pc:chgData name="Muriel BORDE" userId="c170603111e0d29b" providerId="LiveId" clId="{88A39F71-90C1-4121-B360-2DDA4F102DCB}" dt="2023-09-27T15:15:35.311" v="20785" actId="207"/>
        <pc:sldMkLst>
          <pc:docMk/>
          <pc:sldMk cId="2618240513" sldId="315"/>
        </pc:sldMkLst>
        <pc:spChg chg="mod ord">
          <ac:chgData name="Muriel BORDE" userId="c170603111e0d29b" providerId="LiveId" clId="{88A39F71-90C1-4121-B360-2DDA4F102DCB}" dt="2023-09-27T15:14:41.777" v="20768" actId="700"/>
          <ac:spMkLst>
            <pc:docMk/>
            <pc:sldMk cId="2618240513" sldId="315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2:00.991" v="20178"/>
          <ac:spMkLst>
            <pc:docMk/>
            <pc:sldMk cId="2618240513" sldId="315"/>
            <ac:spMk id="3" creationId="{193D61C7-0BE5-63EB-07ED-C23449E9E1C2}"/>
          </ac:spMkLst>
        </pc:spChg>
        <pc:spChg chg="del">
          <ac:chgData name="Muriel BORDE" userId="c170603111e0d29b" providerId="LiveId" clId="{88A39F71-90C1-4121-B360-2DDA4F102DCB}" dt="2023-07-28T14:49:48.937" v="17792" actId="478"/>
          <ac:spMkLst>
            <pc:docMk/>
            <pc:sldMk cId="2618240513" sldId="315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5:27.016" v="20782" actId="478"/>
          <ac:spMkLst>
            <pc:docMk/>
            <pc:sldMk cId="2618240513" sldId="315"/>
            <ac:spMk id="6" creationId="{BD177F91-2E09-0480-3647-A7A52BE1E0C5}"/>
          </ac:spMkLst>
        </pc:spChg>
        <pc:spChg chg="add del mod ord">
          <ac:chgData name="Muriel BORDE" userId="c170603111e0d29b" providerId="LiveId" clId="{88A39F71-90C1-4121-B360-2DDA4F102DCB}" dt="2023-09-27T15:15:27.942" v="20783" actId="478"/>
          <ac:spMkLst>
            <pc:docMk/>
            <pc:sldMk cId="2618240513" sldId="315"/>
            <ac:spMk id="7" creationId="{763A965D-EF2C-7DC6-9D00-2782403D5493}"/>
          </ac:spMkLst>
        </pc:spChg>
        <pc:spChg chg="add del mod">
          <ac:chgData name="Muriel BORDE" userId="c170603111e0d29b" providerId="LiveId" clId="{88A39F71-90C1-4121-B360-2DDA4F102DCB}" dt="2023-07-28T14:49:50.785" v="17794" actId="478"/>
          <ac:spMkLst>
            <pc:docMk/>
            <pc:sldMk cId="2618240513" sldId="315"/>
            <ac:spMk id="7" creationId="{8558489F-BA2F-8A0E-A942-E50CFD81295F}"/>
          </ac:spMkLst>
        </pc:spChg>
        <pc:spChg chg="mod">
          <ac:chgData name="Muriel BORDE" userId="c170603111e0d29b" providerId="LiveId" clId="{88A39F71-90C1-4121-B360-2DDA4F102DCB}" dt="2023-09-27T15:15:35.311" v="20785" actId="207"/>
          <ac:spMkLst>
            <pc:docMk/>
            <pc:sldMk cId="2618240513" sldId="315"/>
            <ac:spMk id="8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2T15:22:00.803" v="20177" actId="478"/>
          <ac:spMkLst>
            <pc:docMk/>
            <pc:sldMk cId="2618240513" sldId="315"/>
            <ac:spMk id="9" creationId="{2A7A5363-0D07-B09E-C45E-66B732C91912}"/>
          </ac:spMkLst>
        </pc:spChg>
        <pc:spChg chg="add del mod ord">
          <ac:chgData name="Muriel BORDE" userId="c170603111e0d29b" providerId="LiveId" clId="{88A39F71-90C1-4121-B360-2DDA4F102DCB}" dt="2023-09-27T15:15:33.324" v="20784" actId="478"/>
          <ac:spMkLst>
            <pc:docMk/>
            <pc:sldMk cId="2618240513" sldId="315"/>
            <ac:spMk id="9" creationId="{84411D1E-0650-ECF2-4345-7C4E5532F6A0}"/>
          </ac:spMkLst>
        </pc:spChg>
        <pc:spChg chg="mod">
          <ac:chgData name="Muriel BORDE" userId="c170603111e0d29b" providerId="LiveId" clId="{88A39F71-90C1-4121-B360-2DDA4F102DCB}" dt="2023-07-28T14:56:48.240" v="18144" actId="2711"/>
          <ac:spMkLst>
            <pc:docMk/>
            <pc:sldMk cId="2618240513" sldId="315"/>
            <ac:spMk id="57" creationId="{00000000-0000-0000-0000-000000000000}"/>
          </ac:spMkLst>
        </pc:spChg>
      </pc:sldChg>
      <pc:sldChg chg="addSp delSp modSp del mod ord modClrScheme chgLayout">
        <pc:chgData name="Muriel BORDE" userId="c170603111e0d29b" providerId="LiveId" clId="{88A39F71-90C1-4121-B360-2DDA4F102DCB}" dt="2023-09-27T15:15:49.025" v="20791" actId="207"/>
        <pc:sldMkLst>
          <pc:docMk/>
          <pc:sldMk cId="1162498139" sldId="316"/>
        </pc:sldMkLst>
        <pc:spChg chg="mod ord">
          <ac:chgData name="Muriel BORDE" userId="c170603111e0d29b" providerId="LiveId" clId="{88A39F71-90C1-4121-B360-2DDA4F102DCB}" dt="2023-09-27T15:14:41.777" v="20768" actId="700"/>
          <ac:spMkLst>
            <pc:docMk/>
            <pc:sldMk cId="1162498139" sldId="316"/>
            <ac:spMk id="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7T15:15:39.539" v="20787" actId="478"/>
          <ac:spMkLst>
            <pc:docMk/>
            <pc:sldMk cId="1162498139" sldId="316"/>
            <ac:spMk id="4" creationId="{85E5E32D-0944-2C6D-49C0-876D5975355C}"/>
          </ac:spMkLst>
        </pc:spChg>
        <pc:spChg chg="mod">
          <ac:chgData name="Muriel BORDE" userId="c170603111e0d29b" providerId="LiveId" clId="{88A39F71-90C1-4121-B360-2DDA4F102DCB}" dt="2023-09-05T08:33:36.235" v="18435" actId="1037"/>
          <ac:spMkLst>
            <pc:docMk/>
            <pc:sldMk cId="1162498139" sldId="316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49:53.605" v="17796" actId="478"/>
          <ac:spMkLst>
            <pc:docMk/>
            <pc:sldMk cId="1162498139" sldId="316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5:41.014" v="20788" actId="478"/>
          <ac:spMkLst>
            <pc:docMk/>
            <pc:sldMk cId="1162498139" sldId="316"/>
            <ac:spMk id="6" creationId="{296D620E-A9B6-4CFB-0D0E-79B853A9A41B}"/>
          </ac:spMkLst>
        </pc:spChg>
        <pc:spChg chg="mod">
          <ac:chgData name="Muriel BORDE" userId="c170603111e0d29b" providerId="LiveId" clId="{88A39F71-90C1-4121-B360-2DDA4F102DCB}" dt="2023-09-27T15:15:49.025" v="20791" actId="207"/>
          <ac:spMkLst>
            <pc:docMk/>
            <pc:sldMk cId="1162498139" sldId="316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6:56.676" v="18145" actId="2711"/>
          <ac:spMkLst>
            <pc:docMk/>
            <pc:sldMk cId="1162498139" sldId="316"/>
            <ac:spMk id="8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49:54.780" v="17798" actId="478"/>
          <ac:spMkLst>
            <pc:docMk/>
            <pc:sldMk cId="1162498139" sldId="316"/>
            <ac:spMk id="9" creationId="{1463639E-0FAE-98D0-6411-B3B3DF97233F}"/>
          </ac:spMkLst>
        </pc:spChg>
        <pc:spChg chg="add del mod ord">
          <ac:chgData name="Muriel BORDE" userId="c170603111e0d29b" providerId="LiveId" clId="{88A39F71-90C1-4121-B360-2DDA4F102DCB}" dt="2023-09-27T15:15:41.873" v="20789" actId="478"/>
          <ac:spMkLst>
            <pc:docMk/>
            <pc:sldMk cId="1162498139" sldId="316"/>
            <ac:spMk id="9" creationId="{4003ABE7-923F-25F9-ABB9-FCD0E6729572}"/>
          </ac:spMkLst>
        </pc:spChg>
        <pc:spChg chg="mod">
          <ac:chgData name="Muriel BORDE" userId="c170603111e0d29b" providerId="LiveId" clId="{88A39F71-90C1-4121-B360-2DDA4F102DCB}" dt="2023-09-05T08:33:18.315" v="18412" actId="1037"/>
          <ac:spMkLst>
            <pc:docMk/>
            <pc:sldMk cId="1162498139" sldId="316"/>
            <ac:spMk id="10" creationId="{00000000-0000-0000-0000-000000000000}"/>
          </ac:spMkLst>
        </pc:spChg>
        <pc:spChg chg="mod">
          <ac:chgData name="Muriel BORDE" userId="c170603111e0d29b" providerId="LiveId" clId="{88A39F71-90C1-4121-B360-2DDA4F102DCB}" dt="2023-09-05T08:33:18.315" v="18412" actId="1037"/>
          <ac:spMkLst>
            <pc:docMk/>
            <pc:sldMk cId="1162498139" sldId="316"/>
            <ac:spMk id="11" creationId="{00000000-0000-0000-0000-000000000000}"/>
          </ac:spMkLst>
        </pc:spChg>
        <pc:spChg chg="mod">
          <ac:chgData name="Muriel BORDE" userId="c170603111e0d29b" providerId="LiveId" clId="{88A39F71-90C1-4121-B360-2DDA4F102DCB}" dt="2023-09-05T08:33:23.424" v="18413" actId="14100"/>
          <ac:spMkLst>
            <pc:docMk/>
            <pc:sldMk cId="1162498139" sldId="316"/>
            <ac:spMk id="1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2T15:22:04.635" v="20179" actId="478"/>
          <ac:spMkLst>
            <pc:docMk/>
            <pc:sldMk cId="1162498139" sldId="316"/>
            <ac:spMk id="13" creationId="{B96BE1E9-0FE6-5E6F-6F26-272AC6F6AF50}"/>
          </ac:spMkLst>
        </pc:spChg>
        <pc:spChg chg="add del mod ord">
          <ac:chgData name="Muriel BORDE" userId="c170603111e0d29b" providerId="LiveId" clId="{88A39F71-90C1-4121-B360-2DDA4F102DCB}" dt="2023-09-27T15:15:46.114" v="20790" actId="478"/>
          <ac:spMkLst>
            <pc:docMk/>
            <pc:sldMk cId="1162498139" sldId="316"/>
            <ac:spMk id="13" creationId="{E3FF8A1E-AC24-824E-F687-2F4552DC5048}"/>
          </ac:spMkLst>
        </pc:spChg>
        <pc:spChg chg="mod">
          <ac:chgData name="Muriel BORDE" userId="c170603111e0d29b" providerId="LiveId" clId="{88A39F71-90C1-4121-B360-2DDA4F102DCB}" dt="2023-09-05T08:33:27.990" v="18414" actId="14100"/>
          <ac:spMkLst>
            <pc:docMk/>
            <pc:sldMk cId="1162498139" sldId="316"/>
            <ac:spMk id="57" creationId="{00000000-0000-0000-0000-000000000000}"/>
          </ac:spMkLst>
        </pc:spChg>
        <pc:graphicFrameChg chg="mod">
          <ac:chgData name="Muriel BORDE" userId="c170603111e0d29b" providerId="LiveId" clId="{88A39F71-90C1-4121-B360-2DDA4F102DCB}" dt="2023-09-05T08:33:36.235" v="18435" actId="1037"/>
          <ac:graphicFrameMkLst>
            <pc:docMk/>
            <pc:sldMk cId="1162498139" sldId="316"/>
            <ac:graphicFrameMk id="3" creationId="{00000000-0000-0000-0000-000000000000}"/>
          </ac:graphicFrameMkLst>
        </pc:graphicFrameChg>
      </pc:sldChg>
      <pc:sldChg chg="add del">
        <pc:chgData name="Muriel BORDE" userId="c170603111e0d29b" providerId="LiveId" clId="{88A39F71-90C1-4121-B360-2DDA4F102DCB}" dt="2023-07-26T12:29:14.722" v="1096" actId="2696"/>
        <pc:sldMkLst>
          <pc:docMk/>
          <pc:sldMk cId="3324366952" sldId="316"/>
        </pc:sldMkLst>
      </pc:sldChg>
      <pc:sldChg chg="add del">
        <pc:chgData name="Muriel BORDE" userId="c170603111e0d29b" providerId="LiveId" clId="{88A39F71-90C1-4121-B360-2DDA4F102DCB}" dt="2023-07-26T12:29:14.722" v="1096" actId="2696"/>
        <pc:sldMkLst>
          <pc:docMk/>
          <pc:sldMk cId="908538773" sldId="317"/>
        </pc:sldMkLst>
      </pc:sldChg>
      <pc:sldChg chg="addSp delSp modSp add mod modClrScheme chgLayout">
        <pc:chgData name="Muriel BORDE" userId="c170603111e0d29b" providerId="LiveId" clId="{88A39F71-90C1-4121-B360-2DDA4F102DCB}" dt="2023-09-27T15:15:59.899" v="20795" actId="207"/>
        <pc:sldMkLst>
          <pc:docMk/>
          <pc:sldMk cId="3171768951" sldId="317"/>
        </pc:sldMkLst>
        <pc:spChg chg="mod ord">
          <ac:chgData name="Muriel BORDE" userId="c170603111e0d29b" providerId="LiveId" clId="{88A39F71-90C1-4121-B360-2DDA4F102DCB}" dt="2023-09-27T15:14:41.777" v="20768" actId="700"/>
          <ac:spMkLst>
            <pc:docMk/>
            <pc:sldMk cId="3171768951" sldId="317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2:08.003" v="20182"/>
          <ac:spMkLst>
            <pc:docMk/>
            <pc:sldMk cId="3171768951" sldId="317"/>
            <ac:spMk id="3" creationId="{3400714F-EFC7-36B9-7AE7-FB9CE0CC5E42}"/>
          </ac:spMkLst>
        </pc:spChg>
        <pc:spChg chg="mod">
          <ac:chgData name="Muriel BORDE" userId="c170603111e0d29b" providerId="LiveId" clId="{88A39F71-90C1-4121-B360-2DDA4F102DCB}" dt="2023-07-28T14:57:03.505" v="18146" actId="2711"/>
          <ac:spMkLst>
            <pc:docMk/>
            <pc:sldMk cId="3171768951" sldId="317"/>
            <ac:spMk id="4" creationId="{74386F33-F806-04AF-C7F0-D74EFB862274}"/>
          </ac:spMkLst>
        </pc:spChg>
        <pc:spChg chg="add del mod">
          <ac:chgData name="Muriel BORDE" userId="c170603111e0d29b" providerId="LiveId" clId="{88A39F71-90C1-4121-B360-2DDA4F102DCB}" dt="2023-07-28T14:49:59.001" v="17802" actId="478"/>
          <ac:spMkLst>
            <pc:docMk/>
            <pc:sldMk cId="3171768951" sldId="317"/>
            <ac:spMk id="5" creationId="{832F2959-B359-87FB-B10C-F773747FB5CF}"/>
          </ac:spMkLst>
        </pc:spChg>
        <pc:spChg chg="add del mod ord">
          <ac:chgData name="Muriel BORDE" userId="c170603111e0d29b" providerId="LiveId" clId="{88A39F71-90C1-4121-B360-2DDA4F102DCB}" dt="2023-09-27T15:15:53.410" v="20792" actId="478"/>
          <ac:spMkLst>
            <pc:docMk/>
            <pc:sldMk cId="3171768951" sldId="317"/>
            <ac:spMk id="5" creationId="{8EE89EE5-D6C1-6578-60AC-550744184CF9}"/>
          </ac:spMkLst>
        </pc:spChg>
        <pc:spChg chg="del">
          <ac:chgData name="Muriel BORDE" userId="c170603111e0d29b" providerId="LiveId" clId="{88A39F71-90C1-4121-B360-2DDA4F102DCB}" dt="2023-07-28T14:49:57.974" v="17800" actId="478"/>
          <ac:spMkLst>
            <pc:docMk/>
            <pc:sldMk cId="3171768951" sldId="317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5:55.714" v="20793" actId="478"/>
          <ac:spMkLst>
            <pc:docMk/>
            <pc:sldMk cId="3171768951" sldId="317"/>
            <ac:spMk id="6" creationId="{1C73F346-5BE4-22C9-2791-CB6E8B0D99B6}"/>
          </ac:spMkLst>
        </pc:spChg>
        <pc:spChg chg="add del mod ord">
          <ac:chgData name="Muriel BORDE" userId="c170603111e0d29b" providerId="LiveId" clId="{88A39F71-90C1-4121-B360-2DDA4F102DCB}" dt="2023-09-27T15:15:57.705" v="20794" actId="478"/>
          <ac:spMkLst>
            <pc:docMk/>
            <pc:sldMk cId="3171768951" sldId="317"/>
            <ac:spMk id="7" creationId="{0CB5F8D3-A28C-10A6-EEB7-F68DE7F07886}"/>
          </ac:spMkLst>
        </pc:spChg>
        <pc:spChg chg="add del mod">
          <ac:chgData name="Muriel BORDE" userId="c170603111e0d29b" providerId="LiveId" clId="{88A39F71-90C1-4121-B360-2DDA4F102DCB}" dt="2023-09-22T15:22:07.862" v="20181" actId="478"/>
          <ac:spMkLst>
            <pc:docMk/>
            <pc:sldMk cId="3171768951" sldId="317"/>
            <ac:spMk id="7" creationId="{D84F2702-854A-D165-EA71-A350BA632804}"/>
          </ac:spMkLst>
        </pc:spChg>
        <pc:spChg chg="mod">
          <ac:chgData name="Muriel BORDE" userId="c170603111e0d29b" providerId="LiveId" clId="{88A39F71-90C1-4121-B360-2DDA4F102DCB}" dt="2023-09-27T15:15:59.899" v="20795" actId="207"/>
          <ac:spMkLst>
            <pc:docMk/>
            <pc:sldMk cId="3171768951" sldId="317"/>
            <ac:spMk id="8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7:03.505" v="18146" actId="2711"/>
          <ac:spMkLst>
            <pc:docMk/>
            <pc:sldMk cId="3171768951" sldId="317"/>
            <ac:spMk id="57" creationId="{00000000-0000-0000-0000-000000000000}"/>
          </ac:spMkLst>
        </pc:spChg>
      </pc:sldChg>
      <pc:sldChg chg="del">
        <pc:chgData name="Muriel BORDE" userId="c170603111e0d29b" providerId="LiveId" clId="{88A39F71-90C1-4121-B360-2DDA4F102DCB}" dt="2023-07-26T12:18:53.615" v="972" actId="47"/>
        <pc:sldMkLst>
          <pc:docMk/>
          <pc:sldMk cId="0" sldId="318"/>
        </pc:sldMkLst>
      </pc:sldChg>
      <pc:sldChg chg="del">
        <pc:chgData name="Muriel BORDE" userId="c170603111e0d29b" providerId="LiveId" clId="{88A39F71-90C1-4121-B360-2DDA4F102DCB}" dt="2023-07-26T12:18:53.615" v="972" actId="47"/>
        <pc:sldMkLst>
          <pc:docMk/>
          <pc:sldMk cId="0" sldId="319"/>
        </pc:sldMkLst>
      </pc:sldChg>
      <pc:sldChg chg="del">
        <pc:chgData name="Muriel BORDE" userId="c170603111e0d29b" providerId="LiveId" clId="{88A39F71-90C1-4121-B360-2DDA4F102DCB}" dt="2023-07-26T12:18:53.615" v="972" actId="47"/>
        <pc:sldMkLst>
          <pc:docMk/>
          <pc:sldMk cId="0" sldId="320"/>
        </pc:sldMkLst>
      </pc:sldChg>
      <pc:sldChg chg="del">
        <pc:chgData name="Muriel BORDE" userId="c170603111e0d29b" providerId="LiveId" clId="{88A39F71-90C1-4121-B360-2DDA4F102DCB}" dt="2023-07-26T12:18:54.926" v="973" actId="47"/>
        <pc:sldMkLst>
          <pc:docMk/>
          <pc:sldMk cId="0" sldId="321"/>
        </pc:sldMkLst>
      </pc:sldChg>
      <pc:sldChg chg="del">
        <pc:chgData name="Muriel BORDE" userId="c170603111e0d29b" providerId="LiveId" clId="{88A39F71-90C1-4121-B360-2DDA4F102DCB}" dt="2023-07-26T12:18:55.925" v="974" actId="47"/>
        <pc:sldMkLst>
          <pc:docMk/>
          <pc:sldMk cId="0" sldId="322"/>
        </pc:sldMkLst>
      </pc:sldChg>
      <pc:sldChg chg="del">
        <pc:chgData name="Muriel BORDE" userId="c170603111e0d29b" providerId="LiveId" clId="{88A39F71-90C1-4121-B360-2DDA4F102DCB}" dt="2023-07-26T12:18:56.894" v="975" actId="47"/>
        <pc:sldMkLst>
          <pc:docMk/>
          <pc:sldMk cId="0" sldId="323"/>
        </pc:sldMkLst>
      </pc:sldChg>
      <pc:sldChg chg="del">
        <pc:chgData name="Muriel BORDE" userId="c170603111e0d29b" providerId="LiveId" clId="{88A39F71-90C1-4121-B360-2DDA4F102DCB}" dt="2023-07-26T12:18:57.574" v="976" actId="47"/>
        <pc:sldMkLst>
          <pc:docMk/>
          <pc:sldMk cId="0" sldId="324"/>
        </pc:sldMkLst>
      </pc:sldChg>
      <pc:sldChg chg="addSp delSp modSp del mod modClrScheme chgLayout">
        <pc:chgData name="Muriel BORDE" userId="c170603111e0d29b" providerId="LiveId" clId="{88A39F71-90C1-4121-B360-2DDA4F102DCB}" dt="2023-12-11T09:27:05.295" v="21524" actId="1035"/>
        <pc:sldMkLst>
          <pc:docMk/>
          <pc:sldMk cId="1559031685" sldId="335"/>
        </pc:sldMkLst>
        <pc:spChg chg="mod ord">
          <ac:chgData name="Muriel BORDE" userId="c170603111e0d29b" providerId="LiveId" clId="{88A39F71-90C1-4121-B360-2DDA4F102DCB}" dt="2023-09-27T15:14:41.777" v="20768" actId="700"/>
          <ac:spMkLst>
            <pc:docMk/>
            <pc:sldMk cId="1559031685" sldId="335"/>
            <ac:spMk id="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34:45.287" v="17098"/>
          <ac:spMkLst>
            <pc:docMk/>
            <pc:sldMk cId="1559031685" sldId="335"/>
            <ac:spMk id="4" creationId="{31D42FAE-90B2-193A-E0F7-044962136548}"/>
          </ac:spMkLst>
        </pc:spChg>
        <pc:spChg chg="add mod">
          <ac:chgData name="Muriel BORDE" userId="c170603111e0d29b" providerId="LiveId" clId="{88A39F71-90C1-4121-B360-2DDA4F102DCB}" dt="2023-09-22T15:22:11.183" v="20184"/>
          <ac:spMkLst>
            <pc:docMk/>
            <pc:sldMk cId="1559031685" sldId="335"/>
            <ac:spMk id="4" creationId="{545C253D-2556-3770-D597-801AA648BFE5}"/>
          </ac:spMkLst>
        </pc:spChg>
        <pc:spChg chg="add del mod ord">
          <ac:chgData name="Muriel BORDE" userId="c170603111e0d29b" providerId="LiveId" clId="{88A39F71-90C1-4121-B360-2DDA4F102DCB}" dt="2023-09-27T15:16:04.002" v="20796" actId="478"/>
          <ac:spMkLst>
            <pc:docMk/>
            <pc:sldMk cId="1559031685" sldId="335"/>
            <ac:spMk id="5" creationId="{3C6A946D-3041-BBC5-E1B0-E5FC3B1E407B}"/>
          </ac:spMkLst>
        </pc:spChg>
        <pc:spChg chg="add del mod">
          <ac:chgData name="Muriel BORDE" userId="c170603111e0d29b" providerId="LiveId" clId="{88A39F71-90C1-4121-B360-2DDA4F102DCB}" dt="2023-07-28T14:50:05.115" v="17806" actId="478"/>
          <ac:spMkLst>
            <pc:docMk/>
            <pc:sldMk cId="1559031685" sldId="335"/>
            <ac:spMk id="5" creationId="{824C2747-A321-6B00-059A-D3A822C3D1AA}"/>
          </ac:spMkLst>
        </pc:spChg>
        <pc:spChg chg="add mod">
          <ac:chgData name="Muriel BORDE" userId="c170603111e0d29b" providerId="LiveId" clId="{88A39F71-90C1-4121-B360-2DDA4F102DCB}" dt="2023-12-11T08:19:09.051" v="21323" actId="1076"/>
          <ac:spMkLst>
            <pc:docMk/>
            <pc:sldMk cId="1559031685" sldId="335"/>
            <ac:spMk id="5" creationId="{8FBE2B92-488B-9917-3C8C-4E535B1E9C80}"/>
          </ac:spMkLst>
        </pc:spChg>
        <pc:spChg chg="del">
          <ac:chgData name="Muriel BORDE" userId="c170603111e0d29b" providerId="LiveId" clId="{88A39F71-90C1-4121-B360-2DDA4F102DCB}" dt="2023-07-28T14:50:03.045" v="17804" actId="478"/>
          <ac:spMkLst>
            <pc:docMk/>
            <pc:sldMk cId="1559031685" sldId="335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6:05.381" v="20797" actId="478"/>
          <ac:spMkLst>
            <pc:docMk/>
            <pc:sldMk cId="1559031685" sldId="335"/>
            <ac:spMk id="6" creationId="{0A3856E0-3C4A-92BE-9529-0DFED09FA910}"/>
          </ac:spMkLst>
        </pc:spChg>
        <pc:spChg chg="mod">
          <ac:chgData name="Muriel BORDE" userId="c170603111e0d29b" providerId="LiveId" clId="{88A39F71-90C1-4121-B360-2DDA4F102DCB}" dt="2023-12-11T09:27:05.295" v="21524" actId="1035"/>
          <ac:spMkLst>
            <pc:docMk/>
            <pc:sldMk cId="1559031685" sldId="335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2T15:22:11.009" v="20183" actId="478"/>
          <ac:spMkLst>
            <pc:docMk/>
            <pc:sldMk cId="1559031685" sldId="335"/>
            <ac:spMk id="8" creationId="{7579FFBE-513F-42D6-B2E0-FA7991DEDF33}"/>
          </ac:spMkLst>
        </pc:spChg>
        <pc:spChg chg="add del mod ord">
          <ac:chgData name="Muriel BORDE" userId="c170603111e0d29b" providerId="LiveId" clId="{88A39F71-90C1-4121-B360-2DDA4F102DCB}" dt="2023-09-27T15:16:07.952" v="20798" actId="478"/>
          <ac:spMkLst>
            <pc:docMk/>
            <pc:sldMk cId="1559031685" sldId="335"/>
            <ac:spMk id="8" creationId="{92460098-7079-85B0-0CEC-1E48C2E493CC}"/>
          </ac:spMkLst>
        </pc:spChg>
        <pc:spChg chg="mod">
          <ac:chgData name="Muriel BORDE" userId="c170603111e0d29b" providerId="LiveId" clId="{88A39F71-90C1-4121-B360-2DDA4F102DCB}" dt="2023-07-28T14:57:10.538" v="18147" actId="2711"/>
          <ac:spMkLst>
            <pc:docMk/>
            <pc:sldMk cId="1559031685" sldId="335"/>
            <ac:spMk id="11" creationId="{00000000-0000-0000-0000-000000000000}"/>
          </ac:spMkLst>
        </pc:spChg>
        <pc:spChg chg="mod">
          <ac:chgData name="Muriel BORDE" userId="c170603111e0d29b" providerId="LiveId" clId="{88A39F71-90C1-4121-B360-2DDA4F102DCB}" dt="2023-12-11T09:27:05.295" v="21524" actId="1035"/>
          <ac:spMkLst>
            <pc:docMk/>
            <pc:sldMk cId="1559031685" sldId="335"/>
            <ac:spMk id="13" creationId="{00000000-0000-0000-0000-000000000000}"/>
          </ac:spMkLst>
        </pc:spChg>
        <pc:spChg chg="mod">
          <ac:chgData name="Muriel BORDE" userId="c170603111e0d29b" providerId="LiveId" clId="{88A39F71-90C1-4121-B360-2DDA4F102DCB}" dt="2023-12-11T09:27:05.295" v="21524" actId="1035"/>
          <ac:spMkLst>
            <pc:docMk/>
            <pc:sldMk cId="1559031685" sldId="335"/>
            <ac:spMk id="57" creationId="{00000000-0000-0000-0000-000000000000}"/>
          </ac:spMkLst>
        </pc:spChg>
        <pc:graphicFrameChg chg="mod">
          <ac:chgData name="Muriel BORDE" userId="c170603111e0d29b" providerId="LiveId" clId="{88A39F71-90C1-4121-B360-2DDA4F102DCB}" dt="2023-12-11T09:27:05.295" v="21524" actId="1035"/>
          <ac:graphicFrameMkLst>
            <pc:docMk/>
            <pc:sldMk cId="1559031685" sldId="335"/>
            <ac:graphicFrameMk id="3" creationId="{00000000-0000-0000-0000-000000000000}"/>
          </ac:graphicFrameMkLst>
        </pc:graphicFrameChg>
      </pc:sldChg>
      <pc:sldChg chg="add del">
        <pc:chgData name="Muriel BORDE" userId="c170603111e0d29b" providerId="LiveId" clId="{88A39F71-90C1-4121-B360-2DDA4F102DCB}" dt="2023-07-26T12:29:14.722" v="1096" actId="2696"/>
        <pc:sldMkLst>
          <pc:docMk/>
          <pc:sldMk cId="3379919191" sldId="335"/>
        </pc:sldMkLst>
      </pc:sldChg>
      <pc:sldChg chg="del">
        <pc:chgData name="Muriel BORDE" userId="c170603111e0d29b" providerId="LiveId" clId="{88A39F71-90C1-4121-B360-2DDA4F102DCB}" dt="2023-07-27T12:32:27.234" v="10019" actId="2696"/>
        <pc:sldMkLst>
          <pc:docMk/>
          <pc:sldMk cId="1553221139" sldId="336"/>
        </pc:sldMkLst>
      </pc:sldChg>
      <pc:sldChg chg="add del">
        <pc:chgData name="Muriel BORDE" userId="c170603111e0d29b" providerId="LiveId" clId="{88A39F71-90C1-4121-B360-2DDA4F102DCB}" dt="2023-07-26T12:29:14.722" v="1096" actId="2696"/>
        <pc:sldMkLst>
          <pc:docMk/>
          <pc:sldMk cId="2866924702" sldId="336"/>
        </pc:sldMkLst>
      </pc:sldChg>
      <pc:sldChg chg="addSp delSp modSp add mod modClrScheme chgLayout">
        <pc:chgData name="Muriel BORDE" userId="c170603111e0d29b" providerId="LiveId" clId="{88A39F71-90C1-4121-B360-2DDA4F102DCB}" dt="2023-09-27T15:17:04.333" v="20821" actId="207"/>
        <pc:sldMkLst>
          <pc:docMk/>
          <pc:sldMk cId="3893655513" sldId="336"/>
        </pc:sldMkLst>
        <pc:spChg chg="mod ord">
          <ac:chgData name="Muriel BORDE" userId="c170603111e0d29b" providerId="LiveId" clId="{88A39F71-90C1-4121-B360-2DDA4F102DCB}" dt="2023-09-27T15:16:17.830" v="20800" actId="700"/>
          <ac:spMkLst>
            <pc:docMk/>
            <pc:sldMk cId="3893655513" sldId="336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3:25.509" v="20229"/>
          <ac:spMkLst>
            <pc:docMk/>
            <pc:sldMk cId="3893655513" sldId="336"/>
            <ac:spMk id="3" creationId="{BD52CB1B-5025-D3A6-CE82-8ED5CB5134D9}"/>
          </ac:spMkLst>
        </pc:spChg>
        <pc:spChg chg="mod">
          <ac:chgData name="Muriel BORDE" userId="c170603111e0d29b" providerId="LiveId" clId="{88A39F71-90C1-4121-B360-2DDA4F102DCB}" dt="2023-07-28T14:57:35.433" v="18155" actId="2711"/>
          <ac:spMkLst>
            <pc:docMk/>
            <pc:sldMk cId="3893655513" sldId="336"/>
            <ac:spMk id="4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0:26.362" v="17841" actId="478"/>
          <ac:spMkLst>
            <pc:docMk/>
            <pc:sldMk cId="3893655513" sldId="336"/>
            <ac:spMk id="5" creationId="{62E35B1F-8EFE-1739-BFE8-7E4BBA58C812}"/>
          </ac:spMkLst>
        </pc:spChg>
        <pc:spChg chg="add del mod ord">
          <ac:chgData name="Muriel BORDE" userId="c170603111e0d29b" providerId="LiveId" clId="{88A39F71-90C1-4121-B360-2DDA4F102DCB}" dt="2023-09-27T15:16:59.101" v="20818" actId="478"/>
          <ac:spMkLst>
            <pc:docMk/>
            <pc:sldMk cId="3893655513" sldId="336"/>
            <ac:spMk id="5" creationId="{A65DCF4B-9435-9F54-8594-3632F9578CF5}"/>
          </ac:spMkLst>
        </pc:spChg>
        <pc:spChg chg="del">
          <ac:chgData name="Muriel BORDE" userId="c170603111e0d29b" providerId="LiveId" clId="{88A39F71-90C1-4121-B360-2DDA4F102DCB}" dt="2023-07-28T14:50:25.276" v="17839" actId="478"/>
          <ac:spMkLst>
            <pc:docMk/>
            <pc:sldMk cId="3893655513" sldId="336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00.024" v="20819" actId="478"/>
          <ac:spMkLst>
            <pc:docMk/>
            <pc:sldMk cId="3893655513" sldId="336"/>
            <ac:spMk id="6" creationId="{202B565C-0932-85CF-B92C-20AF0BD46AA6}"/>
          </ac:spMkLst>
        </pc:spChg>
        <pc:spChg chg="mod">
          <ac:chgData name="Muriel BORDE" userId="c170603111e0d29b" providerId="LiveId" clId="{88A39F71-90C1-4121-B360-2DDA4F102DCB}" dt="2023-09-27T15:17:04.333" v="20821" actId="207"/>
          <ac:spMkLst>
            <pc:docMk/>
            <pc:sldMk cId="3893655513" sldId="336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7:41.591" v="18156" actId="2711"/>
          <ac:spMkLst>
            <pc:docMk/>
            <pc:sldMk cId="3893655513" sldId="336"/>
            <ac:spMk id="8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01.420" v="20820" actId="478"/>
          <ac:spMkLst>
            <pc:docMk/>
            <pc:sldMk cId="3893655513" sldId="336"/>
            <ac:spMk id="9" creationId="{0A53E792-37C6-64D4-D3F1-94203B432A49}"/>
          </ac:spMkLst>
        </pc:spChg>
        <pc:spChg chg="add del mod">
          <ac:chgData name="Muriel BORDE" userId="c170603111e0d29b" providerId="LiveId" clId="{88A39F71-90C1-4121-B360-2DDA4F102DCB}" dt="2023-09-22T15:23:25.288" v="20228" actId="478"/>
          <ac:spMkLst>
            <pc:docMk/>
            <pc:sldMk cId="3893655513" sldId="336"/>
            <ac:spMk id="9" creationId="{C45D8F17-E55B-16D0-E444-05DED2C84B1D}"/>
          </ac:spMkLst>
        </pc:spChg>
      </pc:sldChg>
      <pc:sldChg chg="addSp delSp modSp add del mod">
        <pc:chgData name="Muriel BORDE" userId="c170603111e0d29b" providerId="LiveId" clId="{88A39F71-90C1-4121-B360-2DDA4F102DCB}" dt="2023-07-27T14:03:14.596" v="11119" actId="47"/>
        <pc:sldMkLst>
          <pc:docMk/>
          <pc:sldMk cId="2583720345" sldId="337"/>
        </pc:sldMkLst>
        <pc:spChg chg="del">
          <ac:chgData name="Muriel BORDE" userId="c170603111e0d29b" providerId="LiveId" clId="{88A39F71-90C1-4121-B360-2DDA4F102DCB}" dt="2023-07-27T12:33:04.940" v="10081" actId="478"/>
          <ac:spMkLst>
            <pc:docMk/>
            <pc:sldMk cId="2583720345" sldId="337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7T12:34:19.896" v="10160" actId="20577"/>
          <ac:spMkLst>
            <pc:docMk/>
            <pc:sldMk cId="2583720345" sldId="337"/>
            <ac:spMk id="8" creationId="{CA2F9182-2254-84AA-AB1C-4FAD84F51346}"/>
          </ac:spMkLst>
        </pc:spChg>
      </pc:sldChg>
      <pc:sldChg chg="add del">
        <pc:chgData name="Muriel BORDE" userId="c170603111e0d29b" providerId="LiveId" clId="{88A39F71-90C1-4121-B360-2DDA4F102DCB}" dt="2023-07-26T12:29:14.722" v="1096" actId="2696"/>
        <pc:sldMkLst>
          <pc:docMk/>
          <pc:sldMk cId="2970487564" sldId="337"/>
        </pc:sldMkLst>
      </pc:sldChg>
      <pc:sldChg chg="addSp delSp del mod">
        <pc:chgData name="Muriel BORDE" userId="c170603111e0d29b" providerId="LiveId" clId="{88A39F71-90C1-4121-B360-2DDA4F102DCB}" dt="2023-07-27T12:32:27.234" v="10019" actId="2696"/>
        <pc:sldMkLst>
          <pc:docMk/>
          <pc:sldMk cId="3055899608" sldId="337"/>
        </pc:sldMkLst>
        <pc:spChg chg="add del">
          <ac:chgData name="Muriel BORDE" userId="c170603111e0d29b" providerId="LiveId" clId="{88A39F71-90C1-4121-B360-2DDA4F102DCB}" dt="2023-07-27T08:15:15.867" v="4816" actId="22"/>
          <ac:spMkLst>
            <pc:docMk/>
            <pc:sldMk cId="3055899608" sldId="337"/>
            <ac:spMk id="9" creationId="{12BD9560-68E6-62AC-8302-7C6322FE3FFE}"/>
          </ac:spMkLst>
        </pc:spChg>
      </pc:sldChg>
      <pc:sldChg chg="del">
        <pc:chgData name="Muriel BORDE" userId="c170603111e0d29b" providerId="LiveId" clId="{88A39F71-90C1-4121-B360-2DDA4F102DCB}" dt="2023-07-26T12:19:13.649" v="977" actId="47"/>
        <pc:sldMkLst>
          <pc:docMk/>
          <pc:sldMk cId="0" sldId="338"/>
        </pc:sldMkLst>
      </pc:sldChg>
      <pc:sldChg chg="del">
        <pc:chgData name="Muriel BORDE" userId="c170603111e0d29b" providerId="LiveId" clId="{88A39F71-90C1-4121-B360-2DDA4F102DCB}" dt="2023-07-26T12:19:58.915" v="982" actId="47"/>
        <pc:sldMkLst>
          <pc:docMk/>
          <pc:sldMk cId="0" sldId="340"/>
        </pc:sldMkLst>
      </pc:sldChg>
      <pc:sldChg chg="addSp delSp modSp del mod">
        <pc:chgData name="Muriel BORDE" userId="c170603111e0d29b" providerId="LiveId" clId="{88A39F71-90C1-4121-B360-2DDA4F102DCB}" dt="2023-09-27T15:17:10.018" v="20822" actId="207"/>
        <pc:sldMkLst>
          <pc:docMk/>
          <pc:sldMk cId="2588690590" sldId="341"/>
        </pc:sldMkLst>
        <pc:spChg chg="add mod">
          <ac:chgData name="Muriel BORDE" userId="c170603111e0d29b" providerId="LiveId" clId="{88A39F71-90C1-4121-B360-2DDA4F102DCB}" dt="2023-09-22T15:23:30.144" v="20231"/>
          <ac:spMkLst>
            <pc:docMk/>
            <pc:sldMk cId="2588690590" sldId="341"/>
            <ac:spMk id="3" creationId="{CD2EDE66-4DE6-C998-6B1F-E17DC9A9CCC0}"/>
          </ac:spMkLst>
        </pc:spChg>
        <pc:spChg chg="add del mod">
          <ac:chgData name="Muriel BORDE" userId="c170603111e0d29b" providerId="LiveId" clId="{88A39F71-90C1-4121-B360-2DDA4F102DCB}" dt="2023-07-28T14:50:32.094" v="17845" actId="478"/>
          <ac:spMkLst>
            <pc:docMk/>
            <pc:sldMk cId="2588690590" sldId="341"/>
            <ac:spMk id="4" creationId="{4F74E3D7-2395-BFAA-E0E9-D581801A6132}"/>
          </ac:spMkLst>
        </pc:spChg>
        <pc:spChg chg="add del mod">
          <ac:chgData name="Muriel BORDE" userId="c170603111e0d29b" providerId="LiveId" clId="{88A39F71-90C1-4121-B360-2DDA4F102DCB}" dt="2023-09-22T15:23:29.847" v="20230" actId="478"/>
          <ac:spMkLst>
            <pc:docMk/>
            <pc:sldMk cId="2588690590" sldId="341"/>
            <ac:spMk id="5" creationId="{6EDD5F28-5B53-8478-C5C5-20DA1E2EF38E}"/>
          </ac:spMkLst>
        </pc:spChg>
        <pc:spChg chg="del">
          <ac:chgData name="Muriel BORDE" userId="c170603111e0d29b" providerId="LiveId" clId="{88A39F71-90C1-4121-B360-2DDA4F102DCB}" dt="2023-07-28T14:50:30.321" v="17843" actId="478"/>
          <ac:spMkLst>
            <pc:docMk/>
            <pc:sldMk cId="2588690590" sldId="341"/>
            <ac:spMk id="6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7:10.018" v="20822" actId="207"/>
          <ac:spMkLst>
            <pc:docMk/>
            <pc:sldMk cId="2588690590" sldId="341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7:51.312" v="18157" actId="2711"/>
          <ac:spMkLst>
            <pc:docMk/>
            <pc:sldMk cId="2588690590" sldId="341"/>
            <ac:spMk id="79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7:51.312" v="18157" actId="2711"/>
          <ac:spMkLst>
            <pc:docMk/>
            <pc:sldMk cId="2588690590" sldId="341"/>
            <ac:spMk id="84" creationId="{00000000-0000-0000-0000-000000000000}"/>
          </ac:spMkLst>
        </pc:spChg>
      </pc:sldChg>
      <pc:sldChg chg="addSp delSp modSp del mod">
        <pc:chgData name="Muriel BORDE" userId="c170603111e0d29b" providerId="LiveId" clId="{88A39F71-90C1-4121-B360-2DDA4F102DCB}" dt="2023-09-27T15:28:59.229" v="21025" actId="207"/>
        <pc:sldMkLst>
          <pc:docMk/>
          <pc:sldMk cId="2710328947" sldId="342"/>
        </pc:sldMkLst>
        <pc:spChg chg="add mod">
          <ac:chgData name="Muriel BORDE" userId="c170603111e0d29b" providerId="LiveId" clId="{88A39F71-90C1-4121-B360-2DDA4F102DCB}" dt="2023-09-22T15:23:34.636" v="20233"/>
          <ac:spMkLst>
            <pc:docMk/>
            <pc:sldMk cId="2710328947" sldId="342"/>
            <ac:spMk id="3" creationId="{5393DEC3-E40A-21A1-A5CC-32D4AA6BDD23}"/>
          </ac:spMkLst>
        </pc:spChg>
        <pc:spChg chg="add del mod">
          <ac:chgData name="Muriel BORDE" userId="c170603111e0d29b" providerId="LiveId" clId="{88A39F71-90C1-4121-B360-2DDA4F102DCB}" dt="2023-07-28T14:50:35.974" v="17849" actId="478"/>
          <ac:spMkLst>
            <pc:docMk/>
            <pc:sldMk cId="2710328947" sldId="342"/>
            <ac:spMk id="4" creationId="{53D37435-289F-ED60-B349-F4FEA859496B}"/>
          </ac:spMkLst>
        </pc:spChg>
        <pc:spChg chg="add del mod">
          <ac:chgData name="Muriel BORDE" userId="c170603111e0d29b" providerId="LiveId" clId="{88A39F71-90C1-4121-B360-2DDA4F102DCB}" dt="2023-09-22T15:23:34.353" v="20232" actId="478"/>
          <ac:spMkLst>
            <pc:docMk/>
            <pc:sldMk cId="2710328947" sldId="342"/>
            <ac:spMk id="5" creationId="{2ACFE233-8121-8455-657A-4037FE4EBC9C}"/>
          </ac:spMkLst>
        </pc:spChg>
        <pc:spChg chg="del">
          <ac:chgData name="Muriel BORDE" userId="c170603111e0d29b" providerId="LiveId" clId="{88A39F71-90C1-4121-B360-2DDA4F102DCB}" dt="2023-07-28T14:50:34.957" v="17847" actId="478"/>
          <ac:spMkLst>
            <pc:docMk/>
            <pc:sldMk cId="2710328947" sldId="342"/>
            <ac:spMk id="6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8:59.229" v="21025" actId="207"/>
          <ac:spMkLst>
            <pc:docMk/>
            <pc:sldMk cId="2710328947" sldId="342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7:56.826" v="18158" actId="2711"/>
          <ac:spMkLst>
            <pc:docMk/>
            <pc:sldMk cId="2710328947" sldId="342"/>
            <ac:spMk id="83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7:56.826" v="18158" actId="2711"/>
          <ac:spMkLst>
            <pc:docMk/>
            <pc:sldMk cId="2710328947" sldId="342"/>
            <ac:spMk id="84" creationId="{00000000-0000-0000-0000-000000000000}"/>
          </ac:spMkLst>
        </pc:spChg>
      </pc:sldChg>
      <pc:sldChg chg="addSp modSp add del mod">
        <pc:chgData name="Muriel BORDE" userId="c170603111e0d29b" providerId="LiveId" clId="{88A39F71-90C1-4121-B360-2DDA4F102DCB}" dt="2023-07-27T13:16:01.303" v="10622" actId="2696"/>
        <pc:sldMkLst>
          <pc:docMk/>
          <pc:sldMk cId="2116911405" sldId="343"/>
        </pc:sldMkLst>
        <pc:spChg chg="add mod">
          <ac:chgData name="Muriel BORDE" userId="c170603111e0d29b" providerId="LiveId" clId="{88A39F71-90C1-4121-B360-2DDA4F102DCB}" dt="2023-07-27T13:15:54.760" v="10621" actId="1076"/>
          <ac:spMkLst>
            <pc:docMk/>
            <pc:sldMk cId="2116911405" sldId="343"/>
            <ac:spMk id="4" creationId="{79B4AE29-6F94-EB48-3AB5-98A3F422460C}"/>
          </ac:spMkLst>
        </pc:spChg>
      </pc:sldChg>
      <pc:sldChg chg="addSp delSp modSp add mod modNotesTx">
        <pc:chgData name="Muriel BORDE" userId="c170603111e0d29b" providerId="LiveId" clId="{88A39F71-90C1-4121-B360-2DDA4F102DCB}" dt="2023-12-11T08:38:11.690" v="21362" actId="2711"/>
        <pc:sldMkLst>
          <pc:docMk/>
          <pc:sldMk cId="3919467611" sldId="343"/>
        </pc:sldMkLst>
        <pc:spChg chg="mod">
          <ac:chgData name="Muriel BORDE" userId="c170603111e0d29b" providerId="LiveId" clId="{88A39F71-90C1-4121-B360-2DDA4F102DCB}" dt="2023-12-11T08:38:11.690" v="21362" actId="2711"/>
          <ac:spMkLst>
            <pc:docMk/>
            <pc:sldMk cId="3919467611" sldId="343"/>
            <ac:spMk id="4" creationId="{79B4AE29-6F94-EB48-3AB5-98A3F422460C}"/>
          </ac:spMkLst>
        </pc:spChg>
        <pc:spChg chg="add mod">
          <ac:chgData name="Muriel BORDE" userId="c170603111e0d29b" providerId="LiveId" clId="{88A39F71-90C1-4121-B360-2DDA4F102DCB}" dt="2023-09-22T15:25:05.946" v="20250"/>
          <ac:spMkLst>
            <pc:docMk/>
            <pc:sldMk cId="3919467611" sldId="343"/>
            <ac:spMk id="5" creationId="{86D19555-897B-3EF1-4514-3B8988719E5C}"/>
          </ac:spMkLst>
        </pc:spChg>
        <pc:spChg chg="del">
          <ac:chgData name="Muriel BORDE" userId="c170603111e0d29b" providerId="LiveId" clId="{88A39F71-90C1-4121-B360-2DDA4F102DCB}" dt="2023-07-28T14:51:10.697" v="17871" actId="478"/>
          <ac:spMkLst>
            <pc:docMk/>
            <pc:sldMk cId="3919467611" sldId="343"/>
            <ac:spMk id="6" creationId="{00000000-0000-0000-0000-000000000000}"/>
          </ac:spMkLst>
        </pc:spChg>
        <pc:spChg chg="add mod">
          <ac:chgData name="Muriel BORDE" userId="c170603111e0d29b" providerId="LiveId" clId="{88A39F71-90C1-4121-B360-2DDA4F102DCB}" dt="2023-12-11T08:38:11.690" v="21362" actId="2711"/>
          <ac:spMkLst>
            <pc:docMk/>
            <pc:sldMk cId="3919467611" sldId="343"/>
            <ac:spMk id="6" creationId="{CA55A294-C1FB-AFAD-B7B8-8698950D90E1}"/>
          </ac:spMkLst>
        </pc:spChg>
        <pc:spChg chg="mod">
          <ac:chgData name="Muriel BORDE" userId="c170603111e0d29b" providerId="LiveId" clId="{88A39F71-90C1-4121-B360-2DDA4F102DCB}" dt="2023-09-27T15:29:30.048" v="21033" actId="207"/>
          <ac:spMkLst>
            <pc:docMk/>
            <pc:sldMk cId="3919467611" sldId="343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1:11.603" v="17873" actId="478"/>
          <ac:spMkLst>
            <pc:docMk/>
            <pc:sldMk cId="3919467611" sldId="343"/>
            <ac:spMk id="8" creationId="{BDCE4A17-1D63-E3AF-3D47-EEFCAE068805}"/>
          </ac:spMkLst>
        </pc:spChg>
        <pc:spChg chg="add del mod">
          <ac:chgData name="Muriel BORDE" userId="c170603111e0d29b" providerId="LiveId" clId="{88A39F71-90C1-4121-B360-2DDA4F102DCB}" dt="2023-09-22T15:25:05.726" v="20249" actId="478"/>
          <ac:spMkLst>
            <pc:docMk/>
            <pc:sldMk cId="3919467611" sldId="343"/>
            <ac:spMk id="9" creationId="{2DAE1DA7-124A-B592-D82C-ABC0C94C5B8C}"/>
          </ac:spMkLst>
        </pc:spChg>
        <pc:picChg chg="add mod">
          <ac:chgData name="Muriel BORDE" userId="c170603111e0d29b" providerId="LiveId" clId="{88A39F71-90C1-4121-B360-2DDA4F102DCB}" dt="2023-07-28T11:21:54.286" v="13495" actId="1076"/>
          <ac:picMkLst>
            <pc:docMk/>
            <pc:sldMk cId="3919467611" sldId="343"/>
            <ac:picMk id="3" creationId="{47F09D5C-6A68-E6CA-47E1-3C7C1F113B0C}"/>
          </ac:picMkLst>
        </pc:picChg>
        <pc:picChg chg="mod">
          <ac:chgData name="Muriel BORDE" userId="c170603111e0d29b" providerId="LiveId" clId="{88A39F71-90C1-4121-B360-2DDA4F102DCB}" dt="2023-07-28T11:21:49.253" v="13494" actId="1036"/>
          <ac:picMkLst>
            <pc:docMk/>
            <pc:sldMk cId="3919467611" sldId="343"/>
            <ac:picMk id="79" creationId="{00000000-0000-0000-0000-000000000000}"/>
          </ac:picMkLst>
        </pc:picChg>
      </pc:sldChg>
      <pc:sldChg chg="addSp delSp modSp del mod">
        <pc:chgData name="Muriel BORDE" userId="c170603111e0d29b" providerId="LiveId" clId="{88A39F71-90C1-4121-B360-2DDA4F102DCB}" dt="2023-09-27T15:29:04.234" v="21026" actId="207"/>
        <pc:sldMkLst>
          <pc:docMk/>
          <pc:sldMk cId="2684892692" sldId="344"/>
        </pc:sldMkLst>
        <pc:spChg chg="add mod">
          <ac:chgData name="Muriel BORDE" userId="c170603111e0d29b" providerId="LiveId" clId="{88A39F71-90C1-4121-B360-2DDA4F102DCB}" dt="2023-07-28T09:54:12.763" v="13245" actId="207"/>
          <ac:spMkLst>
            <pc:docMk/>
            <pc:sldMk cId="2684892692" sldId="344"/>
            <ac:spMk id="3" creationId="{80740818-24C7-2E29-7C8E-7FD6E918609A}"/>
          </ac:spMkLst>
        </pc:spChg>
        <pc:spChg chg="add mod">
          <ac:chgData name="Muriel BORDE" userId="c170603111e0d29b" providerId="LiveId" clId="{88A39F71-90C1-4121-B360-2DDA4F102DCB}" dt="2023-07-27T12:52:51.730" v="10375" actId="1076"/>
          <ac:spMkLst>
            <pc:docMk/>
            <pc:sldMk cId="2684892692" sldId="344"/>
            <ac:spMk id="4" creationId="{FE03F37B-01CA-4537-DF3C-07459F3E546D}"/>
          </ac:spMkLst>
        </pc:spChg>
        <pc:spChg chg="del">
          <ac:chgData name="Muriel BORDE" userId="c170603111e0d29b" providerId="LiveId" clId="{88A39F71-90C1-4121-B360-2DDA4F102DCB}" dt="2023-07-28T14:50:41.389" v="17851" actId="478"/>
          <ac:spMkLst>
            <pc:docMk/>
            <pc:sldMk cId="2684892692" sldId="344"/>
            <ac:spMk id="6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3:39.054" v="20235"/>
          <ac:spMkLst>
            <pc:docMk/>
            <pc:sldMk cId="2684892692" sldId="344"/>
            <ac:spMk id="6" creationId="{49D424B6-9E8F-37AB-7963-1EAF56D82682}"/>
          </ac:spMkLst>
        </pc:spChg>
        <pc:spChg chg="mod">
          <ac:chgData name="Muriel BORDE" userId="c170603111e0d29b" providerId="LiveId" clId="{88A39F71-90C1-4121-B360-2DDA4F102DCB}" dt="2023-09-27T15:29:04.234" v="21026" actId="207"/>
          <ac:spMkLst>
            <pc:docMk/>
            <pc:sldMk cId="2684892692" sldId="344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8T09:54:14.977" v="13246" actId="207"/>
          <ac:spMkLst>
            <pc:docMk/>
            <pc:sldMk cId="2684892692" sldId="344"/>
            <ac:spMk id="8" creationId="{2053FD1B-AC33-AD9A-FA04-BBA1058ED9EA}"/>
          </ac:spMkLst>
        </pc:spChg>
        <pc:spChg chg="add del mod">
          <ac:chgData name="Muriel BORDE" userId="c170603111e0d29b" providerId="LiveId" clId="{88A39F71-90C1-4121-B360-2DDA4F102DCB}" dt="2023-07-28T14:50:42.387" v="17853" actId="478"/>
          <ac:spMkLst>
            <pc:docMk/>
            <pc:sldMk cId="2684892692" sldId="344"/>
            <ac:spMk id="11" creationId="{318C60BA-8411-A8AC-A3D2-23DB54E56E58}"/>
          </ac:spMkLst>
        </pc:spChg>
        <pc:spChg chg="add del mod">
          <ac:chgData name="Muriel BORDE" userId="c170603111e0d29b" providerId="LiveId" clId="{88A39F71-90C1-4121-B360-2DDA4F102DCB}" dt="2023-09-22T15:23:38.756" v="20234" actId="478"/>
          <ac:spMkLst>
            <pc:docMk/>
            <pc:sldMk cId="2684892692" sldId="344"/>
            <ac:spMk id="13" creationId="{3A9BCC93-793F-56C9-0F69-619CB4CC31B4}"/>
          </ac:spMkLst>
        </pc:spChg>
        <pc:spChg chg="add del mod">
          <ac:chgData name="Muriel BORDE" userId="c170603111e0d29b" providerId="LiveId" clId="{88A39F71-90C1-4121-B360-2DDA4F102DCB}" dt="2023-07-27T12:58:55.998" v="10496" actId="478"/>
          <ac:spMkLst>
            <pc:docMk/>
            <pc:sldMk cId="2684892692" sldId="344"/>
            <ac:spMk id="13" creationId="{6CDB367F-B1F0-5901-AA91-5850F5086237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18" creationId="{B9C245A5-2344-F989-27AA-90E8DE1E5655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23" creationId="{D6CF278F-86D5-DC52-7E4A-D6C8AC291F32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28" creationId="{06D436CF-EAF8-9BD2-0165-F9F15D6CA6AC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29" creationId="{DFB18757-91AE-5C87-B021-8D8B1EAE2EFB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30" creationId="{363C4346-A5E4-56FA-4F27-5CD79E820C64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31" creationId="{829D5A19-13C2-A799-E4FD-B398F591180B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32" creationId="{4664376B-2551-6F0E-FF3B-E5FADEDCB65E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33" creationId="{06C9FF1B-8180-8001-FBE2-B7FC18AF448F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34" creationId="{7C41FD3D-6C8B-26E9-2D24-6A964BFBECD8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39" creationId="{7D8EFF87-DB0D-8423-FF57-81C39E58BD93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41" creationId="{4D7E419D-5E90-D91F-FDB0-3E8D3CDDB3DB}"/>
          </ac:spMkLst>
        </pc:spChg>
        <pc:spChg chg="add mod">
          <ac:chgData name="Muriel BORDE" userId="c170603111e0d29b" providerId="LiveId" clId="{88A39F71-90C1-4121-B360-2DDA4F102DCB}" dt="2023-07-28T09:59:17.795" v="13335" actId="1076"/>
          <ac:spMkLst>
            <pc:docMk/>
            <pc:sldMk cId="2684892692" sldId="344"/>
            <ac:spMk id="48" creationId="{F4873DB8-EB2F-5096-219C-DEA59E893465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50" creationId="{F6802E38-919D-3103-2C5F-4F60CFC7460A}"/>
          </ac:spMkLst>
        </pc:spChg>
        <pc:spChg chg="add mod">
          <ac:chgData name="Muriel BORDE" userId="c170603111e0d29b" providerId="LiveId" clId="{88A39F71-90C1-4121-B360-2DDA4F102DCB}" dt="2023-07-27T13:00:14.978" v="10559" actId="1076"/>
          <ac:spMkLst>
            <pc:docMk/>
            <pc:sldMk cId="2684892692" sldId="344"/>
            <ac:spMk id="53" creationId="{30AD0444-C3A2-307B-7BCD-C0E8DAFFED02}"/>
          </ac:spMkLst>
        </pc:spChg>
        <pc:picChg chg="add mod">
          <ac:chgData name="Muriel BORDE" userId="c170603111e0d29b" providerId="LiveId" clId="{88A39F71-90C1-4121-B360-2DDA4F102DCB}" dt="2023-07-27T12:52:47.602" v="10374" actId="1076"/>
          <ac:picMkLst>
            <pc:docMk/>
            <pc:sldMk cId="2684892692" sldId="344"/>
            <ac:picMk id="5" creationId="{6187C046-C0B4-2DA2-C752-C463FF8E9AB2}"/>
          </ac:picMkLst>
        </pc:picChg>
        <pc:picChg chg="del">
          <ac:chgData name="Muriel BORDE" userId="c170603111e0d29b" providerId="LiveId" clId="{88A39F71-90C1-4121-B360-2DDA4F102DCB}" dt="2023-07-27T12:37:01.461" v="10308" actId="478"/>
          <ac:picMkLst>
            <pc:docMk/>
            <pc:sldMk cId="2684892692" sldId="344"/>
            <ac:picMk id="8" creationId="{00000000-0000-0000-0000-000000000000}"/>
          </ac:picMkLst>
        </pc:picChg>
        <pc:picChg chg="add del mod">
          <ac:chgData name="Muriel BORDE" userId="c170603111e0d29b" providerId="LiveId" clId="{88A39F71-90C1-4121-B360-2DDA4F102DCB}" dt="2023-07-27T13:00:09.951" v="10558" actId="478"/>
          <ac:picMkLst>
            <pc:docMk/>
            <pc:sldMk cId="2684892692" sldId="344"/>
            <ac:picMk id="10" creationId="{7692027C-243B-17F6-9C26-F737538A2FDB}"/>
          </ac:picMkLst>
        </pc:picChg>
        <pc:picChg chg="add del mod">
          <ac:chgData name="Muriel BORDE" userId="c170603111e0d29b" providerId="LiveId" clId="{88A39F71-90C1-4121-B360-2DDA4F102DCB}" dt="2023-07-27T12:58:54.527" v="10495" actId="478"/>
          <ac:picMkLst>
            <pc:docMk/>
            <pc:sldMk cId="2684892692" sldId="344"/>
            <ac:picMk id="12" creationId="{F77C6FF3-3105-DB0B-32CB-7F41B8621401}"/>
          </ac:picMkLst>
        </pc:picChg>
        <pc:picChg chg="add del mod">
          <ac:chgData name="Muriel BORDE" userId="c170603111e0d29b" providerId="LiveId" clId="{88A39F71-90C1-4121-B360-2DDA4F102DCB}" dt="2023-07-27T12:53:18.432" v="10377" actId="478"/>
          <ac:picMkLst>
            <pc:docMk/>
            <pc:sldMk cId="2684892692" sldId="344"/>
            <ac:picMk id="15" creationId="{B61133EC-61F9-001C-5920-9C4BDB086340}"/>
          </ac:picMkLst>
        </pc:picChg>
        <pc:picChg chg="add mod">
          <ac:chgData name="Muriel BORDE" userId="c170603111e0d29b" providerId="LiveId" clId="{88A39F71-90C1-4121-B360-2DDA4F102DCB}" dt="2023-07-27T13:00:17.744" v="10560" actId="1076"/>
          <ac:picMkLst>
            <pc:docMk/>
            <pc:sldMk cId="2684892692" sldId="344"/>
            <ac:picMk id="17" creationId="{C6519FBE-69A0-CBDF-48AB-BD9ED7FC5EDF}"/>
          </ac:picMkLst>
        </pc:picChg>
        <pc:picChg chg="add del">
          <ac:chgData name="Muriel BORDE" userId="c170603111e0d29b" providerId="LiveId" clId="{88A39F71-90C1-4121-B360-2DDA4F102DCB}" dt="2023-07-27T12:48:55.365" v="10335" actId="478"/>
          <ac:picMkLst>
            <pc:docMk/>
            <pc:sldMk cId="2684892692" sldId="344"/>
            <ac:picMk id="19458" creationId="{ED4ABEC3-E6D6-48B4-1FF9-0F3FB787BD3B}"/>
          </ac:picMkLst>
        </pc:picChg>
        <pc:cxnChg chg="add mod">
          <ac:chgData name="Muriel BORDE" userId="c170603111e0d29b" providerId="LiveId" clId="{88A39F71-90C1-4121-B360-2DDA4F102DCB}" dt="2023-07-28T09:53:56.524" v="13229" actId="14100"/>
          <ac:cxnSpMkLst>
            <pc:docMk/>
            <pc:sldMk cId="2684892692" sldId="344"/>
            <ac:cxnSpMk id="9" creationId="{6063ABBA-83F0-FFD6-EF7D-F64CB8A04378}"/>
          </ac:cxnSpMkLst>
        </pc:cxnChg>
        <pc:cxnChg chg="add mod">
          <ac:chgData name="Muriel BORDE" userId="c170603111e0d29b" providerId="LiveId" clId="{88A39F71-90C1-4121-B360-2DDA4F102DCB}" dt="2023-07-28T09:53:18.933" v="13201" actId="1076"/>
          <ac:cxnSpMkLst>
            <pc:docMk/>
            <pc:sldMk cId="2684892692" sldId="344"/>
            <ac:cxnSpMk id="12" creationId="{B5A37D93-DB99-8C53-E879-D747638CF4AD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20" creationId="{605BC83F-7B1B-B5EA-1F1A-DE0EDEB2160B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22" creationId="{46992A93-45A2-A8F6-0A81-CBB46F6E49FB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24" creationId="{6B68D9AE-419A-4061-C9ED-DC262C626C4D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25" creationId="{9BF69BB5-4DC3-8123-01AE-7EE7BCB64D87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27" creationId="{EDB07D61-A483-645D-61D8-64611ED5707E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36" creationId="{72758B15-C020-5C53-A8E4-D196C33863D6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40" creationId="{6AD5FCDE-051C-133E-2E98-D0FB79D9DA3D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43" creationId="{5532E835-9D6C-18DA-99F4-9D5D833AA4BD}"/>
          </ac:cxnSpMkLst>
        </pc:cxnChg>
        <pc:cxnChg chg="add del mod">
          <ac:chgData name="Muriel BORDE" userId="c170603111e0d29b" providerId="LiveId" clId="{88A39F71-90C1-4121-B360-2DDA4F102DCB}" dt="2023-07-27T12:58:37.038" v="10485" actId="478"/>
          <ac:cxnSpMkLst>
            <pc:docMk/>
            <pc:sldMk cId="2684892692" sldId="344"/>
            <ac:cxnSpMk id="47" creationId="{07691271-8D74-C4B3-D66A-9A1E9528A892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49" creationId="{42D0F6E2-EB79-230B-FBC4-C9BBC19633DF}"/>
          </ac:cxnSpMkLst>
        </pc:cxnChg>
        <pc:cxnChg chg="add mod">
          <ac:chgData name="Muriel BORDE" userId="c170603111e0d29b" providerId="LiveId" clId="{88A39F71-90C1-4121-B360-2DDA4F102DCB}" dt="2023-07-27T13:00:14.978" v="10559" actId="1076"/>
          <ac:cxnSpMkLst>
            <pc:docMk/>
            <pc:sldMk cId="2684892692" sldId="344"/>
            <ac:cxnSpMk id="51" creationId="{12D9A0DC-FD01-547A-5C2F-8F1C9B43E0DF}"/>
          </ac:cxnSpMkLst>
        </pc:cxnChg>
      </pc:sldChg>
      <pc:sldChg chg="addSp delSp modSp add mod">
        <pc:chgData name="Muriel BORDE" userId="c170603111e0d29b" providerId="LiveId" clId="{88A39F71-90C1-4121-B360-2DDA4F102DCB}" dt="2023-09-27T15:29:38.019" v="21035" actId="207"/>
        <pc:sldMkLst>
          <pc:docMk/>
          <pc:sldMk cId="2372729198" sldId="345"/>
        </pc:sldMkLst>
        <pc:spChg chg="mod">
          <ac:chgData name="Muriel BORDE" userId="c170603111e0d29b" providerId="LiveId" clId="{88A39F71-90C1-4121-B360-2DDA4F102DCB}" dt="2023-09-27T15:29:38.019" v="21035" actId="207"/>
          <ac:spMkLst>
            <pc:docMk/>
            <pc:sldMk cId="2372729198" sldId="345"/>
            <ac:spMk id="3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1:14.355" v="17875" actId="478"/>
          <ac:spMkLst>
            <pc:docMk/>
            <pc:sldMk cId="2372729198" sldId="345"/>
            <ac:spMk id="6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5:09.521" v="20252"/>
          <ac:spMkLst>
            <pc:docMk/>
            <pc:sldMk cId="2372729198" sldId="345"/>
            <ac:spMk id="6" creationId="{ED835E83-24F5-6325-27A8-B59E1408DBF5}"/>
          </ac:spMkLst>
        </pc:spChg>
        <pc:spChg chg="mod">
          <ac:chgData name="Muriel BORDE" userId="c170603111e0d29b" providerId="LiveId" clId="{88A39F71-90C1-4121-B360-2DDA4F102DCB}" dt="2023-09-27T15:29:33.166" v="21034" actId="207"/>
          <ac:spMkLst>
            <pc:docMk/>
            <pc:sldMk cId="2372729198" sldId="345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1:16.734" v="17877" actId="478"/>
          <ac:spMkLst>
            <pc:docMk/>
            <pc:sldMk cId="2372729198" sldId="345"/>
            <ac:spMk id="13" creationId="{C0FF9040-5F6D-3CE6-1EC9-7EF10701E7AF}"/>
          </ac:spMkLst>
        </pc:spChg>
        <pc:spChg chg="add del mod">
          <ac:chgData name="Muriel BORDE" userId="c170603111e0d29b" providerId="LiveId" clId="{88A39F71-90C1-4121-B360-2DDA4F102DCB}" dt="2023-09-22T15:25:09.300" v="20251" actId="478"/>
          <ac:spMkLst>
            <pc:docMk/>
            <pc:sldMk cId="2372729198" sldId="345"/>
            <ac:spMk id="14" creationId="{ECCEEE4E-9C5F-DC22-F600-E66C482650BD}"/>
          </ac:spMkLst>
        </pc:spChg>
        <pc:spChg chg="mod">
          <ac:chgData name="Muriel BORDE" userId="c170603111e0d29b" providerId="LiveId" clId="{88A39F71-90C1-4121-B360-2DDA4F102DCB}" dt="2023-07-28T14:58:25.034" v="18161" actId="2711"/>
          <ac:spMkLst>
            <pc:docMk/>
            <pc:sldMk cId="2372729198" sldId="345"/>
            <ac:spMk id="24" creationId="{00000000-0000-0000-0000-000000000000}"/>
          </ac:spMkLst>
        </pc:spChg>
      </pc:sldChg>
      <pc:sldChg chg="addSp delSp modSp add mod">
        <pc:chgData name="Muriel BORDE" userId="c170603111e0d29b" providerId="LiveId" clId="{88A39F71-90C1-4121-B360-2DDA4F102DCB}" dt="2023-09-27T15:29:48.324" v="21038" actId="207"/>
        <pc:sldMkLst>
          <pc:docMk/>
          <pc:sldMk cId="3250890671" sldId="346"/>
        </pc:sldMkLst>
        <pc:spChg chg="mod">
          <ac:chgData name="Muriel BORDE" userId="c170603111e0d29b" providerId="LiveId" clId="{88A39F71-90C1-4121-B360-2DDA4F102DCB}" dt="2023-07-28T14:58:32.946" v="18162" actId="2711"/>
          <ac:spMkLst>
            <pc:docMk/>
            <pc:sldMk cId="3250890671" sldId="346"/>
            <ac:spMk id="3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5:15.169" v="20254"/>
          <ac:spMkLst>
            <pc:docMk/>
            <pc:sldMk cId="3250890671" sldId="346"/>
            <ac:spMk id="4" creationId="{AE00A737-421D-380C-A932-94D2B2A895E2}"/>
          </ac:spMkLst>
        </pc:spChg>
        <pc:spChg chg="del">
          <ac:chgData name="Muriel BORDE" userId="c170603111e0d29b" providerId="LiveId" clId="{88A39F71-90C1-4121-B360-2DDA4F102DCB}" dt="2023-07-28T14:51:20.362" v="17879" actId="478"/>
          <ac:spMkLst>
            <pc:docMk/>
            <pc:sldMk cId="3250890671" sldId="346"/>
            <ac:spMk id="6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9:44.693" v="21037" actId="207"/>
          <ac:spMkLst>
            <pc:docMk/>
            <pc:sldMk cId="3250890671" sldId="346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9:48.324" v="21038" actId="207"/>
          <ac:spMkLst>
            <pc:docMk/>
            <pc:sldMk cId="3250890671" sldId="346"/>
            <ac:spMk id="8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1:21.161" v="17881" actId="478"/>
          <ac:spMkLst>
            <pc:docMk/>
            <pc:sldMk cId="3250890671" sldId="346"/>
            <ac:spMk id="9" creationId="{7BAAB4E1-DD4D-3DD7-020E-C96DB3D17144}"/>
          </ac:spMkLst>
        </pc:spChg>
        <pc:spChg chg="add del mod">
          <ac:chgData name="Muriel BORDE" userId="c170603111e0d29b" providerId="LiveId" clId="{88A39F71-90C1-4121-B360-2DDA4F102DCB}" dt="2023-09-22T15:25:14.886" v="20253" actId="478"/>
          <ac:spMkLst>
            <pc:docMk/>
            <pc:sldMk cId="3250890671" sldId="346"/>
            <ac:spMk id="10" creationId="{B6BDF22F-3D24-CD59-9C87-5AF1E7460428}"/>
          </ac:spMkLst>
        </pc:spChg>
      </pc:sldChg>
      <pc:sldChg chg="addSp delSp modSp del mod">
        <pc:chgData name="Muriel BORDE" userId="c170603111e0d29b" providerId="LiveId" clId="{88A39F71-90C1-4121-B360-2DDA4F102DCB}" dt="2023-09-27T15:29:51.241" v="21039" actId="207"/>
        <pc:sldMkLst>
          <pc:docMk/>
          <pc:sldMk cId="2750098727" sldId="347"/>
        </pc:sldMkLst>
        <pc:spChg chg="add mod">
          <ac:chgData name="Muriel BORDE" userId="c170603111e0d29b" providerId="LiveId" clId="{88A39F71-90C1-4121-B360-2DDA4F102DCB}" dt="2023-09-22T15:25:19.940" v="20256"/>
          <ac:spMkLst>
            <pc:docMk/>
            <pc:sldMk cId="2750098727" sldId="347"/>
            <ac:spMk id="2" creationId="{B19AFDA4-80E5-0D9E-69E2-163C2CF31436}"/>
          </ac:spMkLst>
        </pc:spChg>
        <pc:spChg chg="add del mod">
          <ac:chgData name="Muriel BORDE" userId="c170603111e0d29b" providerId="LiveId" clId="{88A39F71-90C1-4121-B360-2DDA4F102DCB}" dt="2023-07-28T14:51:24.953" v="17885" actId="478"/>
          <ac:spMkLst>
            <pc:docMk/>
            <pc:sldMk cId="2750098727" sldId="347"/>
            <ac:spMk id="3" creationId="{8306B715-16AD-5A3C-963B-4EBB4AF75135}"/>
          </ac:spMkLst>
        </pc:spChg>
        <pc:spChg chg="add del mod">
          <ac:chgData name="Muriel BORDE" userId="c170603111e0d29b" providerId="LiveId" clId="{88A39F71-90C1-4121-B360-2DDA4F102DCB}" dt="2023-09-22T15:25:19.627" v="20255" actId="478"/>
          <ac:spMkLst>
            <pc:docMk/>
            <pc:sldMk cId="2750098727" sldId="347"/>
            <ac:spMk id="4" creationId="{85913E66-74CC-769C-5AC6-298472442029}"/>
          </ac:spMkLst>
        </pc:spChg>
        <pc:spChg chg="del">
          <ac:chgData name="Muriel BORDE" userId="c170603111e0d29b" providerId="LiveId" clId="{88A39F71-90C1-4121-B360-2DDA4F102DCB}" dt="2023-07-28T14:51:24.311" v="17883" actId="478"/>
          <ac:spMkLst>
            <pc:docMk/>
            <pc:sldMk cId="2750098727" sldId="347"/>
            <ac:spMk id="795777293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8:39.162" v="18163" actId="2711"/>
          <ac:spMkLst>
            <pc:docMk/>
            <pc:sldMk cId="2750098727" sldId="347"/>
            <ac:spMk id="1241618444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9:51.241" v="21039" actId="207"/>
          <ac:spMkLst>
            <pc:docMk/>
            <pc:sldMk cId="2750098727" sldId="347"/>
            <ac:spMk id="1738072409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18.700" v="12758" actId="478"/>
          <ac:spMkLst>
            <pc:docMk/>
            <pc:sldMk cId="2750098727" sldId="347"/>
            <ac:spMk id="1756586738" creationId="{00000000-0000-0000-0000-000000000000}"/>
          </ac:spMkLst>
        </pc:spChg>
      </pc:sldChg>
      <pc:sldChg chg="addSp delSp modSp add mod">
        <pc:chgData name="Muriel BORDE" userId="c170603111e0d29b" providerId="LiveId" clId="{88A39F71-90C1-4121-B360-2DDA4F102DCB}" dt="2023-09-27T15:29:54.614" v="21041" actId="1036"/>
        <pc:sldMkLst>
          <pc:docMk/>
          <pc:sldMk cId="34860508" sldId="348"/>
        </pc:sldMkLst>
        <pc:spChg chg="add mod">
          <ac:chgData name="Muriel BORDE" userId="c170603111e0d29b" providerId="LiveId" clId="{88A39F71-90C1-4121-B360-2DDA4F102DCB}" dt="2023-09-22T15:25:22.862" v="20258"/>
          <ac:spMkLst>
            <pc:docMk/>
            <pc:sldMk cId="34860508" sldId="348"/>
            <ac:spMk id="2" creationId="{4B50119F-D17C-5D5B-64EF-0B8FD774E73B}"/>
          </ac:spMkLst>
        </pc:spChg>
        <pc:spChg chg="add del mod">
          <ac:chgData name="Muriel BORDE" userId="c170603111e0d29b" providerId="LiveId" clId="{88A39F71-90C1-4121-B360-2DDA4F102DCB}" dt="2023-07-28T14:51:29.035" v="17889" actId="478"/>
          <ac:spMkLst>
            <pc:docMk/>
            <pc:sldMk cId="34860508" sldId="348"/>
            <ac:spMk id="3" creationId="{24688846-C373-0379-9169-0996F4D067A3}"/>
          </ac:spMkLst>
        </pc:spChg>
        <pc:spChg chg="add del mod">
          <ac:chgData name="Muriel BORDE" userId="c170603111e0d29b" providerId="LiveId" clId="{88A39F71-90C1-4121-B360-2DDA4F102DCB}" dt="2023-09-22T15:25:22.597" v="20257" actId="478"/>
          <ac:spMkLst>
            <pc:docMk/>
            <pc:sldMk cId="34860508" sldId="348"/>
            <ac:spMk id="4" creationId="{DD223DD3-5020-FEE6-210B-D384E078F38D}"/>
          </ac:spMkLst>
        </pc:spChg>
        <pc:spChg chg="mod">
          <ac:chgData name="Muriel BORDE" userId="c170603111e0d29b" providerId="LiveId" clId="{88A39F71-90C1-4121-B360-2DDA4F102DCB}" dt="2023-09-27T15:29:54.046" v="21040" actId="207"/>
          <ac:spMkLst>
            <pc:docMk/>
            <pc:sldMk cId="34860508" sldId="348"/>
            <ac:spMk id="157768651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17.023" v="12757" actId="478"/>
          <ac:spMkLst>
            <pc:docMk/>
            <pc:sldMk cId="34860508" sldId="348"/>
            <ac:spMk id="389385184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8:44.791" v="18164" actId="2711"/>
          <ac:spMkLst>
            <pc:docMk/>
            <pc:sldMk cId="34860508" sldId="348"/>
            <ac:spMk id="1776120589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1:28.019" v="17887" actId="478"/>
          <ac:spMkLst>
            <pc:docMk/>
            <pc:sldMk cId="34860508" sldId="348"/>
            <ac:spMk id="192499824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9:54.614" v="21041" actId="1036"/>
          <ac:spMkLst>
            <pc:docMk/>
            <pc:sldMk cId="34860508" sldId="348"/>
            <ac:spMk id="2135940016" creationId="{00000000-0000-0000-0000-000000000000}"/>
          </ac:spMkLst>
        </pc:spChg>
      </pc:sldChg>
      <pc:sldChg chg="addSp delSp modSp add mod">
        <pc:chgData name="Muriel BORDE" userId="c170603111e0d29b" providerId="LiveId" clId="{88A39F71-90C1-4121-B360-2DDA4F102DCB}" dt="2023-09-27T15:29:57.985" v="21042" actId="207"/>
        <pc:sldMkLst>
          <pc:docMk/>
          <pc:sldMk cId="1461894395" sldId="349"/>
        </pc:sldMkLst>
        <pc:spChg chg="add mod">
          <ac:chgData name="Muriel BORDE" userId="c170603111e0d29b" providerId="LiveId" clId="{88A39F71-90C1-4121-B360-2DDA4F102DCB}" dt="2023-09-22T15:25:25.585" v="20260"/>
          <ac:spMkLst>
            <pc:docMk/>
            <pc:sldMk cId="1461894395" sldId="349"/>
            <ac:spMk id="4" creationId="{798F3BB7-2400-1759-89AE-F3D8D4C8FA5A}"/>
          </ac:spMkLst>
        </pc:spChg>
        <pc:spChg chg="del">
          <ac:chgData name="Muriel BORDE" userId="c170603111e0d29b" providerId="LiveId" clId="{88A39F71-90C1-4121-B360-2DDA4F102DCB}" dt="2023-07-28T14:51:32.789" v="17891" actId="478"/>
          <ac:spMkLst>
            <pc:docMk/>
            <pc:sldMk cId="1461894395" sldId="349"/>
            <ac:spMk id="6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6:18.084" v="20297" actId="6549"/>
          <ac:spMkLst>
            <pc:docMk/>
            <pc:sldMk cId="1461894395" sldId="349"/>
            <ac:spMk id="6" creationId="{BC22C16C-4C04-332A-C1A9-AE80AE019875}"/>
          </ac:spMkLst>
        </pc:spChg>
        <pc:spChg chg="mod">
          <ac:chgData name="Muriel BORDE" userId="c170603111e0d29b" providerId="LiveId" clId="{88A39F71-90C1-4121-B360-2DDA4F102DCB}" dt="2023-09-27T15:29:57.985" v="21042" actId="207"/>
          <ac:spMkLst>
            <pc:docMk/>
            <pc:sldMk cId="1461894395" sldId="349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1:34.606" v="17893" actId="478"/>
          <ac:spMkLst>
            <pc:docMk/>
            <pc:sldMk cId="1461894395" sldId="349"/>
            <ac:spMk id="8" creationId="{55F01E13-2D72-91D0-A06E-D2A5581014C4}"/>
          </ac:spMkLst>
        </pc:spChg>
        <pc:spChg chg="add del mod">
          <ac:chgData name="Muriel BORDE" userId="c170603111e0d29b" providerId="LiveId" clId="{88A39F71-90C1-4121-B360-2DDA4F102DCB}" dt="2023-09-22T15:25:25.335" v="20259" actId="478"/>
          <ac:spMkLst>
            <pc:docMk/>
            <pc:sldMk cId="1461894395" sldId="349"/>
            <ac:spMk id="9" creationId="{25B684E4-4F41-3443-3530-8A1ACE6D8EF7}"/>
          </ac:spMkLst>
        </pc:spChg>
        <pc:spChg chg="del mod">
          <ac:chgData name="Muriel BORDE" userId="c170603111e0d29b" providerId="LiveId" clId="{88A39F71-90C1-4121-B360-2DDA4F102DCB}" dt="2023-09-22T15:25:46.264" v="20266" actId="478"/>
          <ac:spMkLst>
            <pc:docMk/>
            <pc:sldMk cId="1461894395" sldId="349"/>
            <ac:spMk id="1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2T15:18:03.776" v="20074" actId="478"/>
          <ac:spMkLst>
            <pc:docMk/>
            <pc:sldMk cId="1461894395" sldId="349"/>
            <ac:spMk id="14" creationId="{B03914F4-CF55-D9B2-0DE7-F641A2FB25E9}"/>
          </ac:spMkLst>
        </pc:spChg>
      </pc:sldChg>
      <pc:sldChg chg="del">
        <pc:chgData name="Muriel BORDE" userId="c170603111e0d29b" providerId="LiveId" clId="{88A39F71-90C1-4121-B360-2DDA4F102DCB}" dt="2023-07-26T12:22:21.609" v="995" actId="47"/>
        <pc:sldMkLst>
          <pc:docMk/>
          <pc:sldMk cId="0" sldId="350"/>
        </pc:sldMkLst>
      </pc:sldChg>
      <pc:sldChg chg="addSp delSp modSp del mod modClrScheme chgLayout">
        <pc:chgData name="Muriel BORDE" userId="c170603111e0d29b" providerId="LiveId" clId="{88A39F71-90C1-4121-B360-2DDA4F102DCB}" dt="2023-09-27T15:12:52.831" v="20731" actId="207"/>
        <pc:sldMkLst>
          <pc:docMk/>
          <pc:sldMk cId="2784850762" sldId="351"/>
        </pc:sldMkLst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2784850762" sldId="351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8T14:48:40.189" v="17731" actId="27636"/>
          <ac:spMkLst>
            <pc:docMk/>
            <pc:sldMk cId="2784850762" sldId="351"/>
            <ac:spMk id="4" creationId="{CD8837EB-0C48-21EB-FF28-F605EE0684AB}"/>
          </ac:spMkLst>
        </pc:spChg>
        <pc:spChg chg="add del mod ord">
          <ac:chgData name="Muriel BORDE" userId="c170603111e0d29b" providerId="LiveId" clId="{88A39F71-90C1-4121-B360-2DDA4F102DCB}" dt="2023-09-27T15:12:42.647" v="20728" actId="478"/>
          <ac:spMkLst>
            <pc:docMk/>
            <pc:sldMk cId="2784850762" sldId="351"/>
            <ac:spMk id="5" creationId="{BFD80B4A-C26E-B554-3BCD-8A5D5F12FD31}"/>
          </ac:spMkLst>
        </pc:spChg>
        <pc:spChg chg="del">
          <ac:chgData name="Muriel BORDE" userId="c170603111e0d29b" providerId="LiveId" clId="{88A39F71-90C1-4121-B360-2DDA4F102DCB}" dt="2023-07-28T14:48:25.749" v="17689" actId="478"/>
          <ac:spMkLst>
            <pc:docMk/>
            <pc:sldMk cId="2784850762" sldId="351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2:45.589" v="20729" actId="478"/>
          <ac:spMkLst>
            <pc:docMk/>
            <pc:sldMk cId="2784850762" sldId="351"/>
            <ac:spMk id="6" creationId="{6E967B77-787B-F555-A15F-93A06AA6E28D}"/>
          </ac:spMkLst>
        </pc:spChg>
        <pc:spChg chg="mod ord">
          <ac:chgData name="Muriel BORDE" userId="c170603111e0d29b" providerId="LiveId" clId="{88A39F71-90C1-4121-B360-2DDA4F102DCB}" dt="2023-09-12T13:40:44.469" v="19599" actId="1076"/>
          <ac:spMkLst>
            <pc:docMk/>
            <pc:sldMk cId="2784850762" sldId="351"/>
            <ac:spMk id="7" creationId="{78FD1E99-D478-280C-7F8F-B67AF6DECA36}"/>
          </ac:spMkLst>
        </pc:spChg>
        <pc:spChg chg="mod">
          <ac:chgData name="Muriel BORDE" userId="c170603111e0d29b" providerId="LiveId" clId="{88A39F71-90C1-4121-B360-2DDA4F102DCB}" dt="2023-07-28T14:55:39.867" v="18136" actId="2711"/>
          <ac:spMkLst>
            <pc:docMk/>
            <pc:sldMk cId="2784850762" sldId="351"/>
            <ac:spMk id="8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48:27.345" v="17691" actId="478"/>
          <ac:spMkLst>
            <pc:docMk/>
            <pc:sldMk cId="2784850762" sldId="351"/>
            <ac:spMk id="9" creationId="{A36741A6-CE09-4FAE-4AEE-13342B011337}"/>
          </ac:spMkLst>
        </pc:spChg>
        <pc:spChg chg="add del mod ord">
          <ac:chgData name="Muriel BORDE" userId="c170603111e0d29b" providerId="LiveId" clId="{88A39F71-90C1-4121-B360-2DDA4F102DCB}" dt="2023-09-27T15:12:50.875" v="20730" actId="478"/>
          <ac:spMkLst>
            <pc:docMk/>
            <pc:sldMk cId="2784850762" sldId="351"/>
            <ac:spMk id="9" creationId="{BC385081-6021-1205-D5C8-4122060DA397}"/>
          </ac:spMkLst>
        </pc:spChg>
        <pc:spChg chg="mod">
          <ac:chgData name="Muriel BORDE" userId="c170603111e0d29b" providerId="LiveId" clId="{88A39F71-90C1-4121-B360-2DDA4F102DCB}" dt="2023-07-28T14:55:39.867" v="18136" actId="2711"/>
          <ac:spMkLst>
            <pc:docMk/>
            <pc:sldMk cId="2784850762" sldId="351"/>
            <ac:spMk id="13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2:52.831" v="20731" actId="207"/>
          <ac:spMkLst>
            <pc:docMk/>
            <pc:sldMk cId="2784850762" sldId="351"/>
            <ac:spMk id="14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5:39.867" v="18136" actId="2711"/>
          <ac:spMkLst>
            <pc:docMk/>
            <pc:sldMk cId="2784850762" sldId="351"/>
            <ac:spMk id="18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5:39.867" v="18136" actId="2711"/>
          <ac:spMkLst>
            <pc:docMk/>
            <pc:sldMk cId="2784850762" sldId="351"/>
            <ac:spMk id="19" creationId="{00000000-0000-0000-0000-000000000000}"/>
          </ac:spMkLst>
        </pc:spChg>
        <pc:picChg chg="mod">
          <ac:chgData name="Muriel BORDE" userId="c170603111e0d29b" providerId="LiveId" clId="{88A39F71-90C1-4121-B360-2DDA4F102DCB}" dt="2023-09-12T13:40:29.643" v="19596" actId="1076"/>
          <ac:picMkLst>
            <pc:docMk/>
            <pc:sldMk cId="2784850762" sldId="351"/>
            <ac:picMk id="3" creationId="{E7550A22-C706-EFF2-DB04-4D7A424E79CC}"/>
          </ac:picMkLst>
        </pc:picChg>
        <pc:picChg chg="del">
          <ac:chgData name="Muriel BORDE" userId="c170603111e0d29b" providerId="LiveId" clId="{88A39F71-90C1-4121-B360-2DDA4F102DCB}" dt="2023-07-27T12:24:21.532" v="9820" actId="478"/>
          <ac:picMkLst>
            <pc:docMk/>
            <pc:sldMk cId="2784850762" sldId="351"/>
            <ac:picMk id="4" creationId="{00000000-0000-0000-0000-000000000000}"/>
          </ac:picMkLst>
        </pc:picChg>
        <pc:picChg chg="add mod">
          <ac:chgData name="Muriel BORDE" userId="c170603111e0d29b" providerId="LiveId" clId="{88A39F71-90C1-4121-B360-2DDA4F102DCB}" dt="2023-07-27T12:24:26.364" v="9823" actId="1076"/>
          <ac:picMkLst>
            <pc:docMk/>
            <pc:sldMk cId="2784850762" sldId="351"/>
            <ac:picMk id="18434" creationId="{DADCDAFE-6E43-B0CE-BB5B-8020D3ECC73D}"/>
          </ac:picMkLst>
        </pc:picChg>
      </pc:sldChg>
      <pc:sldChg chg="add del">
        <pc:chgData name="Muriel BORDE" userId="c170603111e0d29b" providerId="LiveId" clId="{88A39F71-90C1-4121-B360-2DDA4F102DCB}" dt="2023-07-26T12:28:22.703" v="1067" actId="2696"/>
        <pc:sldMkLst>
          <pc:docMk/>
          <pc:sldMk cId="2826215866" sldId="351"/>
        </pc:sldMkLst>
      </pc:sldChg>
      <pc:sldChg chg="addSp delSp modSp del mod modClrScheme chgLayout">
        <pc:chgData name="Muriel BORDE" userId="c170603111e0d29b" providerId="LiveId" clId="{88A39F71-90C1-4121-B360-2DDA4F102DCB}" dt="2023-09-27T15:13:03.022" v="20735" actId="478"/>
        <pc:sldMkLst>
          <pc:docMk/>
          <pc:sldMk cId="843052423" sldId="352"/>
        </pc:sldMkLst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843052423" sldId="352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3:02.052" v="20734" actId="478"/>
          <ac:spMkLst>
            <pc:docMk/>
            <pc:sldMk cId="843052423" sldId="352"/>
            <ac:spMk id="3" creationId="{131BD29E-8BCD-C20C-AD23-89BB7E6B4A24}"/>
          </ac:spMkLst>
        </pc:spChg>
        <pc:spChg chg="add del mod ord">
          <ac:chgData name="Muriel BORDE" userId="c170603111e0d29b" providerId="LiveId" clId="{88A39F71-90C1-4121-B360-2DDA4F102DCB}" dt="2023-09-27T15:13:03.022" v="20735" actId="478"/>
          <ac:spMkLst>
            <pc:docMk/>
            <pc:sldMk cId="843052423" sldId="352"/>
            <ac:spMk id="4" creationId="{35DF48A4-E330-8D77-910F-E8F2CCAC2FA3}"/>
          </ac:spMkLst>
        </pc:spChg>
        <pc:spChg chg="add del mod">
          <ac:chgData name="Muriel BORDE" userId="c170603111e0d29b" providerId="LiveId" clId="{88A39F71-90C1-4121-B360-2DDA4F102DCB}" dt="2023-07-28T14:48:50.498" v="17734" actId="478"/>
          <ac:spMkLst>
            <pc:docMk/>
            <pc:sldMk cId="843052423" sldId="352"/>
            <ac:spMk id="4" creationId="{90D94584-8B74-9538-6764-6BBEDE161959}"/>
          </ac:spMkLst>
        </pc:spChg>
        <pc:spChg chg="add mod">
          <ac:chgData name="Muriel BORDE" userId="c170603111e0d29b" providerId="LiveId" clId="{88A39F71-90C1-4121-B360-2DDA4F102DCB}" dt="2023-07-28T14:48:51.470" v="17735"/>
          <ac:spMkLst>
            <pc:docMk/>
            <pc:sldMk cId="843052423" sldId="352"/>
            <ac:spMk id="5" creationId="{8B07C1CC-1EDB-A189-AE06-CC20F52F133A}"/>
          </ac:spMkLst>
        </pc:spChg>
        <pc:spChg chg="del">
          <ac:chgData name="Muriel BORDE" userId="c170603111e0d29b" providerId="LiveId" clId="{88A39F71-90C1-4121-B360-2DDA4F102DCB}" dt="2023-07-28T14:48:48.278" v="17732" actId="478"/>
          <ac:spMkLst>
            <pc:docMk/>
            <pc:sldMk cId="843052423" sldId="352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2:58.764" v="20732" actId="478"/>
          <ac:spMkLst>
            <pc:docMk/>
            <pc:sldMk cId="843052423" sldId="352"/>
            <ac:spMk id="6" creationId="{51D9CC96-6741-D9CE-56CE-A09FDE58F1A5}"/>
          </ac:spMkLst>
        </pc:spChg>
        <pc:spChg chg="mod">
          <ac:chgData name="Muriel BORDE" userId="c170603111e0d29b" providerId="LiveId" clId="{88A39F71-90C1-4121-B360-2DDA4F102DCB}" dt="2023-09-27T15:13:00.445" v="20733" actId="207"/>
          <ac:spMkLst>
            <pc:docMk/>
            <pc:sldMk cId="843052423" sldId="352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5:53.586" v="18137" actId="2711"/>
          <ac:spMkLst>
            <pc:docMk/>
            <pc:sldMk cId="843052423" sldId="352"/>
            <ac:spMk id="12" creationId="{00000000-0000-0000-0000-000000000000}"/>
          </ac:spMkLst>
        </pc:spChg>
        <pc:spChg chg="mod">
          <ac:chgData name="Muriel BORDE" userId="c170603111e0d29b" providerId="LiveId" clId="{88A39F71-90C1-4121-B360-2DDA4F102DCB}" dt="2023-07-28T14:55:53.586" v="18137" actId="2711"/>
          <ac:spMkLst>
            <pc:docMk/>
            <pc:sldMk cId="843052423" sldId="352"/>
            <ac:spMk id="13" creationId="{00000000-0000-0000-0000-000000000000}"/>
          </ac:spMkLst>
        </pc:spChg>
      </pc:sldChg>
      <pc:sldChg chg="add del">
        <pc:chgData name="Muriel BORDE" userId="c170603111e0d29b" providerId="LiveId" clId="{88A39F71-90C1-4121-B360-2DDA4F102DCB}" dt="2023-07-26T12:28:22.703" v="1067" actId="2696"/>
        <pc:sldMkLst>
          <pc:docMk/>
          <pc:sldMk cId="3741231703" sldId="352"/>
        </pc:sldMkLst>
      </pc:sldChg>
      <pc:sldChg chg="del">
        <pc:chgData name="Muriel BORDE" userId="c170603111e0d29b" providerId="LiveId" clId="{88A39F71-90C1-4121-B360-2DDA4F102DCB}" dt="2023-07-26T12:22:25.354" v="996" actId="47"/>
        <pc:sldMkLst>
          <pc:docMk/>
          <pc:sldMk cId="0" sldId="353"/>
        </pc:sldMkLst>
      </pc:sldChg>
      <pc:sldChg chg="del">
        <pc:chgData name="Muriel BORDE" userId="c170603111e0d29b" providerId="LiveId" clId="{88A39F71-90C1-4121-B360-2DDA4F102DCB}" dt="2023-07-26T12:22:25.354" v="996" actId="47"/>
        <pc:sldMkLst>
          <pc:docMk/>
          <pc:sldMk cId="0" sldId="354"/>
        </pc:sldMkLst>
      </pc:sldChg>
      <pc:sldChg chg="del">
        <pc:chgData name="Muriel BORDE" userId="c170603111e0d29b" providerId="LiveId" clId="{88A39F71-90C1-4121-B360-2DDA4F102DCB}" dt="2023-07-26T12:22:25.354" v="996" actId="47"/>
        <pc:sldMkLst>
          <pc:docMk/>
          <pc:sldMk cId="0" sldId="355"/>
        </pc:sldMkLst>
      </pc:sldChg>
      <pc:sldChg chg="del">
        <pc:chgData name="Muriel BORDE" userId="c170603111e0d29b" providerId="LiveId" clId="{88A39F71-90C1-4121-B360-2DDA4F102DCB}" dt="2023-07-26T12:22:25.354" v="996" actId="47"/>
        <pc:sldMkLst>
          <pc:docMk/>
          <pc:sldMk cId="0" sldId="356"/>
        </pc:sldMkLst>
      </pc:sldChg>
      <pc:sldChg chg="del">
        <pc:chgData name="Muriel BORDE" userId="c170603111e0d29b" providerId="LiveId" clId="{88A39F71-90C1-4121-B360-2DDA4F102DCB}" dt="2023-07-26T12:22:25.354" v="996" actId="47"/>
        <pc:sldMkLst>
          <pc:docMk/>
          <pc:sldMk cId="0" sldId="357"/>
        </pc:sldMkLst>
      </pc:sldChg>
      <pc:sldChg chg="del">
        <pc:chgData name="Muriel BORDE" userId="c170603111e0d29b" providerId="LiveId" clId="{88A39F71-90C1-4121-B360-2DDA4F102DCB}" dt="2023-07-26T12:22:28.739" v="997" actId="47"/>
        <pc:sldMkLst>
          <pc:docMk/>
          <pc:sldMk cId="0" sldId="358"/>
        </pc:sldMkLst>
      </pc:sldChg>
      <pc:sldChg chg="del">
        <pc:chgData name="Muriel BORDE" userId="c170603111e0d29b" providerId="LiveId" clId="{88A39F71-90C1-4121-B360-2DDA4F102DCB}" dt="2023-07-26T12:22:29.614" v="998" actId="47"/>
        <pc:sldMkLst>
          <pc:docMk/>
          <pc:sldMk cId="0" sldId="359"/>
        </pc:sldMkLst>
      </pc:sldChg>
      <pc:sldChg chg="del">
        <pc:chgData name="Muriel BORDE" userId="c170603111e0d29b" providerId="LiveId" clId="{88A39F71-90C1-4121-B360-2DDA4F102DCB}" dt="2023-07-26T12:22:31.274" v="999" actId="47"/>
        <pc:sldMkLst>
          <pc:docMk/>
          <pc:sldMk cId="0" sldId="360"/>
        </pc:sldMkLst>
      </pc:sldChg>
      <pc:sldChg chg="del">
        <pc:chgData name="Muriel BORDE" userId="c170603111e0d29b" providerId="LiveId" clId="{88A39F71-90C1-4121-B360-2DDA4F102DCB}" dt="2023-07-26T12:22:34.863" v="1000" actId="47"/>
        <pc:sldMkLst>
          <pc:docMk/>
          <pc:sldMk cId="0" sldId="361"/>
        </pc:sldMkLst>
      </pc:sldChg>
      <pc:sldChg chg="del">
        <pc:chgData name="Muriel BORDE" userId="c170603111e0d29b" providerId="LiveId" clId="{88A39F71-90C1-4121-B360-2DDA4F102DCB}" dt="2023-07-26T12:22:35.704" v="1001" actId="47"/>
        <pc:sldMkLst>
          <pc:docMk/>
          <pc:sldMk cId="0" sldId="362"/>
        </pc:sldMkLst>
      </pc:sldChg>
      <pc:sldChg chg="del">
        <pc:chgData name="Muriel BORDE" userId="c170603111e0d29b" providerId="LiveId" clId="{88A39F71-90C1-4121-B360-2DDA4F102DCB}" dt="2023-07-26T12:22:36.384" v="1002" actId="47"/>
        <pc:sldMkLst>
          <pc:docMk/>
          <pc:sldMk cId="0" sldId="363"/>
        </pc:sldMkLst>
      </pc:sldChg>
      <pc:sldChg chg="del">
        <pc:chgData name="Muriel BORDE" userId="c170603111e0d29b" providerId="LiveId" clId="{88A39F71-90C1-4121-B360-2DDA4F102DCB}" dt="2023-07-26T12:22:37.414" v="1003" actId="47"/>
        <pc:sldMkLst>
          <pc:docMk/>
          <pc:sldMk cId="0" sldId="364"/>
        </pc:sldMkLst>
      </pc:sldChg>
      <pc:sldChg chg="del">
        <pc:chgData name="Muriel BORDE" userId="c170603111e0d29b" providerId="LiveId" clId="{88A39F71-90C1-4121-B360-2DDA4F102DCB}" dt="2023-07-26T12:22:37.970" v="1004" actId="47"/>
        <pc:sldMkLst>
          <pc:docMk/>
          <pc:sldMk cId="0" sldId="365"/>
        </pc:sldMkLst>
      </pc:sldChg>
      <pc:sldChg chg="modSp add del mod modClrScheme chgLayout">
        <pc:chgData name="Muriel BORDE" userId="c170603111e0d29b" providerId="LiveId" clId="{88A39F71-90C1-4121-B360-2DDA4F102DCB}" dt="2023-09-27T15:23:11.714" v="20951" actId="700"/>
        <pc:sldMkLst>
          <pc:docMk/>
          <pc:sldMk cId="0" sldId="366"/>
        </pc:sldMkLst>
        <pc:spChg chg="mod ord">
          <ac:chgData name="Muriel BORDE" userId="c170603111e0d29b" providerId="LiveId" clId="{88A39F71-90C1-4121-B360-2DDA4F102DCB}" dt="2023-09-27T15:23:11.714" v="20951" actId="700"/>
          <ac:spMkLst>
            <pc:docMk/>
            <pc:sldMk cId="0" sldId="366"/>
            <ac:spMk id="2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23:11.714" v="20951" actId="700"/>
          <ac:spMkLst>
            <pc:docMk/>
            <pc:sldMk cId="0" sldId="366"/>
            <ac:spMk id="3" creationId="{00000000-0000-0000-0000-000000000000}"/>
          </ac:spMkLst>
        </pc:spChg>
      </pc:sldChg>
      <pc:sldChg chg="addSp delSp modSp del mod">
        <pc:chgData name="Muriel BORDE" userId="c170603111e0d29b" providerId="LiveId" clId="{88A39F71-90C1-4121-B360-2DDA4F102DCB}" dt="2023-09-22T15:18:36.934" v="20075" actId="47"/>
        <pc:sldMkLst>
          <pc:docMk/>
          <pc:sldMk cId="0" sldId="367"/>
        </pc:sldMkLst>
        <pc:spChg chg="add del mod">
          <ac:chgData name="Muriel BORDE" userId="c170603111e0d29b" providerId="LiveId" clId="{88A39F71-90C1-4121-B360-2DDA4F102DCB}" dt="2023-07-28T14:54:43.296" v="18095" actId="478"/>
          <ac:spMkLst>
            <pc:docMk/>
            <pc:sldMk cId="0" sldId="367"/>
            <ac:spMk id="4" creationId="{C708737C-03E5-2E00-F89B-3FE43DFCC513}"/>
          </ac:spMkLst>
        </pc:spChg>
        <pc:spChg chg="del">
          <ac:chgData name="Muriel BORDE" userId="c170603111e0d29b" providerId="LiveId" clId="{88A39F71-90C1-4121-B360-2DDA4F102DCB}" dt="2023-07-28T14:54:41.214" v="18092" actId="478"/>
          <ac:spMkLst>
            <pc:docMk/>
            <pc:sldMk cId="0" sldId="367"/>
            <ac:spMk id="6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8T14:54:56.254" v="18135" actId="1035"/>
          <ac:spMkLst>
            <pc:docMk/>
            <pc:sldMk cId="0" sldId="367"/>
            <ac:spMk id="8" creationId="{6CA94653-176A-D7EF-77DF-603D85E40B70}"/>
          </ac:spMkLst>
        </pc:spChg>
      </pc:sldChg>
      <pc:sldChg chg="del">
        <pc:chgData name="Muriel BORDE" userId="c170603111e0d29b" providerId="LiveId" clId="{88A39F71-90C1-4121-B360-2DDA4F102DCB}" dt="2023-07-26T12:18:05.315" v="970" actId="2696"/>
        <pc:sldMkLst>
          <pc:docMk/>
          <pc:sldMk cId="247847407" sldId="368"/>
        </pc:sldMkLst>
      </pc:sldChg>
      <pc:sldChg chg="addSp delSp modSp add mod modClrScheme chgLayout">
        <pc:chgData name="Muriel BORDE" userId="c170603111e0d29b" providerId="LiveId" clId="{88A39F71-90C1-4121-B360-2DDA4F102DCB}" dt="2023-09-27T15:19:40.614" v="20882" actId="207"/>
        <pc:sldMkLst>
          <pc:docMk/>
          <pc:sldMk cId="2615159242" sldId="368"/>
        </pc:sldMkLst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2615159242" sldId="368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7T15:19:40.614" v="20882" actId="207"/>
          <ac:spMkLst>
            <pc:docMk/>
            <pc:sldMk cId="2615159242" sldId="368"/>
            <ac:spMk id="3" creationId="{AFE35660-0AE8-9A50-AAD5-899F244B3683}"/>
          </ac:spMkLst>
        </pc:spChg>
        <pc:spChg chg="add del mod ord">
          <ac:chgData name="Muriel BORDE" userId="c170603111e0d29b" providerId="LiveId" clId="{88A39F71-90C1-4121-B360-2DDA4F102DCB}" dt="2023-09-27T15:19:36.762" v="20880" actId="478"/>
          <ac:spMkLst>
            <pc:docMk/>
            <pc:sldMk cId="2615159242" sldId="368"/>
            <ac:spMk id="4" creationId="{19925C1C-0E34-DB14-B129-F1BC179283C1}"/>
          </ac:spMkLst>
        </pc:spChg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2615159242" sldId="368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3:15.198" v="17998" actId="478"/>
          <ac:spMkLst>
            <pc:docMk/>
            <pc:sldMk cId="2615159242" sldId="368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9:37.968" v="20881" actId="478"/>
          <ac:spMkLst>
            <pc:docMk/>
            <pc:sldMk cId="2615159242" sldId="368"/>
            <ac:spMk id="6" creationId="{A0FB2D45-1CDD-00C6-4F17-ED09255DE4B7}"/>
          </ac:spMkLst>
        </pc:spChg>
        <pc:spChg chg="del">
          <ac:chgData name="Muriel BORDE" userId="c170603111e0d29b" providerId="LiveId" clId="{88A39F71-90C1-4121-B360-2DDA4F102DCB}" dt="2023-07-27T14:50:04.315" v="12375" actId="478"/>
          <ac:spMkLst>
            <pc:docMk/>
            <pc:sldMk cId="2615159242" sldId="368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3:16.148" v="18000" actId="478"/>
          <ac:spMkLst>
            <pc:docMk/>
            <pc:sldMk cId="2615159242" sldId="368"/>
            <ac:spMk id="7" creationId="{6E2962F0-72A3-E34D-D470-51CD7003B4A1}"/>
          </ac:spMkLst>
        </pc:spChg>
        <pc:spChg chg="add mod">
          <ac:chgData name="Muriel BORDE" userId="c170603111e0d29b" providerId="LiveId" clId="{88A39F71-90C1-4121-B360-2DDA4F102DCB}" dt="2023-07-28T14:53:16.889" v="18001"/>
          <ac:spMkLst>
            <pc:docMk/>
            <pc:sldMk cId="2615159242" sldId="368"/>
            <ac:spMk id="8" creationId="{95B86346-EB2A-623D-817E-62891305C1A6}"/>
          </ac:spMkLst>
        </pc:spChg>
      </pc:sldChg>
      <pc:sldChg chg="modSp new del mod">
        <pc:chgData name="Muriel BORDE" userId="c170603111e0d29b" providerId="LiveId" clId="{88A39F71-90C1-4121-B360-2DDA4F102DCB}" dt="2023-07-26T11:19:37.245" v="28" actId="47"/>
        <pc:sldMkLst>
          <pc:docMk/>
          <pc:sldMk cId="2606280739" sldId="369"/>
        </pc:sldMkLst>
        <pc:spChg chg="mod">
          <ac:chgData name="Muriel BORDE" userId="c170603111e0d29b" providerId="LiveId" clId="{88A39F71-90C1-4121-B360-2DDA4F102DCB}" dt="2023-07-26T11:19:35.507" v="27" actId="27636"/>
          <ac:spMkLst>
            <pc:docMk/>
            <pc:sldMk cId="2606280739" sldId="369"/>
            <ac:spMk id="3" creationId="{9AF0E405-453F-D3A1-1A24-C34A252D00DA}"/>
          </ac:spMkLst>
        </pc:spChg>
      </pc:sldChg>
      <pc:sldChg chg="modSp add del mod ord">
        <pc:chgData name="Muriel BORDE" userId="c170603111e0d29b" providerId="LiveId" clId="{88A39F71-90C1-4121-B360-2DDA4F102DCB}" dt="2023-07-27T12:34:37.848" v="10161" actId="47"/>
        <pc:sldMkLst>
          <pc:docMk/>
          <pc:sldMk cId="2957225695" sldId="370"/>
        </pc:sldMkLst>
        <pc:spChg chg="mod">
          <ac:chgData name="Muriel BORDE" userId="c170603111e0d29b" providerId="LiveId" clId="{88A39F71-90C1-4121-B360-2DDA4F102DCB}" dt="2023-07-26T11:19:35.487" v="26" actId="27636"/>
          <ac:spMkLst>
            <pc:docMk/>
            <pc:sldMk cId="2957225695" sldId="370"/>
            <ac:spMk id="3" creationId="{486E5FE8-FF9B-1EC1-A228-50C08CE9A6C3}"/>
          </ac:spMkLst>
        </pc:spChg>
        <pc:spChg chg="mod">
          <ac:chgData name="Muriel BORDE" userId="c170603111e0d29b" providerId="LiveId" clId="{88A39F71-90C1-4121-B360-2DDA4F102DCB}" dt="2023-07-26T12:29:39.627" v="1100" actId="6549"/>
          <ac:spMkLst>
            <pc:docMk/>
            <pc:sldMk cId="2957225695" sldId="370"/>
            <ac:spMk id="6" creationId="{D260E75B-1E8A-7884-E6FF-22FCF10AF3AE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37:59.297" v="21161" actId="47"/>
        <pc:sldMkLst>
          <pc:docMk/>
          <pc:sldMk cId="598082622" sldId="371"/>
        </pc:sldMkLst>
        <pc:spChg chg="add del mod ord">
          <ac:chgData name="Muriel BORDE" userId="c170603111e0d29b" providerId="LiveId" clId="{88A39F71-90C1-4121-B360-2DDA4F102DCB}" dt="2023-09-27T14:56:01.747" v="20454" actId="700"/>
          <ac:spMkLst>
            <pc:docMk/>
            <pc:sldMk cId="598082622" sldId="371"/>
            <ac:spMk id="2" creationId="{83D8AC80-D5BA-5D13-B9CB-C9132A45FD5C}"/>
          </ac:spMkLst>
        </pc:spChg>
        <pc:spChg chg="add del mod ord">
          <ac:chgData name="Muriel BORDE" userId="c170603111e0d29b" providerId="LiveId" clId="{88A39F71-90C1-4121-B360-2DDA4F102DCB}" dt="2023-09-27T14:56:01.747" v="20454" actId="700"/>
          <ac:spMkLst>
            <pc:docMk/>
            <pc:sldMk cId="598082622" sldId="371"/>
            <ac:spMk id="3" creationId="{BAE336F4-2CC2-3A33-0C07-F613DAC31353}"/>
          </ac:spMkLst>
        </pc:spChg>
        <pc:spChg chg="add del mod ord">
          <ac:chgData name="Muriel BORDE" userId="c170603111e0d29b" providerId="LiveId" clId="{88A39F71-90C1-4121-B360-2DDA4F102DCB}" dt="2023-09-27T14:56:13.413" v="20459" actId="478"/>
          <ac:spMkLst>
            <pc:docMk/>
            <pc:sldMk cId="598082622" sldId="371"/>
            <ac:spMk id="4" creationId="{10998FC3-8080-F246-787B-76761FE82927}"/>
          </ac:spMkLst>
        </pc:spChg>
        <pc:spChg chg="add del mod ord">
          <ac:chgData name="Muriel BORDE" userId="c170603111e0d29b" providerId="LiveId" clId="{88A39F71-90C1-4121-B360-2DDA4F102DCB}" dt="2023-09-27T14:56:11.191" v="20458" actId="478"/>
          <ac:spMkLst>
            <pc:docMk/>
            <pc:sldMk cId="598082622" sldId="371"/>
            <ac:spMk id="5" creationId="{EC92147A-F6B9-46E6-1FBB-9A1620B88670}"/>
          </ac:spMkLst>
        </pc:spChg>
        <pc:spChg chg="mod">
          <ac:chgData name="Muriel BORDE" userId="c170603111e0d29b" providerId="LiveId" clId="{88A39F71-90C1-4121-B360-2DDA4F102DCB}" dt="2023-09-27T14:59:45.240" v="20486" actId="207"/>
          <ac:spMkLst>
            <pc:docMk/>
            <pc:sldMk cId="598082622" sldId="371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37:17.370" v="21151" actId="700"/>
          <ac:spMkLst>
            <pc:docMk/>
            <pc:sldMk cId="598082622" sldId="371"/>
            <ac:spMk id="7" creationId="{9AB8C4A0-A255-BF51-3AD6-D21E18508700}"/>
          </ac:spMkLst>
        </pc:spChg>
        <pc:spChg chg="mod ord">
          <ac:chgData name="Muriel BORDE" userId="c170603111e0d29b" providerId="LiveId" clId="{88A39F71-90C1-4121-B360-2DDA4F102DCB}" dt="2023-09-27T15:37:36.418" v="21153" actId="700"/>
          <ac:spMkLst>
            <pc:docMk/>
            <pc:sldMk cId="598082622" sldId="371"/>
            <ac:spMk id="8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37:36.418" v="21153" actId="700"/>
          <ac:spMkLst>
            <pc:docMk/>
            <pc:sldMk cId="598082622" sldId="371"/>
            <ac:spMk id="9" creationId="{99B7C9E0-B3FF-B61D-18EA-DD6C3ADBA8DD}"/>
          </ac:spMkLst>
        </pc:spChg>
        <pc:spChg chg="mod ord">
          <ac:chgData name="Muriel BORDE" userId="c170603111e0d29b" providerId="LiveId" clId="{88A39F71-90C1-4121-B360-2DDA4F102DCB}" dt="2023-09-27T15:37:36.418" v="21153" actId="700"/>
          <ac:spMkLst>
            <pc:docMk/>
            <pc:sldMk cId="598082622" sldId="371"/>
            <ac:spMk id="11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02:59.160" v="20564" actId="47"/>
        <pc:sldMkLst>
          <pc:docMk/>
          <pc:sldMk cId="617039890" sldId="372"/>
        </pc:sldMkLst>
        <pc:spChg chg="add del mod ord">
          <ac:chgData name="Muriel BORDE" userId="c170603111e0d29b" providerId="LiveId" clId="{88A39F71-90C1-4121-B360-2DDA4F102DCB}" dt="2023-09-27T15:01:03.432" v="20516" actId="478"/>
          <ac:spMkLst>
            <pc:docMk/>
            <pc:sldMk cId="617039890" sldId="372"/>
            <ac:spMk id="2" creationId="{DB30EF79-6DB7-45EC-926B-84BA55968170}"/>
          </ac:spMkLst>
        </pc:spChg>
        <pc:spChg chg="add del mod ord">
          <ac:chgData name="Muriel BORDE" userId="c170603111e0d29b" providerId="LiveId" clId="{88A39F71-90C1-4121-B360-2DDA4F102DCB}" dt="2023-09-27T15:01:02.041" v="20515" actId="478"/>
          <ac:spMkLst>
            <pc:docMk/>
            <pc:sldMk cId="617039890" sldId="372"/>
            <ac:spMk id="3" creationId="{1161179D-F207-F107-3B78-E987EE768830}"/>
          </ac:spMkLst>
        </pc:spChg>
        <pc:spChg chg="add del mod ord">
          <ac:chgData name="Muriel BORDE" userId="c170603111e0d29b" providerId="LiveId" clId="{88A39F71-90C1-4121-B360-2DDA4F102DCB}" dt="2023-09-27T15:01:43.343" v="20538" actId="700"/>
          <ac:spMkLst>
            <pc:docMk/>
            <pc:sldMk cId="617039890" sldId="372"/>
            <ac:spMk id="4" creationId="{C459FD28-5255-A58F-CE66-4468C70161C6}"/>
          </ac:spMkLst>
        </pc:spChg>
        <pc:spChg chg="add del mod ord">
          <ac:chgData name="Muriel BORDE" userId="c170603111e0d29b" providerId="LiveId" clId="{88A39F71-90C1-4121-B360-2DDA4F102DCB}" dt="2023-09-27T15:01:43.343" v="20538" actId="700"/>
          <ac:spMkLst>
            <pc:docMk/>
            <pc:sldMk cId="617039890" sldId="372"/>
            <ac:spMk id="5" creationId="{10DA479D-34BC-A089-8313-6435D19FC26E}"/>
          </ac:spMkLst>
        </pc:spChg>
        <pc:spChg chg="mod">
          <ac:chgData name="Muriel BORDE" userId="c170603111e0d29b" providerId="LiveId" clId="{88A39F71-90C1-4121-B360-2DDA4F102DCB}" dt="2023-09-27T15:00:53.318" v="20512" actId="207"/>
          <ac:spMkLst>
            <pc:docMk/>
            <pc:sldMk cId="617039890" sldId="372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02:45.301" v="20563" actId="478"/>
          <ac:spMkLst>
            <pc:docMk/>
            <pc:sldMk cId="617039890" sldId="372"/>
            <ac:spMk id="7" creationId="{ED98CCFA-F3B0-787C-6A90-2B57759FE687}"/>
          </ac:spMkLst>
        </pc:spChg>
        <pc:spChg chg="mod ord">
          <ac:chgData name="Muriel BORDE" userId="c170603111e0d29b" providerId="LiveId" clId="{88A39F71-90C1-4121-B360-2DDA4F102DCB}" dt="2023-09-27T15:02:35.378" v="20550" actId="700"/>
          <ac:spMkLst>
            <pc:docMk/>
            <pc:sldMk cId="617039890" sldId="372"/>
            <ac:spMk id="8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02:35.378" v="20550" actId="700"/>
          <ac:spMkLst>
            <pc:docMk/>
            <pc:sldMk cId="617039890" sldId="372"/>
            <ac:spMk id="9" creationId="{A47E3C80-C45D-60CC-A722-71134717A09C}"/>
          </ac:spMkLst>
        </pc:spChg>
        <pc:spChg chg="add mod ord">
          <ac:chgData name="Muriel BORDE" userId="c170603111e0d29b" providerId="LiveId" clId="{88A39F71-90C1-4121-B360-2DDA4F102DCB}" dt="2023-09-27T15:02:35.378" v="20550" actId="700"/>
          <ac:spMkLst>
            <pc:docMk/>
            <pc:sldMk cId="617039890" sldId="372"/>
            <ac:spMk id="10" creationId="{71F92E61-5ABF-287A-BD0F-3C8900800899}"/>
          </ac:spMkLst>
        </pc:spChg>
        <pc:spChg chg="mod ord">
          <ac:chgData name="Muriel BORDE" userId="c170603111e0d29b" providerId="LiveId" clId="{88A39F71-90C1-4121-B360-2DDA4F102DCB}" dt="2023-09-27T15:02:41.576" v="20562" actId="20577"/>
          <ac:spMkLst>
            <pc:docMk/>
            <pc:sldMk cId="617039890" sldId="372"/>
            <ac:spMk id="11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7T15:02:45.301" v="20563" actId="478"/>
          <ac:spMkLst>
            <pc:docMk/>
            <pc:sldMk cId="617039890" sldId="372"/>
            <ac:spMk id="13" creationId="{5D716FE2-3418-42AF-EF97-E909246EE061}"/>
          </ac:spMkLst>
        </pc:spChg>
      </pc:sldChg>
      <pc:sldChg chg="modSp add del mod">
        <pc:chgData name="Muriel BORDE" userId="c170603111e0d29b" providerId="LiveId" clId="{88A39F71-90C1-4121-B360-2DDA4F102DCB}" dt="2023-07-27T08:13:28.281" v="4779" actId="47"/>
        <pc:sldMkLst>
          <pc:docMk/>
          <pc:sldMk cId="495526299" sldId="373"/>
        </pc:sldMkLst>
        <pc:spChg chg="mod">
          <ac:chgData name="Muriel BORDE" userId="c170603111e0d29b" providerId="LiveId" clId="{88A39F71-90C1-4121-B360-2DDA4F102DCB}" dt="2023-07-26T16:11:52.032" v="4067" actId="20577"/>
          <ac:spMkLst>
            <pc:docMk/>
            <pc:sldMk cId="495526299" sldId="373"/>
            <ac:spMk id="6" creationId="{00000000-0000-0000-0000-000000000000}"/>
          </ac:spMkLst>
        </pc:spChg>
      </pc:sldChg>
      <pc:sldChg chg="addSp delSp modSp new mod modClrScheme chgLayout modNotesTx">
        <pc:chgData name="Muriel BORDE" userId="c170603111e0d29b" providerId="LiveId" clId="{88A39F71-90C1-4121-B360-2DDA4F102DCB}" dt="2023-09-27T15:05:26.184" v="20605" actId="208"/>
        <pc:sldMkLst>
          <pc:docMk/>
          <pc:sldMk cId="3085378898" sldId="374"/>
        </pc:sldMkLst>
        <pc:spChg chg="mod ord">
          <ac:chgData name="Muriel BORDE" userId="c170603111e0d29b" providerId="LiveId" clId="{88A39F71-90C1-4121-B360-2DDA4F102DCB}" dt="2023-09-27T15:05:17.256" v="20603" actId="700"/>
          <ac:spMkLst>
            <pc:docMk/>
            <pc:sldMk cId="3085378898" sldId="374"/>
            <ac:spMk id="2" creationId="{45733B63-40C7-37F0-99C1-D73DC56F0079}"/>
          </ac:spMkLst>
        </pc:spChg>
        <pc:spChg chg="mod ord">
          <ac:chgData name="Muriel BORDE" userId="c170603111e0d29b" providerId="LiveId" clId="{88A39F71-90C1-4121-B360-2DDA4F102DCB}" dt="2023-09-27T15:05:17.256" v="20603" actId="700"/>
          <ac:spMkLst>
            <pc:docMk/>
            <pc:sldMk cId="3085378898" sldId="374"/>
            <ac:spMk id="3" creationId="{681882BB-842F-257B-E489-BDAAAAB65DD2}"/>
          </ac:spMkLst>
        </pc:spChg>
        <pc:spChg chg="mod ord">
          <ac:chgData name="Muriel BORDE" userId="c170603111e0d29b" providerId="LiveId" clId="{88A39F71-90C1-4121-B360-2DDA4F102DCB}" dt="2023-09-27T15:05:17.256" v="20603" actId="700"/>
          <ac:spMkLst>
            <pc:docMk/>
            <pc:sldMk cId="3085378898" sldId="374"/>
            <ac:spMk id="4" creationId="{07152251-D8E3-A98D-621B-352634B18DBD}"/>
          </ac:spMkLst>
        </pc:spChg>
        <pc:spChg chg="del">
          <ac:chgData name="Muriel BORDE" userId="c170603111e0d29b" providerId="LiveId" clId="{88A39F71-90C1-4121-B360-2DDA4F102DCB}" dt="2023-07-26T11:42:09.602" v="463" actId="478"/>
          <ac:spMkLst>
            <pc:docMk/>
            <pc:sldMk cId="3085378898" sldId="374"/>
            <ac:spMk id="5" creationId="{46B30ACF-90DF-97FD-5C72-179A998364EE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5" creationId="{93265C98-3C3E-9B05-7A3D-3F03A2299EDE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6" creationId="{03EB80C1-D43D-F7C9-1910-069E8B698EBF}"/>
          </ac:spMkLst>
        </pc:spChg>
        <pc:spChg chg="add del mod">
          <ac:chgData name="Muriel BORDE" userId="c170603111e0d29b" providerId="LiveId" clId="{88A39F71-90C1-4121-B360-2DDA4F102DCB}" dt="2023-07-26T14:31:38.202" v="2586" actId="478"/>
          <ac:spMkLst>
            <pc:docMk/>
            <pc:sldMk cId="3085378898" sldId="374"/>
            <ac:spMk id="6" creationId="{B71A38C7-0385-5483-E070-CBF3DC57AD0F}"/>
          </ac:spMkLst>
        </pc:spChg>
        <pc:spChg chg="add del mod">
          <ac:chgData name="Muriel BORDE" userId="c170603111e0d29b" providerId="LiveId" clId="{88A39F71-90C1-4121-B360-2DDA4F102DCB}" dt="2023-07-26T11:57:27.021" v="656" actId="478"/>
          <ac:spMkLst>
            <pc:docMk/>
            <pc:sldMk cId="3085378898" sldId="374"/>
            <ac:spMk id="7" creationId="{2952BC3E-26E4-8AF4-A4F0-C5B0F36F5C78}"/>
          </ac:spMkLst>
        </pc:spChg>
        <pc:spChg chg="add mod">
          <ac:chgData name="Muriel BORDE" userId="c170603111e0d29b" providerId="LiveId" clId="{88A39F71-90C1-4121-B360-2DDA4F102DCB}" dt="2023-07-27T08:11:00.991" v="4744" actId="1076"/>
          <ac:spMkLst>
            <pc:docMk/>
            <pc:sldMk cId="3085378898" sldId="374"/>
            <ac:spMk id="7" creationId="{57EF2DF1-664F-ADC6-14AD-3ECDA5AD401C}"/>
          </ac:spMkLst>
        </pc:spChg>
        <pc:spChg chg="add del mod">
          <ac:chgData name="Muriel BORDE" userId="c170603111e0d29b" providerId="LiveId" clId="{88A39F71-90C1-4121-B360-2DDA4F102DCB}" dt="2023-07-27T09:49:20.368" v="6828" actId="478"/>
          <ac:spMkLst>
            <pc:docMk/>
            <pc:sldMk cId="3085378898" sldId="374"/>
            <ac:spMk id="10" creationId="{11128805-C029-3744-57B4-4EDB3E859F43}"/>
          </ac:spMkLst>
        </pc:spChg>
        <pc:spChg chg="add del mod">
          <ac:chgData name="Muriel BORDE" userId="c170603111e0d29b" providerId="LiveId" clId="{88A39F71-90C1-4121-B360-2DDA4F102DCB}" dt="2023-07-26T11:46:52.671" v="537" actId="478"/>
          <ac:spMkLst>
            <pc:docMk/>
            <pc:sldMk cId="3085378898" sldId="374"/>
            <ac:spMk id="10" creationId="{3CD3FF55-8838-D8EA-6C2A-1DF14FFC92C0}"/>
          </ac:spMkLst>
        </pc:spChg>
        <pc:spChg chg="add del mod ord">
          <ac:chgData name="Muriel BORDE" userId="c170603111e0d29b" providerId="LiveId" clId="{88A39F71-90C1-4121-B360-2DDA4F102DCB}" dt="2023-09-27T15:05:14.215" v="20602" actId="700"/>
          <ac:spMkLst>
            <pc:docMk/>
            <pc:sldMk cId="3085378898" sldId="374"/>
            <ac:spMk id="10" creationId="{9AD073A3-CA07-80E1-0ACC-FAD1F7623039}"/>
          </ac:spMkLst>
        </pc:spChg>
        <pc:spChg chg="add mod">
          <ac:chgData name="Muriel BORDE" userId="c170603111e0d29b" providerId="LiveId" clId="{88A39F71-90C1-4121-B360-2DDA4F102DCB}" dt="2023-09-22T15:09:00.522" v="20030" actId="20577"/>
          <ac:spMkLst>
            <pc:docMk/>
            <pc:sldMk cId="3085378898" sldId="374"/>
            <ac:spMk id="11" creationId="{84DAABF1-FBF4-0AF7-B01F-8BB0973FD880}"/>
          </ac:spMkLst>
        </pc:spChg>
        <pc:spChg chg="add del mod">
          <ac:chgData name="Muriel BORDE" userId="c170603111e0d29b" providerId="LiveId" clId="{88A39F71-90C1-4121-B360-2DDA4F102DCB}" dt="2023-07-26T11:50:19.506" v="599" actId="478"/>
          <ac:spMkLst>
            <pc:docMk/>
            <pc:sldMk cId="3085378898" sldId="374"/>
            <ac:spMk id="11" creationId="{F0A1E07C-08CF-5078-C2FE-6EB120456DDA}"/>
          </ac:spMkLst>
        </pc:spChg>
        <pc:spChg chg="add del mod ord">
          <ac:chgData name="Muriel BORDE" userId="c170603111e0d29b" providerId="LiveId" clId="{88A39F71-90C1-4121-B360-2DDA4F102DCB}" dt="2023-09-27T15:05:19.416" v="20604" actId="478"/>
          <ac:spMkLst>
            <pc:docMk/>
            <pc:sldMk cId="3085378898" sldId="374"/>
            <ac:spMk id="12" creationId="{07E12C2B-1160-F70C-CE67-74FB80585BBF}"/>
          </ac:spMkLst>
        </pc:spChg>
        <pc:spChg chg="add del mod">
          <ac:chgData name="Muriel BORDE" userId="c170603111e0d29b" providerId="LiveId" clId="{88A39F71-90C1-4121-B360-2DDA4F102DCB}" dt="2023-07-26T11:50:21.830" v="600" actId="478"/>
          <ac:spMkLst>
            <pc:docMk/>
            <pc:sldMk cId="3085378898" sldId="374"/>
            <ac:spMk id="12" creationId="{38AED9CF-9637-D0ED-7920-4A871697F8E2}"/>
          </ac:spMkLst>
        </pc:spChg>
        <pc:spChg chg="add del mod ord">
          <ac:chgData name="Muriel BORDE" userId="c170603111e0d29b" providerId="LiveId" clId="{88A39F71-90C1-4121-B360-2DDA4F102DCB}" dt="2023-07-26T14:54:46.455" v="2937" actId="478"/>
          <ac:spMkLst>
            <pc:docMk/>
            <pc:sldMk cId="3085378898" sldId="374"/>
            <ac:spMk id="13" creationId="{B6730CCF-EDEB-6F13-E1AE-D739B914B1C2}"/>
          </ac:spMkLst>
        </pc:spChg>
        <pc:spChg chg="add del mod ord">
          <ac:chgData name="Muriel BORDE" userId="c170603111e0d29b" providerId="LiveId" clId="{88A39F71-90C1-4121-B360-2DDA4F102DCB}" dt="2023-07-26T14:55:26.200" v="2973" actId="478"/>
          <ac:spMkLst>
            <pc:docMk/>
            <pc:sldMk cId="3085378898" sldId="374"/>
            <ac:spMk id="14" creationId="{714A0FD0-A581-ACCD-8312-368C72BF974D}"/>
          </ac:spMkLst>
        </pc:spChg>
        <pc:spChg chg="add del mod">
          <ac:chgData name="Muriel BORDE" userId="c170603111e0d29b" providerId="LiveId" clId="{88A39F71-90C1-4121-B360-2DDA4F102DCB}" dt="2023-07-26T14:10:41.032" v="1910" actId="478"/>
          <ac:spMkLst>
            <pc:docMk/>
            <pc:sldMk cId="3085378898" sldId="374"/>
            <ac:spMk id="15" creationId="{473E6AAE-196B-91CA-78D8-3BD3845159D7}"/>
          </ac:spMkLst>
        </pc:spChg>
        <pc:spChg chg="add del mod">
          <ac:chgData name="Muriel BORDE" userId="c170603111e0d29b" providerId="LiveId" clId="{88A39F71-90C1-4121-B360-2DDA4F102DCB}" dt="2023-07-26T14:10:37.167" v="1906" actId="478"/>
          <ac:spMkLst>
            <pc:docMk/>
            <pc:sldMk cId="3085378898" sldId="374"/>
            <ac:spMk id="19" creationId="{13473060-E86A-3610-D4D5-BB35E82351AB}"/>
          </ac:spMkLst>
        </pc:spChg>
        <pc:spChg chg="add del mod">
          <ac:chgData name="Muriel BORDE" userId="c170603111e0d29b" providerId="LiveId" clId="{88A39F71-90C1-4121-B360-2DDA4F102DCB}" dt="2023-07-26T14:31:38.946" v="2587" actId="478"/>
          <ac:spMkLst>
            <pc:docMk/>
            <pc:sldMk cId="3085378898" sldId="374"/>
            <ac:spMk id="20" creationId="{30C0E3C2-3C95-204F-9642-A1AC8D59E6CA}"/>
          </ac:spMkLst>
        </pc:spChg>
        <pc:spChg chg="add del mod">
          <ac:chgData name="Muriel BORDE" userId="c170603111e0d29b" providerId="LiveId" clId="{88A39F71-90C1-4121-B360-2DDA4F102DCB}" dt="2023-07-26T14:31:39.583" v="2588" actId="478"/>
          <ac:spMkLst>
            <pc:docMk/>
            <pc:sldMk cId="3085378898" sldId="374"/>
            <ac:spMk id="21" creationId="{2071E64C-5876-EA80-3B3C-0A5D8ED45736}"/>
          </ac:spMkLst>
        </pc:spChg>
        <pc:spChg chg="add del mod">
          <ac:chgData name="Muriel BORDE" userId="c170603111e0d29b" providerId="LiveId" clId="{88A39F71-90C1-4121-B360-2DDA4F102DCB}" dt="2023-07-26T14:55:25.208" v="2972" actId="478"/>
          <ac:spMkLst>
            <pc:docMk/>
            <pc:sldMk cId="3085378898" sldId="374"/>
            <ac:spMk id="22" creationId="{F6CC8514-363B-42AD-5D4A-011707227AC0}"/>
          </ac:spMkLst>
        </pc:spChg>
        <pc:spChg chg="add mod">
          <ac:chgData name="Muriel BORDE" userId="c170603111e0d29b" providerId="LiveId" clId="{88A39F71-90C1-4121-B360-2DDA4F102DCB}" dt="2023-07-26T16:17:41.967" v="4387" actId="554"/>
          <ac:spMkLst>
            <pc:docMk/>
            <pc:sldMk cId="3085378898" sldId="374"/>
            <ac:spMk id="33" creationId="{AB06B795-4FD7-D879-1B64-EE640CB6F8CA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34" creationId="{D4049EA4-9CF9-FE77-0FC9-9E9A66973C58}"/>
          </ac:spMkLst>
        </pc:spChg>
        <pc:spChg chg="add del mod">
          <ac:chgData name="Muriel BORDE" userId="c170603111e0d29b" providerId="LiveId" clId="{88A39F71-90C1-4121-B360-2DDA4F102DCB}" dt="2023-07-27T08:47:09.011" v="5512" actId="478"/>
          <ac:spMkLst>
            <pc:docMk/>
            <pc:sldMk cId="3085378898" sldId="374"/>
            <ac:spMk id="35" creationId="{4C865AA4-C5D8-3E24-D8AD-7A8F91ECCE8E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36" creationId="{ADD89F4D-F0A1-F3AA-2BB7-522496EA23C5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37" creationId="{F73B4EDA-F246-4846-0770-621BC725D978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38" creationId="{1CE6BDE6-2CA4-9B3E-A004-A3E276BC2F6B}"/>
          </ac:spMkLst>
        </pc:spChg>
        <pc:spChg chg="add mod ord">
          <ac:chgData name="Muriel BORDE" userId="c170603111e0d29b" providerId="LiveId" clId="{88A39F71-90C1-4121-B360-2DDA4F102DCB}" dt="2023-07-27T08:11:56.587" v="4770" actId="554"/>
          <ac:spMkLst>
            <pc:docMk/>
            <pc:sldMk cId="3085378898" sldId="374"/>
            <ac:spMk id="39" creationId="{F785EDA4-DE87-71E3-1BC2-38ABC88E23B7}"/>
          </ac:spMkLst>
        </pc:spChg>
        <pc:spChg chg="add mod ord">
          <ac:chgData name="Muriel BORDE" userId="c170603111e0d29b" providerId="LiveId" clId="{88A39F71-90C1-4121-B360-2DDA4F102DCB}" dt="2023-07-27T08:11:56.587" v="4770" actId="554"/>
          <ac:spMkLst>
            <pc:docMk/>
            <pc:sldMk cId="3085378898" sldId="374"/>
            <ac:spMk id="40" creationId="{0CFA6266-101B-BCD7-0BA3-0D9BAFA8D0F1}"/>
          </ac:spMkLst>
        </pc:spChg>
        <pc:spChg chg="add mod">
          <ac:chgData name="Muriel BORDE" userId="c170603111e0d29b" providerId="LiveId" clId="{88A39F71-90C1-4121-B360-2DDA4F102DCB}" dt="2023-07-27T08:11:56.587" v="4770" actId="554"/>
          <ac:spMkLst>
            <pc:docMk/>
            <pc:sldMk cId="3085378898" sldId="374"/>
            <ac:spMk id="41" creationId="{8091F268-0586-9C2A-F1B1-423AD21AE55D}"/>
          </ac:spMkLst>
        </pc:spChg>
        <pc:spChg chg="add mod">
          <ac:chgData name="Muriel BORDE" userId="c170603111e0d29b" providerId="LiveId" clId="{88A39F71-90C1-4121-B360-2DDA4F102DCB}" dt="2023-07-27T08:11:56.587" v="4770" actId="554"/>
          <ac:spMkLst>
            <pc:docMk/>
            <pc:sldMk cId="3085378898" sldId="374"/>
            <ac:spMk id="42" creationId="{5F2D907C-2748-B64E-785B-5F8798785714}"/>
          </ac:spMkLst>
        </pc:spChg>
        <pc:spChg chg="add mod">
          <ac:chgData name="Muriel BORDE" userId="c170603111e0d29b" providerId="LiveId" clId="{88A39F71-90C1-4121-B360-2DDA4F102DCB}" dt="2023-07-27T08:11:56.587" v="4770" actId="554"/>
          <ac:spMkLst>
            <pc:docMk/>
            <pc:sldMk cId="3085378898" sldId="374"/>
            <ac:spMk id="43" creationId="{68F65A32-9624-CA58-8A44-2CEFA6EF5620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44" creationId="{3A25084E-0A09-1C14-E2FC-D381080FAB03}"/>
          </ac:spMkLst>
        </pc:spChg>
        <pc:spChg chg="add mod">
          <ac:chgData name="Muriel BORDE" userId="c170603111e0d29b" providerId="LiveId" clId="{88A39F71-90C1-4121-B360-2DDA4F102DCB}" dt="2023-07-27T08:11:42.376" v="4769" actId="1035"/>
          <ac:spMkLst>
            <pc:docMk/>
            <pc:sldMk cId="3085378898" sldId="374"/>
            <ac:spMk id="45" creationId="{946337EB-12B0-0183-3DBC-2805E42185DA}"/>
          </ac:spMkLst>
        </pc:spChg>
        <pc:spChg chg="add mod">
          <ac:chgData name="Muriel BORDE" userId="c170603111e0d29b" providerId="LiveId" clId="{88A39F71-90C1-4121-B360-2DDA4F102DCB}" dt="2023-07-27T11:40:17.704" v="8384" actId="6549"/>
          <ac:spMkLst>
            <pc:docMk/>
            <pc:sldMk cId="3085378898" sldId="374"/>
            <ac:spMk id="48" creationId="{40A07838-6505-B4FD-E3C2-8B3E0C0E6EEB}"/>
          </ac:spMkLst>
        </pc:spChg>
        <pc:spChg chg="add mod">
          <ac:chgData name="Muriel BORDE" userId="c170603111e0d29b" providerId="LiveId" clId="{88A39F71-90C1-4121-B360-2DDA4F102DCB}" dt="2023-07-27T10:08:52.554" v="7224" actId="20577"/>
          <ac:spMkLst>
            <pc:docMk/>
            <pc:sldMk cId="3085378898" sldId="374"/>
            <ac:spMk id="49" creationId="{EC7A4264-13FB-8DD0-96E3-6475EC736F28}"/>
          </ac:spMkLst>
        </pc:spChg>
        <pc:spChg chg="add del mod">
          <ac:chgData name="Muriel BORDE" userId="c170603111e0d29b" providerId="LiveId" clId="{88A39F71-90C1-4121-B360-2DDA4F102DCB}" dt="2023-07-26T15:09:57.065" v="3400" actId="478"/>
          <ac:spMkLst>
            <pc:docMk/>
            <pc:sldMk cId="3085378898" sldId="374"/>
            <ac:spMk id="50" creationId="{A04F11E4-20E3-DDEF-B752-A532B82D8C34}"/>
          </ac:spMkLst>
        </pc:spChg>
        <pc:spChg chg="add mod">
          <ac:chgData name="Muriel BORDE" userId="c170603111e0d29b" providerId="LiveId" clId="{88A39F71-90C1-4121-B360-2DDA4F102DCB}" dt="2023-07-26T16:17:41.967" v="4387" actId="554"/>
          <ac:spMkLst>
            <pc:docMk/>
            <pc:sldMk cId="3085378898" sldId="374"/>
            <ac:spMk id="51" creationId="{7B4A8CC8-90DF-C0F1-6FCD-66A6C0DFB01F}"/>
          </ac:spMkLst>
        </pc:spChg>
        <pc:spChg chg="add mod">
          <ac:chgData name="Muriel BORDE" userId="c170603111e0d29b" providerId="LiveId" clId="{88A39F71-90C1-4121-B360-2DDA4F102DCB}" dt="2023-07-27T10:09:20.419" v="7252" actId="20577"/>
          <ac:spMkLst>
            <pc:docMk/>
            <pc:sldMk cId="3085378898" sldId="374"/>
            <ac:spMk id="52" creationId="{8E9E3AE1-EAE7-1A3A-8C0F-85BCC109B6E2}"/>
          </ac:spMkLst>
        </pc:spChg>
        <pc:spChg chg="add del mod">
          <ac:chgData name="Muriel BORDE" userId="c170603111e0d29b" providerId="LiveId" clId="{88A39F71-90C1-4121-B360-2DDA4F102DCB}" dt="2023-07-26T15:58:53.432" v="3787" actId="478"/>
          <ac:spMkLst>
            <pc:docMk/>
            <pc:sldMk cId="3085378898" sldId="374"/>
            <ac:spMk id="53" creationId="{00C4A324-4DEE-7ADE-459E-F18BB430A531}"/>
          </ac:spMkLst>
        </pc:spChg>
        <pc:spChg chg="add del mod ord">
          <ac:chgData name="Muriel BORDE" userId="c170603111e0d29b" providerId="LiveId" clId="{88A39F71-90C1-4121-B360-2DDA4F102DCB}" dt="2023-07-26T15:59:32.280" v="3792" actId="478"/>
          <ac:spMkLst>
            <pc:docMk/>
            <pc:sldMk cId="3085378898" sldId="374"/>
            <ac:spMk id="54" creationId="{ABAC3B25-0212-D717-DB2C-E7A8EAD518C6}"/>
          </ac:spMkLst>
        </pc:spChg>
        <pc:spChg chg="add del">
          <ac:chgData name="Muriel BORDE" userId="c170603111e0d29b" providerId="LiveId" clId="{88A39F71-90C1-4121-B360-2DDA4F102DCB}" dt="2023-07-26T16:00:15.612" v="3799" actId="478"/>
          <ac:spMkLst>
            <pc:docMk/>
            <pc:sldMk cId="3085378898" sldId="374"/>
            <ac:spMk id="55" creationId="{1C29BA12-DA09-B56F-9CDA-AE186189FC22}"/>
          </ac:spMkLst>
        </pc:spChg>
        <pc:spChg chg="add del mod">
          <ac:chgData name="Muriel BORDE" userId="c170603111e0d29b" providerId="LiveId" clId="{88A39F71-90C1-4121-B360-2DDA4F102DCB}" dt="2023-07-27T08:06:13.574" v="4635" actId="478"/>
          <ac:spMkLst>
            <pc:docMk/>
            <pc:sldMk cId="3085378898" sldId="374"/>
            <ac:spMk id="56" creationId="{BA2AA6E1-BB5D-764E-F597-05A7DCC67724}"/>
          </ac:spMkLst>
        </pc:spChg>
        <pc:spChg chg="add del mod">
          <ac:chgData name="Muriel BORDE" userId="c170603111e0d29b" providerId="LiveId" clId="{88A39F71-90C1-4121-B360-2DDA4F102DCB}" dt="2023-07-27T10:19:01.627" v="7384"/>
          <ac:spMkLst>
            <pc:docMk/>
            <pc:sldMk cId="3085378898" sldId="374"/>
            <ac:spMk id="59" creationId="{8E5DD602-A122-95B6-BD3B-242CABEE3071}"/>
          </ac:spMkLst>
        </pc:spChg>
        <pc:picChg chg="add del mod">
          <ac:chgData name="Muriel BORDE" userId="c170603111e0d29b" providerId="LiveId" clId="{88A39F71-90C1-4121-B360-2DDA4F102DCB}" dt="2023-07-26T14:45:29.833" v="2648" actId="478"/>
          <ac:picMkLst>
            <pc:docMk/>
            <pc:sldMk cId="3085378898" sldId="374"/>
            <ac:picMk id="24" creationId="{C717A3FF-CC41-02F5-C698-06D0B3E1A50C}"/>
          </ac:picMkLst>
        </pc:picChg>
        <pc:picChg chg="add del mod">
          <ac:chgData name="Muriel BORDE" userId="c170603111e0d29b" providerId="LiveId" clId="{88A39F71-90C1-4121-B360-2DDA4F102DCB}" dt="2023-07-26T14:45:29.376" v="2647" actId="478"/>
          <ac:picMkLst>
            <pc:docMk/>
            <pc:sldMk cId="3085378898" sldId="374"/>
            <ac:picMk id="26" creationId="{5B986106-3E53-1AA1-B527-EB04637E059E}"/>
          </ac:picMkLst>
        </pc:picChg>
        <pc:picChg chg="add del mod">
          <ac:chgData name="Muriel BORDE" userId="c170603111e0d29b" providerId="LiveId" clId="{88A39F71-90C1-4121-B360-2DDA4F102DCB}" dt="2023-07-26T14:45:30.748" v="2649" actId="478"/>
          <ac:picMkLst>
            <pc:docMk/>
            <pc:sldMk cId="3085378898" sldId="374"/>
            <ac:picMk id="28" creationId="{E6AC6329-A11A-240D-9C5A-952F6A2FE29C}"/>
          </ac:picMkLst>
        </pc:picChg>
        <pc:picChg chg="add del mod">
          <ac:chgData name="Muriel BORDE" userId="c170603111e0d29b" providerId="LiveId" clId="{88A39F71-90C1-4121-B360-2DDA4F102DCB}" dt="2023-07-26T14:45:31.520" v="2650" actId="478"/>
          <ac:picMkLst>
            <pc:docMk/>
            <pc:sldMk cId="3085378898" sldId="374"/>
            <ac:picMk id="30" creationId="{6D8E5A7A-C0F9-2904-7AFA-60A4ECF81F1B}"/>
          </ac:picMkLst>
        </pc:picChg>
        <pc:picChg chg="add del mod">
          <ac:chgData name="Muriel BORDE" userId="c170603111e0d29b" providerId="LiveId" clId="{88A39F71-90C1-4121-B360-2DDA4F102DCB}" dt="2023-07-26T14:58:23.151" v="2976" actId="478"/>
          <ac:picMkLst>
            <pc:docMk/>
            <pc:sldMk cId="3085378898" sldId="374"/>
            <ac:picMk id="32" creationId="{1B9E6B49-E0F5-6B1A-70E9-B762AC43BF04}"/>
          </ac:picMkLst>
        </pc:picChg>
        <pc:picChg chg="add del mod ord">
          <ac:chgData name="Muriel BORDE" userId="c170603111e0d29b" providerId="LiveId" clId="{88A39F71-90C1-4121-B360-2DDA4F102DCB}" dt="2023-07-26T16:08:58.108" v="3865" actId="478"/>
          <ac:picMkLst>
            <pc:docMk/>
            <pc:sldMk cId="3085378898" sldId="374"/>
            <ac:picMk id="47" creationId="{A960737D-B5AD-5E1C-BA84-D8A9F1BAB489}"/>
          </ac:picMkLst>
        </pc:picChg>
        <pc:picChg chg="add del mod ord">
          <ac:chgData name="Muriel BORDE" userId="c170603111e0d29b" providerId="LiveId" clId="{88A39F71-90C1-4121-B360-2DDA4F102DCB}" dt="2023-09-27T15:05:09.474" v="20601" actId="478"/>
          <ac:picMkLst>
            <pc:docMk/>
            <pc:sldMk cId="3085378898" sldId="374"/>
            <ac:picMk id="58" creationId="{FCD0FD40-5B6E-DDC6-8092-DD2EB8380D95}"/>
          </ac:picMkLst>
        </pc:picChg>
        <pc:picChg chg="add del mod">
          <ac:chgData name="Muriel BORDE" userId="c170603111e0d29b" providerId="LiveId" clId="{88A39F71-90C1-4121-B360-2DDA4F102DCB}" dt="2023-07-26T14:46:22.529" v="2663" actId="478"/>
          <ac:picMkLst>
            <pc:docMk/>
            <pc:sldMk cId="3085378898" sldId="374"/>
            <ac:picMk id="1026" creationId="{CC829DB0-CD5D-26BB-FA6C-3D96F87BB54A}"/>
          </ac:picMkLst>
        </pc:picChg>
        <pc:cxnChg chg="add mod">
          <ac:chgData name="Muriel BORDE" userId="c170603111e0d29b" providerId="LiveId" clId="{88A39F71-90C1-4121-B360-2DDA4F102DCB}" dt="2023-09-27T15:05:26.184" v="20605" actId="208"/>
          <ac:cxnSpMkLst>
            <pc:docMk/>
            <pc:sldMk cId="3085378898" sldId="374"/>
            <ac:cxnSpMk id="8" creationId="{002CD801-97FF-11D8-70F0-8310310CE0B0}"/>
          </ac:cxnSpMkLst>
        </pc:cxnChg>
        <pc:cxnChg chg="add del">
          <ac:chgData name="Muriel BORDE" userId="c170603111e0d29b" providerId="LiveId" clId="{88A39F71-90C1-4121-B360-2DDA4F102DCB}" dt="2023-07-26T11:46:12.111" v="518" actId="478"/>
          <ac:cxnSpMkLst>
            <pc:docMk/>
            <pc:sldMk cId="3085378898" sldId="374"/>
            <ac:cxnSpMk id="9" creationId="{081B6AA5-BDBA-547B-F126-67885801F85B}"/>
          </ac:cxnSpMkLst>
        </pc:cxnChg>
        <pc:cxnChg chg="add mod">
          <ac:chgData name="Muriel BORDE" userId="c170603111e0d29b" providerId="LiveId" clId="{88A39F71-90C1-4121-B360-2DDA4F102DCB}" dt="2023-09-27T15:05:26.184" v="20605" actId="208"/>
          <ac:cxnSpMkLst>
            <pc:docMk/>
            <pc:sldMk cId="3085378898" sldId="374"/>
            <ac:cxnSpMk id="9" creationId="{ACE53313-662A-ABCB-9A81-EA72886950DA}"/>
          </ac:cxnSpMkLst>
        </pc:cxnChg>
        <pc:cxnChg chg="add del mod">
          <ac:chgData name="Muriel BORDE" userId="c170603111e0d29b" providerId="LiveId" clId="{88A39F71-90C1-4121-B360-2DDA4F102DCB}" dt="2023-07-26T14:10:40.157" v="1909" actId="478"/>
          <ac:cxnSpMkLst>
            <pc:docMk/>
            <pc:sldMk cId="3085378898" sldId="374"/>
            <ac:cxnSpMk id="17" creationId="{2923EAB8-FD82-84D6-1600-FB36314BB7C8}"/>
          </ac:cxnSpMkLst>
        </pc:cxnChg>
      </pc:sldChg>
      <pc:sldChg chg="add del">
        <pc:chgData name="Muriel BORDE" userId="c170603111e0d29b" providerId="LiveId" clId="{88A39F71-90C1-4121-B360-2DDA4F102DCB}" dt="2023-07-26T12:07:05.377" v="820" actId="47"/>
        <pc:sldMkLst>
          <pc:docMk/>
          <pc:sldMk cId="1908989963" sldId="375"/>
        </pc:sldMkLst>
      </pc:sldChg>
      <pc:sldChg chg="modSp add del mod">
        <pc:chgData name="Muriel BORDE" userId="c170603111e0d29b" providerId="LiveId" clId="{88A39F71-90C1-4121-B360-2DDA4F102DCB}" dt="2023-07-27T11:10:37.335" v="7938" actId="47"/>
        <pc:sldMkLst>
          <pc:docMk/>
          <pc:sldMk cId="3844406509" sldId="375"/>
        </pc:sldMkLst>
        <pc:spChg chg="mod">
          <ac:chgData name="Muriel BORDE" userId="c170603111e0d29b" providerId="LiveId" clId="{88A39F71-90C1-4121-B360-2DDA4F102DCB}" dt="2023-07-26T12:08:02.083" v="842" actId="20577"/>
          <ac:spMkLst>
            <pc:docMk/>
            <pc:sldMk cId="3844406509" sldId="375"/>
            <ac:spMk id="6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40:06.519" v="21199" actId="47"/>
        <pc:sldMkLst>
          <pc:docMk/>
          <pc:sldMk cId="3732438074" sldId="376"/>
        </pc:sldMkLst>
        <pc:spChg chg="add del mod ord">
          <ac:chgData name="Muriel BORDE" userId="c170603111e0d29b" providerId="LiveId" clId="{88A39F71-90C1-4121-B360-2DDA4F102DCB}" dt="2023-09-27T15:10:23.459" v="20670" actId="478"/>
          <ac:spMkLst>
            <pc:docMk/>
            <pc:sldMk cId="3732438074" sldId="376"/>
            <ac:spMk id="2" creationId="{C7A5E947-D037-8363-8203-1674014B7C81}"/>
          </ac:spMkLst>
        </pc:spChg>
        <pc:spChg chg="add del mod ord">
          <ac:chgData name="Muriel BORDE" userId="c170603111e0d29b" providerId="LiveId" clId="{88A39F71-90C1-4121-B360-2DDA4F102DCB}" dt="2023-09-27T15:10:18.073" v="20668" actId="478"/>
          <ac:spMkLst>
            <pc:docMk/>
            <pc:sldMk cId="3732438074" sldId="376"/>
            <ac:spMk id="3" creationId="{D34B442C-DD2F-D8ED-4DA4-F572577A4DBD}"/>
          </ac:spMkLst>
        </pc:spChg>
        <pc:spChg chg="mod ord">
          <ac:chgData name="Muriel BORDE" userId="c170603111e0d29b" providerId="LiveId" clId="{88A39F71-90C1-4121-B360-2DDA4F102DCB}" dt="2023-09-27T15:10:16.395" v="20667" actId="27636"/>
          <ac:spMkLst>
            <pc:docMk/>
            <pc:sldMk cId="3732438074" sldId="376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0:21.971" v="20669" actId="207"/>
          <ac:spMkLst>
            <pc:docMk/>
            <pc:sldMk cId="3732438074" sldId="376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0:16.364" v="20666" actId="700"/>
          <ac:spMkLst>
            <pc:docMk/>
            <pc:sldMk cId="3732438074" sldId="376"/>
            <ac:spMk id="8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7T12:22:47.490" v="9817" actId="47"/>
        <pc:sldMkLst>
          <pc:docMk/>
          <pc:sldMk cId="3482654638" sldId="377"/>
        </pc:sldMkLst>
        <pc:spChg chg="mod">
          <ac:chgData name="Muriel BORDE" userId="c170603111e0d29b" providerId="LiveId" clId="{88A39F71-90C1-4121-B360-2DDA4F102DCB}" dt="2023-07-26T12:08:49.231" v="859" actId="122"/>
          <ac:spMkLst>
            <pc:docMk/>
            <pc:sldMk cId="3482654638" sldId="377"/>
            <ac:spMk id="6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41:14.799" v="21217" actId="47"/>
        <pc:sldMkLst>
          <pc:docMk/>
          <pc:sldMk cId="1545908700" sldId="378"/>
        </pc:sldMkLst>
        <pc:spChg chg="add del mod ord">
          <ac:chgData name="Muriel BORDE" userId="c170603111e0d29b" providerId="LiveId" clId="{88A39F71-90C1-4121-B360-2DDA4F102DCB}" dt="2023-09-27T15:15:01.360" v="20775" actId="478"/>
          <ac:spMkLst>
            <pc:docMk/>
            <pc:sldMk cId="1545908700" sldId="378"/>
            <ac:spMk id="2" creationId="{7BB0CD56-4067-1573-E899-3F53FC13AFB6}"/>
          </ac:spMkLst>
        </pc:spChg>
        <pc:spChg chg="add mod">
          <ac:chgData name="Muriel BORDE" userId="c170603111e0d29b" providerId="LiveId" clId="{88A39F71-90C1-4121-B360-2DDA4F102DCB}" dt="2023-09-27T15:15:08.405" v="20777" actId="207"/>
          <ac:spMkLst>
            <pc:docMk/>
            <pc:sldMk cId="1545908700" sldId="378"/>
            <ac:spMk id="3" creationId="{97F2747F-82F5-0DCA-F98F-17372ACEF1AF}"/>
          </ac:spMkLst>
        </pc:spChg>
        <pc:spChg chg="add del mod ord">
          <ac:chgData name="Muriel BORDE" userId="c170603111e0d29b" providerId="LiveId" clId="{88A39F71-90C1-4121-B360-2DDA4F102DCB}" dt="2023-09-27T15:14:59.935" v="20774" actId="478"/>
          <ac:spMkLst>
            <pc:docMk/>
            <pc:sldMk cId="1545908700" sldId="378"/>
            <ac:spMk id="4" creationId="{00FC8616-E48D-8E30-E811-D8FF455F94C2}"/>
          </ac:spMkLst>
        </pc:spChg>
        <pc:spChg chg="mod ord">
          <ac:chgData name="Muriel BORDE" userId="c170603111e0d29b" providerId="LiveId" clId="{88A39F71-90C1-4121-B360-2DDA4F102DCB}" dt="2023-09-27T15:12:07.219" v="20708" actId="27636"/>
          <ac:spMkLst>
            <pc:docMk/>
            <pc:sldMk cId="1545908700" sldId="378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5:03.350" v="20776" actId="207"/>
          <ac:spMkLst>
            <pc:docMk/>
            <pc:sldMk cId="1545908700" sldId="378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1545908700" sldId="378"/>
            <ac:spMk id="8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7T08:14:43.863" v="4814" actId="47"/>
        <pc:sldMkLst>
          <pc:docMk/>
          <pc:sldMk cId="209705537" sldId="379"/>
        </pc:sldMkLst>
        <pc:spChg chg="mod">
          <ac:chgData name="Muriel BORDE" userId="c170603111e0d29b" providerId="LiveId" clId="{88A39F71-90C1-4121-B360-2DDA4F102DCB}" dt="2023-07-26T12:30:35.367" v="1112" actId="207"/>
          <ac:spMkLst>
            <pc:docMk/>
            <pc:sldMk cId="209705537" sldId="379"/>
            <ac:spMk id="6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6T12:29:14.722" v="1096" actId="2696"/>
        <pc:sldMkLst>
          <pc:docMk/>
          <pc:sldMk cId="1352766226" sldId="379"/>
        </pc:sldMkLst>
        <pc:spChg chg="mod">
          <ac:chgData name="Muriel BORDE" userId="c170603111e0d29b" providerId="LiveId" clId="{88A39F71-90C1-4121-B360-2DDA4F102DCB}" dt="2023-07-26T12:29:01.623" v="1093"/>
          <ac:spMkLst>
            <pc:docMk/>
            <pc:sldMk cId="1352766226" sldId="379"/>
            <ac:spMk id="6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40:22.626" v="21205" actId="47"/>
        <pc:sldMkLst>
          <pc:docMk/>
          <pc:sldMk cId="3608189305" sldId="380"/>
        </pc:sldMkLst>
        <pc:spChg chg="add del mod ord">
          <ac:chgData name="Muriel BORDE" userId="c170603111e0d29b" providerId="LiveId" clId="{88A39F71-90C1-4121-B360-2DDA4F102DCB}" dt="2023-09-27T15:12:10.567" v="20709" actId="478"/>
          <ac:spMkLst>
            <pc:docMk/>
            <pc:sldMk cId="3608189305" sldId="380"/>
            <ac:spMk id="2" creationId="{D198E346-C33C-F47D-CD77-86BA0864DF0F}"/>
          </ac:spMkLst>
        </pc:spChg>
        <pc:spChg chg="add del mod ord">
          <ac:chgData name="Muriel BORDE" userId="c170603111e0d29b" providerId="LiveId" clId="{88A39F71-90C1-4121-B360-2DDA4F102DCB}" dt="2023-09-27T15:12:12.945" v="20710" actId="478"/>
          <ac:spMkLst>
            <pc:docMk/>
            <pc:sldMk cId="3608189305" sldId="380"/>
            <ac:spMk id="3" creationId="{13B1C825-0C65-E428-41F0-8366B57FF1BA}"/>
          </ac:spMkLst>
        </pc:spChg>
        <pc:spChg chg="mod ord">
          <ac:chgData name="Muriel BORDE" userId="c170603111e0d29b" providerId="LiveId" clId="{88A39F71-90C1-4121-B360-2DDA4F102DCB}" dt="2023-09-27T15:12:07.203" v="20705" actId="27636"/>
          <ac:spMkLst>
            <pc:docMk/>
            <pc:sldMk cId="3608189305" sldId="380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2:17.408" v="20711" actId="207"/>
          <ac:spMkLst>
            <pc:docMk/>
            <pc:sldMk cId="3608189305" sldId="380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3608189305" sldId="380"/>
            <ac:spMk id="8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6T12:28:22.703" v="1067" actId="2696"/>
        <pc:sldMkLst>
          <pc:docMk/>
          <pc:sldMk cId="3961169738" sldId="380"/>
        </pc:sldMkLst>
        <pc:spChg chg="mod">
          <ac:chgData name="Muriel BORDE" userId="c170603111e0d29b" providerId="LiveId" clId="{88A39F71-90C1-4121-B360-2DDA4F102DCB}" dt="2023-07-26T12:09:40.645" v="880" actId="122"/>
          <ac:spMkLst>
            <pc:docMk/>
            <pc:sldMk cId="3961169738" sldId="380"/>
            <ac:spMk id="6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7T08:15:48.254" v="4824" actId="47"/>
        <pc:sldMkLst>
          <pc:docMk/>
          <pc:sldMk cId="2079288212" sldId="381"/>
        </pc:sldMkLst>
        <pc:spChg chg="mod">
          <ac:chgData name="Muriel BORDE" userId="c170603111e0d29b" providerId="LiveId" clId="{88A39F71-90C1-4121-B360-2DDA4F102DCB}" dt="2023-07-26T12:30:44.749" v="1114" actId="207"/>
          <ac:spMkLst>
            <pc:docMk/>
            <pc:sldMk cId="2079288212" sldId="381"/>
            <ac:spMk id="6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42:11.263" v="21234" actId="47"/>
        <pc:sldMkLst>
          <pc:docMk/>
          <pc:sldMk cId="2512499443" sldId="382"/>
        </pc:sldMkLst>
        <pc:spChg chg="add del mod ord">
          <ac:chgData name="Muriel BORDE" userId="c170603111e0d29b" providerId="LiveId" clId="{88A39F71-90C1-4121-B360-2DDA4F102DCB}" dt="2023-09-27T15:18:18.150" v="20847" actId="478"/>
          <ac:spMkLst>
            <pc:docMk/>
            <pc:sldMk cId="2512499443" sldId="382"/>
            <ac:spMk id="2" creationId="{8BCDE8EC-EF4B-EB12-857E-A5D2B070B34B}"/>
          </ac:spMkLst>
        </pc:spChg>
        <pc:spChg chg="add del mod ord">
          <ac:chgData name="Muriel BORDE" userId="c170603111e0d29b" providerId="LiveId" clId="{88A39F71-90C1-4121-B360-2DDA4F102DCB}" dt="2023-09-27T15:18:13.543" v="20845" actId="478"/>
          <ac:spMkLst>
            <pc:docMk/>
            <pc:sldMk cId="2512499443" sldId="382"/>
            <ac:spMk id="3" creationId="{96FF4A0F-41F6-1FD6-F371-7540E5287734}"/>
          </ac:spMkLst>
        </pc:spChg>
        <pc:spChg chg="mod ord">
          <ac:chgData name="Muriel BORDE" userId="c170603111e0d29b" providerId="LiveId" clId="{88A39F71-90C1-4121-B360-2DDA4F102DCB}" dt="2023-09-27T15:17:46.205" v="20832" actId="27636"/>
          <ac:spMkLst>
            <pc:docMk/>
            <pc:sldMk cId="2512499443" sldId="382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8:15.327" v="20846" actId="207"/>
          <ac:spMkLst>
            <pc:docMk/>
            <pc:sldMk cId="2512499443" sldId="382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2512499443" sldId="382"/>
            <ac:spMk id="8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7T08:16:02.787" v="4825" actId="47"/>
        <pc:sldMkLst>
          <pc:docMk/>
          <pc:sldMk cId="463923689" sldId="383"/>
        </pc:sldMkLst>
        <pc:spChg chg="mod">
          <ac:chgData name="Muriel BORDE" userId="c170603111e0d29b" providerId="LiveId" clId="{88A39F71-90C1-4121-B360-2DDA4F102DCB}" dt="2023-07-26T12:10:11.311" v="901" actId="122"/>
          <ac:spMkLst>
            <pc:docMk/>
            <pc:sldMk cId="463923689" sldId="383"/>
            <ac:spMk id="6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42:23.511" v="21237" actId="47"/>
        <pc:sldMkLst>
          <pc:docMk/>
          <pc:sldMk cId="828027070" sldId="384"/>
        </pc:sldMkLst>
        <pc:spChg chg="add del mod ord">
          <ac:chgData name="Muriel BORDE" userId="c170603111e0d29b" providerId="LiveId" clId="{88A39F71-90C1-4121-B360-2DDA4F102DCB}" dt="2023-09-27T15:19:58.523" v="20890" actId="478"/>
          <ac:spMkLst>
            <pc:docMk/>
            <pc:sldMk cId="828027070" sldId="384"/>
            <ac:spMk id="2" creationId="{5E091D59-5D67-45BD-ED70-7448F0AA0D13}"/>
          </ac:spMkLst>
        </pc:spChg>
        <pc:spChg chg="add del mod ord">
          <ac:chgData name="Muriel BORDE" userId="c170603111e0d29b" providerId="LiveId" clId="{88A39F71-90C1-4121-B360-2DDA4F102DCB}" dt="2023-09-27T15:19:57.365" v="20889" actId="478"/>
          <ac:spMkLst>
            <pc:docMk/>
            <pc:sldMk cId="828027070" sldId="384"/>
            <ac:spMk id="3" creationId="{816A80E7-9195-F00F-D544-D2355B200ED6}"/>
          </ac:spMkLst>
        </pc:spChg>
        <pc:spChg chg="mod ord">
          <ac:chgData name="Muriel BORDE" userId="c170603111e0d29b" providerId="LiveId" clId="{88A39F71-90C1-4121-B360-2DDA4F102DCB}" dt="2023-09-27T15:19:32.241" v="20878" actId="27636"/>
          <ac:spMkLst>
            <pc:docMk/>
            <pc:sldMk cId="828027070" sldId="384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0:00.183" v="20891" actId="207"/>
          <ac:spMkLst>
            <pc:docMk/>
            <pc:sldMk cId="828027070" sldId="384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828027070" sldId="384"/>
            <ac:spMk id="8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8T12:12:52.912" v="15165" actId="47"/>
        <pc:sldMkLst>
          <pc:docMk/>
          <pc:sldMk cId="1523103672" sldId="385"/>
        </pc:sldMkLst>
        <pc:spChg chg="mod">
          <ac:chgData name="Muriel BORDE" userId="c170603111e0d29b" providerId="LiveId" clId="{88A39F71-90C1-4121-B360-2DDA4F102DCB}" dt="2023-07-26T12:10:34.086" v="914" actId="122"/>
          <ac:spMkLst>
            <pc:docMk/>
            <pc:sldMk cId="1523103672" sldId="385"/>
            <ac:spMk id="6" creationId="{00000000-0000-0000-0000-000000000000}"/>
          </ac:spMkLst>
        </pc:spChg>
      </pc:sldChg>
      <pc:sldChg chg="modSp add del mod ord">
        <pc:chgData name="Muriel BORDE" userId="c170603111e0d29b" providerId="LiveId" clId="{88A39F71-90C1-4121-B360-2DDA4F102DCB}" dt="2023-07-28T12:15:08.898" v="15204" actId="47"/>
        <pc:sldMkLst>
          <pc:docMk/>
          <pc:sldMk cId="2450916788" sldId="386"/>
        </pc:sldMkLst>
        <pc:spChg chg="mod">
          <ac:chgData name="Muriel BORDE" userId="c170603111e0d29b" providerId="LiveId" clId="{88A39F71-90C1-4121-B360-2DDA4F102DCB}" dt="2023-07-28T12:13:41.527" v="15192" actId="6549"/>
          <ac:spMkLst>
            <pc:docMk/>
            <pc:sldMk cId="2450916788" sldId="386"/>
            <ac:spMk id="6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6T12:29:14.722" v="1096" actId="2696"/>
        <pc:sldMkLst>
          <pc:docMk/>
          <pc:sldMk cId="3324761671" sldId="387"/>
        </pc:sldMkLst>
        <pc:spChg chg="mod">
          <ac:chgData name="Muriel BORDE" userId="c170603111e0d29b" providerId="LiveId" clId="{88A39F71-90C1-4121-B360-2DDA4F102DCB}" dt="2023-07-26T12:12:39.946" v="939" actId="6549"/>
          <ac:spMkLst>
            <pc:docMk/>
            <pc:sldMk cId="3324761671" sldId="387"/>
            <ac:spMk id="6" creationId="{D260E75B-1E8A-7884-E6FF-22FCF10AF3AE}"/>
          </ac:spMkLst>
        </pc:spChg>
      </pc:sldChg>
      <pc:sldChg chg="add del">
        <pc:chgData name="Muriel BORDE" userId="c170603111e0d29b" providerId="LiveId" clId="{88A39F71-90C1-4121-B360-2DDA4F102DCB}" dt="2023-07-27T12:26:40.371" v="9836" actId="47"/>
        <pc:sldMkLst>
          <pc:docMk/>
          <pc:sldMk cId="4284530478" sldId="387"/>
        </pc:sldMkLst>
      </pc:sldChg>
      <pc:sldChg chg="addSp delSp modSp add mod ord modClrScheme chgLayout">
        <pc:chgData name="Muriel BORDE" userId="c170603111e0d29b" providerId="LiveId" clId="{88A39F71-90C1-4121-B360-2DDA4F102DCB}" dt="2023-09-27T15:22:35.235" v="20940" actId="478"/>
        <pc:sldMkLst>
          <pc:docMk/>
          <pc:sldMk cId="3167038906" sldId="388"/>
        </pc:sldMkLst>
        <pc:spChg chg="mod ord">
          <ac:chgData name="Muriel BORDE" userId="c170603111e0d29b" providerId="LiveId" clId="{88A39F71-90C1-4121-B360-2DDA4F102DCB}" dt="2023-09-27T15:22:32.302" v="20938" actId="700"/>
          <ac:spMkLst>
            <pc:docMk/>
            <pc:sldMk cId="3167038906" sldId="388"/>
            <ac:spMk id="2" creationId="{C93EA862-61C1-422D-6C9B-D001FE2A14E6}"/>
          </ac:spMkLst>
        </pc:spChg>
        <pc:spChg chg="del mod">
          <ac:chgData name="Muriel BORDE" userId="c170603111e0d29b" providerId="LiveId" clId="{88A39F71-90C1-4121-B360-2DDA4F102DCB}" dt="2023-07-28T12:46:27.240" v="16417" actId="478"/>
          <ac:spMkLst>
            <pc:docMk/>
            <pc:sldMk cId="3167038906" sldId="388"/>
            <ac:spMk id="3" creationId="{486E5FE8-FF9B-1EC1-A228-50C08CE9A6C3}"/>
          </ac:spMkLst>
        </pc:spChg>
        <pc:spChg chg="add del mod ord">
          <ac:chgData name="Muriel BORDE" userId="c170603111e0d29b" providerId="LiveId" clId="{88A39F71-90C1-4121-B360-2DDA4F102DCB}" dt="2023-09-27T15:22:35.235" v="20940" actId="478"/>
          <ac:spMkLst>
            <pc:docMk/>
            <pc:sldMk cId="3167038906" sldId="388"/>
            <ac:spMk id="3" creationId="{5B0CCDA5-48D9-C4F3-D1EA-724EFF31DB50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3" creationId="{BE2E9091-3936-D2EC-49C2-98B33DA156FA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4" creationId="{20AD480E-157F-EA2F-F645-AA1A992DA399}"/>
          </ac:spMkLst>
        </pc:spChg>
        <pc:spChg chg="add del mod">
          <ac:chgData name="Muriel BORDE" userId="c170603111e0d29b" providerId="LiveId" clId="{88A39F71-90C1-4121-B360-2DDA4F102DCB}" dt="2023-07-28T12:28:53.265" v="15890" actId="478"/>
          <ac:spMkLst>
            <pc:docMk/>
            <pc:sldMk cId="3167038906" sldId="388"/>
            <ac:spMk id="4" creationId="{20CF4BBB-92FC-A2E8-C5BC-FC4368662F0D}"/>
          </ac:spMkLst>
        </pc:spChg>
        <pc:spChg chg="add mod ord">
          <ac:chgData name="Muriel BORDE" userId="c170603111e0d29b" providerId="LiveId" clId="{88A39F71-90C1-4121-B360-2DDA4F102DCB}" dt="2023-09-27T15:22:32.349" v="20939" actId="27636"/>
          <ac:spMkLst>
            <pc:docMk/>
            <pc:sldMk cId="3167038906" sldId="388"/>
            <ac:spMk id="5" creationId="{5F275EF5-A385-E310-9795-4C0635A72B64}"/>
          </ac:spMkLst>
        </pc:spChg>
        <pc:spChg chg="del mod">
          <ac:chgData name="Muriel BORDE" userId="c170603111e0d29b" providerId="LiveId" clId="{88A39F71-90C1-4121-B360-2DDA4F102DCB}" dt="2023-07-28T12:15:17.813" v="15206" actId="478"/>
          <ac:spMkLst>
            <pc:docMk/>
            <pc:sldMk cId="3167038906" sldId="388"/>
            <ac:spMk id="6" creationId="{D260E75B-1E8A-7884-E6FF-22FCF10AF3AE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6" creationId="{FE28D6FD-A79C-04E8-20E8-763E51BE48F0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7" creationId="{765B8955-F110-DDD8-040E-2C917AFEDBF9}"/>
          </ac:spMkLst>
        </pc:spChg>
        <pc:spChg chg="add del mod">
          <ac:chgData name="Muriel BORDE" userId="c170603111e0d29b" providerId="LiveId" clId="{88A39F71-90C1-4121-B360-2DDA4F102DCB}" dt="2023-07-28T12:18:17.207" v="15412" actId="478"/>
          <ac:spMkLst>
            <pc:docMk/>
            <pc:sldMk cId="3167038906" sldId="388"/>
            <ac:spMk id="8" creationId="{5D2DF0E3-6CE0-79E2-6129-A9D005DF0C94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8" creationId="{E082CCA6-F559-AA30-7ADC-4AEEDE0D432E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9" creationId="{5ADA75C2-A37B-9368-20FB-9803231E931C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10" creationId="{3444F618-788F-F706-CEC3-DAF52E9695E5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11" creationId="{34763325-8AAF-C2EA-8430-53F0163CD417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12" creationId="{6C0D65DC-5F62-C550-6600-C7F97942BA54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13" creationId="{2CBE19E4-76F9-6338-61A6-B1ACC73D6F0F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14" creationId="{12F5A785-470C-C844-2F48-3B4361DE83AD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15" creationId="{3096EAA6-1CF6-2AB2-2B9B-6E94D70B58B7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16" creationId="{4AAE9163-CB4B-645F-17A8-1E9F22C0CC94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17" creationId="{225108E5-6A67-717A-E940-1BC1FF65B4B4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18" creationId="{D06FDFF1-8F2A-AF8F-53CF-AB9A94D0B8AF}"/>
          </ac:spMkLst>
        </pc:spChg>
        <pc:spChg chg="add del mod">
          <ac:chgData name="Muriel BORDE" userId="c170603111e0d29b" providerId="LiveId" clId="{88A39F71-90C1-4121-B360-2DDA4F102DCB}" dt="2023-07-28T12:26:55.564" v="15753" actId="478"/>
          <ac:spMkLst>
            <pc:docMk/>
            <pc:sldMk cId="3167038906" sldId="388"/>
            <ac:spMk id="18" creationId="{F66A3CDC-7B2F-2DFF-232C-D0C37E60DF80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19" creationId="{095CD633-9EE6-001C-3497-2AC678B8C0B8}"/>
          </ac:spMkLst>
        </pc:spChg>
        <pc:spChg chg="add del mod">
          <ac:chgData name="Muriel BORDE" userId="c170603111e0d29b" providerId="LiveId" clId="{88A39F71-90C1-4121-B360-2DDA4F102DCB}" dt="2023-07-28T12:26:56.277" v="15754" actId="478"/>
          <ac:spMkLst>
            <pc:docMk/>
            <pc:sldMk cId="3167038906" sldId="388"/>
            <ac:spMk id="19" creationId="{20536F3C-24C5-BDCD-FE94-FC98FED36DDE}"/>
          </ac:spMkLst>
        </pc:spChg>
        <pc:spChg chg="add mod">
          <ac:chgData name="Muriel BORDE" userId="c170603111e0d29b" providerId="LiveId" clId="{88A39F71-90C1-4121-B360-2DDA4F102DCB}" dt="2023-07-28T15:06:25.753" v="18237" actId="1037"/>
          <ac:spMkLst>
            <pc:docMk/>
            <pc:sldMk cId="3167038906" sldId="388"/>
            <ac:spMk id="20" creationId="{C49EA97E-EB61-8776-C01D-75DFB377E1FC}"/>
          </ac:spMkLst>
        </pc:spChg>
        <pc:spChg chg="add mod">
          <ac:chgData name="Muriel BORDE" userId="c170603111e0d29b" providerId="LiveId" clId="{88A39F71-90C1-4121-B360-2DDA4F102DCB}" dt="2023-09-22T15:05:52.980" v="20006" actId="20577"/>
          <ac:spMkLst>
            <pc:docMk/>
            <pc:sldMk cId="3167038906" sldId="388"/>
            <ac:spMk id="21" creationId="{C6C7214A-E27C-969E-9D8E-7CF539407374}"/>
          </ac:spMkLst>
        </pc:spChg>
        <pc:spChg chg="add del mod">
          <ac:chgData name="Muriel BORDE" userId="c170603111e0d29b" providerId="LiveId" clId="{88A39F71-90C1-4121-B360-2DDA4F102DCB}" dt="2023-07-28T15:06:16.565" v="18204" actId="478"/>
          <ac:spMkLst>
            <pc:docMk/>
            <pc:sldMk cId="3167038906" sldId="388"/>
            <ac:spMk id="45" creationId="{0D555F86-E72E-BABF-1A80-263C8766DF70}"/>
          </ac:spMkLst>
        </pc:spChg>
        <pc:spChg chg="add mod">
          <ac:chgData name="Muriel BORDE" userId="c170603111e0d29b" providerId="LiveId" clId="{88A39F71-90C1-4121-B360-2DDA4F102DCB}" dt="2023-07-28T12:54:34.584" v="16568" actId="1076"/>
          <ac:spMkLst>
            <pc:docMk/>
            <pc:sldMk cId="3167038906" sldId="388"/>
            <ac:spMk id="46" creationId="{F3E81E5F-3076-A7B8-BEF4-035B5D5CFDA5}"/>
          </ac:spMkLst>
        </pc:spChg>
        <pc:picChg chg="add del mod">
          <ac:chgData name="Muriel BORDE" userId="c170603111e0d29b" providerId="LiveId" clId="{88A39F71-90C1-4121-B360-2DDA4F102DCB}" dt="2023-07-28T12:23:21.856" v="15638" actId="478"/>
          <ac:picMkLst>
            <pc:docMk/>
            <pc:sldMk cId="3167038906" sldId="388"/>
            <ac:picMk id="10" creationId="{2F843E27-E695-C521-42FC-4A1D3945ECA4}"/>
          </ac:picMkLst>
        </pc:picChg>
        <pc:cxnChg chg="add del mod">
          <ac:chgData name="Muriel BORDE" userId="c170603111e0d29b" providerId="LiveId" clId="{88A39F71-90C1-4121-B360-2DDA4F102DCB}" dt="2023-07-28T12:25:01.294" v="15666" actId="478"/>
          <ac:cxnSpMkLst>
            <pc:docMk/>
            <pc:sldMk cId="3167038906" sldId="388"/>
            <ac:cxnSpMk id="21" creationId="{403FE88F-67B8-66AF-51A0-C2254336E6DB}"/>
          </ac:cxnSpMkLst>
        </pc:cxnChg>
        <pc:cxnChg chg="add del mod">
          <ac:chgData name="Muriel BORDE" userId="c170603111e0d29b" providerId="LiveId" clId="{88A39F71-90C1-4121-B360-2DDA4F102DCB}" dt="2023-07-28T12:24:57.732" v="15665" actId="478"/>
          <ac:cxnSpMkLst>
            <pc:docMk/>
            <pc:sldMk cId="3167038906" sldId="388"/>
            <ac:cxnSpMk id="22" creationId="{24338E62-D0C2-4327-ABAC-FDC777D45A44}"/>
          </ac:cxnSpMkLst>
        </pc:cxnChg>
        <pc:cxnChg chg="add del mod">
          <ac:chgData name="Muriel BORDE" userId="c170603111e0d29b" providerId="LiveId" clId="{88A39F71-90C1-4121-B360-2DDA4F102DCB}" dt="2023-07-28T12:25:01.294" v="15666" actId="478"/>
          <ac:cxnSpMkLst>
            <pc:docMk/>
            <pc:sldMk cId="3167038906" sldId="388"/>
            <ac:cxnSpMk id="25" creationId="{4CC7CB44-40C8-009C-1E62-87167A4647B6}"/>
          </ac:cxnSpMkLst>
        </pc:cxnChg>
        <pc:cxnChg chg="add del mod">
          <ac:chgData name="Muriel BORDE" userId="c170603111e0d29b" providerId="LiveId" clId="{88A39F71-90C1-4121-B360-2DDA4F102DCB}" dt="2023-07-28T12:25:01.294" v="15666" actId="478"/>
          <ac:cxnSpMkLst>
            <pc:docMk/>
            <pc:sldMk cId="3167038906" sldId="388"/>
            <ac:cxnSpMk id="28" creationId="{E59D161A-9C4E-89FC-BFE9-5865107D2EE0}"/>
          </ac:cxnSpMkLst>
        </pc:cxnChg>
        <pc:cxnChg chg="add del mod">
          <ac:chgData name="Muriel BORDE" userId="c170603111e0d29b" providerId="LiveId" clId="{88A39F71-90C1-4121-B360-2DDA4F102DCB}" dt="2023-07-28T12:25:01.294" v="15666" actId="478"/>
          <ac:cxnSpMkLst>
            <pc:docMk/>
            <pc:sldMk cId="3167038906" sldId="388"/>
            <ac:cxnSpMk id="31" creationId="{1ED0729F-D01A-AA0E-3506-14DC446A66D9}"/>
          </ac:cxnSpMkLst>
        </pc:cxnChg>
        <pc:cxnChg chg="add del mod">
          <ac:chgData name="Muriel BORDE" userId="c170603111e0d29b" providerId="LiveId" clId="{88A39F71-90C1-4121-B360-2DDA4F102DCB}" dt="2023-07-28T12:25:01.294" v="15666" actId="478"/>
          <ac:cxnSpMkLst>
            <pc:docMk/>
            <pc:sldMk cId="3167038906" sldId="388"/>
            <ac:cxnSpMk id="34" creationId="{54742B6A-4A40-5161-0CB8-C64DD0C1A889}"/>
          </ac:cxnSpMkLst>
        </pc:cxnChg>
        <pc:cxnChg chg="add del mod">
          <ac:chgData name="Muriel BORDE" userId="c170603111e0d29b" providerId="LiveId" clId="{88A39F71-90C1-4121-B360-2DDA4F102DCB}" dt="2023-07-28T12:25:01.294" v="15666" actId="478"/>
          <ac:cxnSpMkLst>
            <pc:docMk/>
            <pc:sldMk cId="3167038906" sldId="388"/>
            <ac:cxnSpMk id="38" creationId="{CADE5D94-735B-E196-6117-0A0D6BA42015}"/>
          </ac:cxnSpMkLst>
        </pc:cxnChg>
        <pc:cxnChg chg="add del mod">
          <ac:chgData name="Muriel BORDE" userId="c170603111e0d29b" providerId="LiveId" clId="{88A39F71-90C1-4121-B360-2DDA4F102DCB}" dt="2023-07-28T12:25:01.294" v="15666" actId="478"/>
          <ac:cxnSpMkLst>
            <pc:docMk/>
            <pc:sldMk cId="3167038906" sldId="388"/>
            <ac:cxnSpMk id="41" creationId="{3C528431-B7F7-0D4B-0861-EB14F303262F}"/>
          </ac:cxnSpMkLst>
        </pc:cxnChg>
      </pc:sldChg>
      <pc:sldChg chg="modSp add del mod">
        <pc:chgData name="Muriel BORDE" userId="c170603111e0d29b" providerId="LiveId" clId="{88A39F71-90C1-4121-B360-2DDA4F102DCB}" dt="2023-07-27T08:15:31.550" v="4820" actId="47"/>
        <pc:sldMkLst>
          <pc:docMk/>
          <pc:sldMk cId="3091467917" sldId="389"/>
        </pc:sldMkLst>
        <pc:spChg chg="mod">
          <ac:chgData name="Muriel BORDE" userId="c170603111e0d29b" providerId="LiveId" clId="{88A39F71-90C1-4121-B360-2DDA4F102DCB}" dt="2023-07-26T12:30:40.246" v="1113" actId="207"/>
          <ac:spMkLst>
            <pc:docMk/>
            <pc:sldMk cId="3091467917" sldId="389"/>
            <ac:spMk id="6" creationId="{00000000-0000-0000-0000-000000000000}"/>
          </ac:spMkLst>
        </pc:spChg>
      </pc:sldChg>
      <pc:sldChg chg="addSp delSp modSp add del mod">
        <pc:chgData name="Muriel BORDE" userId="c170603111e0d29b" providerId="LiveId" clId="{88A39F71-90C1-4121-B360-2DDA4F102DCB}" dt="2023-07-27T10:32:45.287" v="7794" actId="47"/>
        <pc:sldMkLst>
          <pc:docMk/>
          <pc:sldMk cId="1816958005" sldId="390"/>
        </pc:sldMkLst>
        <pc:spChg chg="add del mod">
          <ac:chgData name="Muriel BORDE" userId="c170603111e0d29b" providerId="LiveId" clId="{88A39F71-90C1-4121-B360-2DDA4F102DCB}" dt="2023-07-27T08:32:08.794" v="5132"/>
          <ac:spMkLst>
            <pc:docMk/>
            <pc:sldMk cId="1816958005" sldId="390"/>
            <ac:spMk id="4" creationId="{F38BBD9A-EC51-9BCF-A75B-22D169D6A183}"/>
          </ac:spMkLst>
        </pc:spChg>
        <pc:spChg chg="del">
          <ac:chgData name="Muriel BORDE" userId="c170603111e0d29b" providerId="LiveId" clId="{88A39F71-90C1-4121-B360-2DDA4F102DCB}" dt="2023-07-26T12:35:16.751" v="1220" actId="478"/>
          <ac:spMkLst>
            <pc:docMk/>
            <pc:sldMk cId="1816958005" sldId="390"/>
            <ac:spMk id="7" creationId="{78FD1E99-D478-280C-7F8F-B67AF6DECA36}"/>
          </ac:spMkLst>
        </pc:spChg>
        <pc:spChg chg="del">
          <ac:chgData name="Muriel BORDE" userId="c170603111e0d29b" providerId="LiveId" clId="{88A39F71-90C1-4121-B360-2DDA4F102DCB}" dt="2023-07-26T12:35:14.681" v="1219" actId="478"/>
          <ac:spMkLst>
            <pc:docMk/>
            <pc:sldMk cId="1816958005" sldId="390"/>
            <ac:spMk id="8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7T10:32:41.894" v="7792" actId="21"/>
          <ac:spMkLst>
            <pc:docMk/>
            <pc:sldMk cId="1816958005" sldId="390"/>
            <ac:spMk id="9" creationId="{9C285FC0-0576-A472-8FA7-C997BE1377C2}"/>
          </ac:spMkLst>
        </pc:spChg>
        <pc:spChg chg="add del mod">
          <ac:chgData name="Muriel BORDE" userId="c170603111e0d29b" providerId="LiveId" clId="{88A39F71-90C1-4121-B360-2DDA4F102DCB}" dt="2023-07-27T10:32:41.894" v="7792" actId="21"/>
          <ac:spMkLst>
            <pc:docMk/>
            <pc:sldMk cId="1816958005" sldId="390"/>
            <ac:spMk id="10" creationId="{70BAF516-6A19-F897-6AB7-65747ECF7B87}"/>
          </ac:spMkLst>
        </pc:spChg>
        <pc:spChg chg="del">
          <ac:chgData name="Muriel BORDE" userId="c170603111e0d29b" providerId="LiveId" clId="{88A39F71-90C1-4121-B360-2DDA4F102DCB}" dt="2023-07-26T12:35:14.681" v="1219" actId="478"/>
          <ac:spMkLst>
            <pc:docMk/>
            <pc:sldMk cId="1816958005" sldId="390"/>
            <ac:spMk id="13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5:14.681" v="1219" actId="478"/>
          <ac:spMkLst>
            <pc:docMk/>
            <pc:sldMk cId="1816958005" sldId="390"/>
            <ac:spMk id="14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5:14.681" v="1219" actId="478"/>
          <ac:spMkLst>
            <pc:docMk/>
            <pc:sldMk cId="1816958005" sldId="390"/>
            <ac:spMk id="18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5:18.572" v="1221" actId="478"/>
          <ac:spMkLst>
            <pc:docMk/>
            <pc:sldMk cId="1816958005" sldId="390"/>
            <ac:spMk id="19" creationId="{00000000-0000-0000-0000-000000000000}"/>
          </ac:spMkLst>
        </pc:spChg>
        <pc:picChg chg="del">
          <ac:chgData name="Muriel BORDE" userId="c170603111e0d29b" providerId="LiveId" clId="{88A39F71-90C1-4121-B360-2DDA4F102DCB}" dt="2023-07-26T12:35:16.751" v="1220" actId="478"/>
          <ac:picMkLst>
            <pc:docMk/>
            <pc:sldMk cId="1816958005" sldId="390"/>
            <ac:picMk id="3" creationId="{E7550A22-C706-EFF2-DB04-4D7A424E79CC}"/>
          </ac:picMkLst>
        </pc:picChg>
        <pc:picChg chg="del">
          <ac:chgData name="Muriel BORDE" userId="c170603111e0d29b" providerId="LiveId" clId="{88A39F71-90C1-4121-B360-2DDA4F102DCB}" dt="2023-07-26T12:35:14.681" v="1219" actId="478"/>
          <ac:picMkLst>
            <pc:docMk/>
            <pc:sldMk cId="1816958005" sldId="390"/>
            <ac:picMk id="4" creationId="{00000000-0000-0000-0000-000000000000}"/>
          </ac:picMkLst>
        </pc:picChg>
        <pc:picChg chg="add del mod">
          <ac:chgData name="Muriel BORDE" userId="c170603111e0d29b" providerId="LiveId" clId="{88A39F71-90C1-4121-B360-2DDA4F102DCB}" dt="2023-07-27T10:32:41.894" v="7792" actId="21"/>
          <ac:picMkLst>
            <pc:docMk/>
            <pc:sldMk cId="1816958005" sldId="390"/>
            <ac:picMk id="5" creationId="{57CF8B92-C087-3605-F611-45379973403C}"/>
          </ac:picMkLst>
        </pc:picChg>
      </pc:sldChg>
      <pc:sldChg chg="addSp delSp modSp add del mod ord modAnim">
        <pc:chgData name="Muriel BORDE" userId="c170603111e0d29b" providerId="LiveId" clId="{88A39F71-90C1-4121-B360-2DDA4F102DCB}" dt="2023-07-26T15:46:54.234" v="3470" actId="47"/>
        <pc:sldMkLst>
          <pc:docMk/>
          <pc:sldMk cId="3421821987" sldId="391"/>
        </pc:sldMkLst>
        <pc:spChg chg="add del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3" creationId="{0E276AE4-562F-EE67-C182-4070BD049803}"/>
          </ac:spMkLst>
        </pc:spChg>
        <pc:spChg chg="add del">
          <ac:chgData name="Muriel BORDE" userId="c170603111e0d29b" providerId="LiveId" clId="{88A39F71-90C1-4121-B360-2DDA4F102DCB}" dt="2023-07-26T12:38:49.450" v="1245"/>
          <ac:spMkLst>
            <pc:docMk/>
            <pc:sldMk cId="3421821987" sldId="391"/>
            <ac:spMk id="4" creationId="{1A88C4B5-7AA9-0818-6CD4-8F82786741B1}"/>
          </ac:spMkLst>
        </pc:spChg>
        <pc:spChg chg="del">
          <ac:chgData name="Muriel BORDE" userId="c170603111e0d29b" providerId="LiveId" clId="{88A39F71-90C1-4121-B360-2DDA4F102DCB}" dt="2023-07-26T12:45:32.204" v="1348" actId="478"/>
          <ac:spMkLst>
            <pc:docMk/>
            <pc:sldMk cId="3421821987" sldId="391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3.521" v="1224" actId="478"/>
          <ac:spMkLst>
            <pc:docMk/>
            <pc:sldMk cId="3421821987" sldId="391"/>
            <ac:spMk id="6" creationId="{00000000-0000-0000-0000-000000000000}"/>
          </ac:spMkLst>
        </pc:spChg>
        <pc:spChg chg="add del">
          <ac:chgData name="Muriel BORDE" userId="c170603111e0d29b" providerId="LiveId" clId="{88A39F71-90C1-4121-B360-2DDA4F102DCB}" dt="2023-07-26T12:38:48.681" v="1243"/>
          <ac:spMkLst>
            <pc:docMk/>
            <pc:sldMk cId="3421821987" sldId="391"/>
            <ac:spMk id="7" creationId="{531114D2-5A48-7916-5BC3-4F4F80A778BD}"/>
          </ac:spMkLst>
        </pc:spChg>
        <pc:spChg chg="add del mod">
          <ac:chgData name="Muriel BORDE" userId="c170603111e0d29b" providerId="LiveId" clId="{88A39F71-90C1-4121-B360-2DDA4F102DCB}" dt="2023-07-26T12:39:03.583" v="1248"/>
          <ac:spMkLst>
            <pc:docMk/>
            <pc:sldMk cId="3421821987" sldId="391"/>
            <ac:spMk id="8" creationId="{252EB960-E89D-F45C-6829-8400A305D3A1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9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0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1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2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3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4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5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8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19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20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21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23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24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26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28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31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32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37.781" v="1225" actId="478"/>
          <ac:spMkLst>
            <pc:docMk/>
            <pc:sldMk cId="3421821987" sldId="391"/>
            <ac:spMk id="34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6T13:43:08.628" v="1411" actId="478"/>
          <ac:spMkLst>
            <pc:docMk/>
            <pc:sldMk cId="3421821987" sldId="391"/>
            <ac:spMk id="36" creationId="{66E83F71-E2B6-3BE3-ACDC-F64F52895A84}"/>
          </ac:spMkLst>
        </pc:spChg>
        <pc:spChg chg="del">
          <ac:chgData name="Muriel BORDE" userId="c170603111e0d29b" providerId="LiveId" clId="{88A39F71-90C1-4121-B360-2DDA4F102DCB}" dt="2023-07-26T12:36:46.061" v="1227" actId="478"/>
          <ac:spMkLst>
            <pc:docMk/>
            <pc:sldMk cId="3421821987" sldId="391"/>
            <ac:spMk id="37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36:46.061" v="1227" actId="478"/>
          <ac:spMkLst>
            <pc:docMk/>
            <pc:sldMk cId="3421821987" sldId="391"/>
            <ac:spMk id="38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6T13:43:10.358" v="1412" actId="478"/>
          <ac:spMkLst>
            <pc:docMk/>
            <pc:sldMk cId="3421821987" sldId="391"/>
            <ac:spMk id="39" creationId="{10ED3890-1F75-BCE4-46B5-621F9B47BF91}"/>
          </ac:spMkLst>
        </pc:spChg>
        <pc:spChg chg="add del mod">
          <ac:chgData name="Muriel BORDE" userId="c170603111e0d29b" providerId="LiveId" clId="{88A39F71-90C1-4121-B360-2DDA4F102DCB}" dt="2023-07-26T12:45:36.284" v="1352" actId="478"/>
          <ac:spMkLst>
            <pc:docMk/>
            <pc:sldMk cId="3421821987" sldId="391"/>
            <ac:spMk id="41" creationId="{040C112E-790B-E1D5-8B9D-8DE92763FE35}"/>
          </ac:spMkLst>
        </pc:spChg>
        <pc:spChg chg="add del mod">
          <ac:chgData name="Muriel BORDE" userId="c170603111e0d29b" providerId="LiveId" clId="{88A39F71-90C1-4121-B360-2DDA4F102DCB}" dt="2023-07-26T12:45:34.914" v="1351"/>
          <ac:spMkLst>
            <pc:docMk/>
            <pc:sldMk cId="3421821987" sldId="391"/>
            <ac:spMk id="42" creationId="{1225D24A-2EDC-BF9D-62EA-04518FE16F62}"/>
          </ac:spMkLst>
        </pc:spChg>
        <pc:spChg chg="add del mod">
          <ac:chgData name="Muriel BORDE" userId="c170603111e0d29b" providerId="LiveId" clId="{88A39F71-90C1-4121-B360-2DDA4F102DCB}" dt="2023-07-26T12:45:34.914" v="1351"/>
          <ac:spMkLst>
            <pc:docMk/>
            <pc:sldMk cId="3421821987" sldId="391"/>
            <ac:spMk id="43" creationId="{58EEC35F-A077-0B4F-56CA-DEF796B598BF}"/>
          </ac:spMkLst>
        </pc:spChg>
        <pc:spChg chg="add mod">
          <ac:chgData name="Muriel BORDE" userId="c170603111e0d29b" providerId="LiveId" clId="{88A39F71-90C1-4121-B360-2DDA4F102DCB}" dt="2023-07-26T12:46:27.053" v="1386" actId="403"/>
          <ac:spMkLst>
            <pc:docMk/>
            <pc:sldMk cId="3421821987" sldId="391"/>
            <ac:spMk id="44" creationId="{F17E1D08-CE8E-4E2E-8B27-2CD2CE12C9DD}"/>
          </ac:spMkLst>
        </pc:spChg>
        <pc:spChg chg="add mod">
          <ac:chgData name="Muriel BORDE" userId="c170603111e0d29b" providerId="LiveId" clId="{88A39F71-90C1-4121-B360-2DDA4F102DCB}" dt="2023-07-26T12:45:36.648" v="1353"/>
          <ac:spMkLst>
            <pc:docMk/>
            <pc:sldMk cId="3421821987" sldId="391"/>
            <ac:spMk id="45" creationId="{5A330DCA-E21C-0A0B-EC3A-702460AE1328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50" creationId="{33F83F39-AFF8-DAFE-0663-972AC263838E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54" creationId="{2DB9CB25-FBE8-E45D-645E-70FFC757DAC4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56" creationId="{152B352C-DB37-5B98-16D5-C77DDD69ABB4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61" creationId="{54D5DD69-CEF3-89B7-BD2A-84E904EFE9BD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62" creationId="{4429F349-4512-3D54-09F0-D099770D92A4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63" creationId="{E3788D70-8DB0-700B-E39E-D50858FED992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48" creationId="{59DFC218-26F9-FADF-2D6D-2E1979CB9984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49" creationId="{10DA325C-2BEF-68AE-5771-08E986E8F707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51" creationId="{35EFC03A-1851-5F5D-1A42-BD012EE00EEF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53" creationId="{0AADE3F1-E064-6531-D020-C2D2B40EAF96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54" creationId="{459580FA-F80D-E09C-B8C5-86E43F2E8DE5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55" creationId="{62F6364E-1AA0-9D88-1A26-E445E65C295C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56" creationId="{B2FFC7C8-865E-2DE8-15AF-446A4FE1BB35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58" creationId="{49ADF7DF-3ABC-1835-3BC5-83D7C34AF181}"/>
          </ac:spMkLst>
        </pc:spChg>
        <pc:spChg chg="add mod">
          <ac:chgData name="Muriel BORDE" userId="c170603111e0d29b" providerId="LiveId" clId="{88A39F71-90C1-4121-B360-2DDA4F102DCB}" dt="2023-07-26T14:30:48.274" v="2585" actId="1036"/>
          <ac:spMkLst>
            <pc:docMk/>
            <pc:sldMk cId="3421821987" sldId="391"/>
            <ac:spMk id="2060" creationId="{C7335AA1-A5AA-7DF4-D6DF-6929BBEA35B0}"/>
          </ac:spMkLst>
        </pc:spChg>
        <pc:picChg chg="add del mod">
          <ac:chgData name="Muriel BORDE" userId="c170603111e0d29b" providerId="LiveId" clId="{88A39F71-90C1-4121-B360-2DDA4F102DCB}" dt="2023-07-26T12:40:17.926" v="1255" actId="478"/>
          <ac:picMkLst>
            <pc:docMk/>
            <pc:sldMk cId="3421821987" sldId="391"/>
            <ac:picMk id="35" creationId="{08B8A9FC-2B19-6B96-283E-E46847991E7B}"/>
          </ac:picMkLst>
        </pc:picChg>
        <pc:picChg chg="add del">
          <ac:chgData name="Muriel BORDE" userId="c170603111e0d29b" providerId="LiveId" clId="{88A39F71-90C1-4121-B360-2DDA4F102DCB}" dt="2023-07-26T13:44:27.443" v="1418" actId="478"/>
          <ac:picMkLst>
            <pc:docMk/>
            <pc:sldMk cId="3421821987" sldId="391"/>
            <ac:picMk id="47" creationId="{E39D1177-45B0-68DD-8568-088BA77D6919}"/>
          </ac:picMkLst>
        </pc:picChg>
        <pc:picChg chg="add del mod">
          <ac:chgData name="Muriel BORDE" userId="c170603111e0d29b" providerId="LiveId" clId="{88A39F71-90C1-4121-B360-2DDA4F102DCB}" dt="2023-07-26T13:48:03.325" v="1435" actId="478"/>
          <ac:picMkLst>
            <pc:docMk/>
            <pc:sldMk cId="3421821987" sldId="391"/>
            <ac:picMk id="49" creationId="{4B37A24F-DCAA-2D30-DE9D-6DEA91F73B27}"/>
          </ac:picMkLst>
        </pc:picChg>
        <pc:picChg chg="add del mod">
          <ac:chgData name="Muriel BORDE" userId="c170603111e0d29b" providerId="LiveId" clId="{88A39F71-90C1-4121-B360-2DDA4F102DCB}" dt="2023-07-26T14:13:23.353" v="2046" actId="478"/>
          <ac:picMkLst>
            <pc:docMk/>
            <pc:sldMk cId="3421821987" sldId="391"/>
            <ac:picMk id="52" creationId="{FFCC400C-C602-B433-653A-3D845F8CABC6}"/>
          </ac:picMkLst>
        </pc:picChg>
        <pc:picChg chg="add del mod">
          <ac:chgData name="Muriel BORDE" userId="c170603111e0d29b" providerId="LiveId" clId="{88A39F71-90C1-4121-B360-2DDA4F102DCB}" dt="2023-07-26T14:11:01.040" v="1933" actId="478"/>
          <ac:picMkLst>
            <pc:docMk/>
            <pc:sldMk cId="3421821987" sldId="391"/>
            <ac:picMk id="58" creationId="{C2478C60-A61F-FBFA-000F-9B7D5C190E44}"/>
          </ac:picMkLst>
        </pc:picChg>
        <pc:picChg chg="add del mod">
          <ac:chgData name="Muriel BORDE" userId="c170603111e0d29b" providerId="LiveId" clId="{88A39F71-90C1-4121-B360-2DDA4F102DCB}" dt="2023-07-26T14:12:02.177" v="1989" actId="478"/>
          <ac:picMkLst>
            <pc:docMk/>
            <pc:sldMk cId="3421821987" sldId="391"/>
            <ac:picMk id="60" creationId="{B6858FBE-CE8D-8333-20FC-DDEAD404222C}"/>
          </ac:picMkLst>
        </pc:picChg>
        <pc:picChg chg="add del mod">
          <ac:chgData name="Muriel BORDE" userId="c170603111e0d29b" providerId="LiveId" clId="{88A39F71-90C1-4121-B360-2DDA4F102DCB}" dt="2023-07-26T12:37:29.131" v="1232" actId="478"/>
          <ac:picMkLst>
            <pc:docMk/>
            <pc:sldMk cId="3421821987" sldId="391"/>
            <ac:picMk id="2050" creationId="{ACDEBA5E-187A-157B-BB0C-A9B3B686DA67}"/>
          </ac:picMkLst>
        </pc:picChg>
        <pc:picChg chg="add del mod">
          <ac:chgData name="Muriel BORDE" userId="c170603111e0d29b" providerId="LiveId" clId="{88A39F71-90C1-4121-B360-2DDA4F102DCB}" dt="2023-07-26T12:39:43.145" v="1249" actId="478"/>
          <ac:picMkLst>
            <pc:docMk/>
            <pc:sldMk cId="3421821987" sldId="391"/>
            <ac:picMk id="2052" creationId="{636BCED3-5E97-AC5C-78BF-07395A4263C0}"/>
          </ac:picMkLst>
        </pc:picChg>
        <pc:picChg chg="add del mod">
          <ac:chgData name="Muriel BORDE" userId="c170603111e0d29b" providerId="LiveId" clId="{88A39F71-90C1-4121-B360-2DDA4F102DCB}" dt="2023-07-26T13:43:06.650" v="1409" actId="478"/>
          <ac:picMkLst>
            <pc:docMk/>
            <pc:sldMk cId="3421821987" sldId="391"/>
            <ac:picMk id="2062" creationId="{B39EA805-BB6E-D6E1-4608-BDFFD09E2499}"/>
          </ac:picMkLst>
        </pc:picChg>
        <pc:picChg chg="add mod">
          <ac:chgData name="Muriel BORDE" userId="c170603111e0d29b" providerId="LiveId" clId="{88A39F71-90C1-4121-B360-2DDA4F102DCB}" dt="2023-07-26T14:30:48.274" v="2585" actId="1036"/>
          <ac:picMkLst>
            <pc:docMk/>
            <pc:sldMk cId="3421821987" sldId="391"/>
            <ac:picMk id="2063" creationId="{80AAEC5B-E99E-D2BE-D25F-572216639945}"/>
          </ac:picMkLst>
        </pc:picChg>
        <pc:picChg chg="add del">
          <ac:chgData name="Muriel BORDE" userId="c170603111e0d29b" providerId="LiveId" clId="{88A39F71-90C1-4121-B360-2DDA4F102DCB}" dt="2023-07-26T13:42:56.373" v="1406" actId="478"/>
          <ac:picMkLst>
            <pc:docMk/>
            <pc:sldMk cId="3421821987" sldId="391"/>
            <ac:picMk id="2064" creationId="{5B8CCED1-883A-737B-9FE6-69595447D70A}"/>
          </ac:picMkLst>
        </pc:picChg>
        <pc:picChg chg="add del mod">
          <ac:chgData name="Muriel BORDE" userId="c170603111e0d29b" providerId="LiveId" clId="{88A39F71-90C1-4121-B360-2DDA4F102DCB}" dt="2023-07-26T13:42:56.373" v="1406" actId="478"/>
          <ac:picMkLst>
            <pc:docMk/>
            <pc:sldMk cId="3421821987" sldId="391"/>
            <ac:picMk id="2066" creationId="{30C7F0B3-15EF-1F9D-2D55-404D342BB32D}"/>
          </ac:picMkLst>
        </pc:picChg>
        <pc:picChg chg="add mod">
          <ac:chgData name="Muriel BORDE" userId="c170603111e0d29b" providerId="LiveId" clId="{88A39F71-90C1-4121-B360-2DDA4F102DCB}" dt="2023-07-26T14:30:48.274" v="2585" actId="1036"/>
          <ac:picMkLst>
            <pc:docMk/>
            <pc:sldMk cId="3421821987" sldId="391"/>
            <ac:picMk id="2067" creationId="{A6A39DD1-504C-04BC-3A97-0372DAF92796}"/>
          </ac:picMkLst>
        </pc:picChg>
        <pc:picChg chg="add del mod">
          <ac:chgData name="Muriel BORDE" userId="c170603111e0d29b" providerId="LiveId" clId="{88A39F71-90C1-4121-B360-2DDA4F102DCB}" dt="2023-07-26T13:43:32.090" v="1416" actId="478"/>
          <ac:picMkLst>
            <pc:docMk/>
            <pc:sldMk cId="3421821987" sldId="391"/>
            <ac:picMk id="2068" creationId="{04FD82F1-5084-3FBD-D1D5-5294A4557A49}"/>
          </ac:picMkLst>
        </pc:picChg>
        <pc:picChg chg="add mod">
          <ac:chgData name="Muriel BORDE" userId="c170603111e0d29b" providerId="LiveId" clId="{88A39F71-90C1-4121-B360-2DDA4F102DCB}" dt="2023-07-26T14:30:48.274" v="2585" actId="1036"/>
          <ac:picMkLst>
            <pc:docMk/>
            <pc:sldMk cId="3421821987" sldId="391"/>
            <ac:picMk id="2070" creationId="{8CC1D0E6-7633-F649-4C29-AD769504211B}"/>
          </ac:picMkLst>
        </pc:picChg>
        <pc:picChg chg="add mod">
          <ac:chgData name="Muriel BORDE" userId="c170603111e0d29b" providerId="LiveId" clId="{88A39F71-90C1-4121-B360-2DDA4F102DCB}" dt="2023-07-26T14:30:48.274" v="2585" actId="1036"/>
          <ac:picMkLst>
            <pc:docMk/>
            <pc:sldMk cId="3421821987" sldId="391"/>
            <ac:picMk id="2072" creationId="{264222D7-DC89-6036-F8BD-738F7BBEA454}"/>
          </ac:picMkLst>
        </pc:picChg>
        <pc:picChg chg="add mod">
          <ac:chgData name="Muriel BORDE" userId="c170603111e0d29b" providerId="LiveId" clId="{88A39F71-90C1-4121-B360-2DDA4F102DCB}" dt="2023-07-26T14:30:48.274" v="2585" actId="1036"/>
          <ac:picMkLst>
            <pc:docMk/>
            <pc:sldMk cId="3421821987" sldId="391"/>
            <ac:picMk id="2074" creationId="{B9865FDD-D00D-B870-0D25-0C8C3BA431DB}"/>
          </ac:picMkLst>
        </pc:picChg>
        <pc:cxnChg chg="del">
          <ac:chgData name="Muriel BORDE" userId="c170603111e0d29b" providerId="LiveId" clId="{88A39F71-90C1-4121-B360-2DDA4F102DCB}" dt="2023-07-26T12:36:37.781" v="1225" actId="478"/>
          <ac:cxnSpMkLst>
            <pc:docMk/>
            <pc:sldMk cId="3421821987" sldId="391"/>
            <ac:cxnSpMk id="16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6T12:36:37.781" v="1225" actId="478"/>
          <ac:cxnSpMkLst>
            <pc:docMk/>
            <pc:sldMk cId="3421821987" sldId="391"/>
            <ac:cxnSpMk id="17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6T12:36:37.781" v="1225" actId="478"/>
          <ac:cxnSpMkLst>
            <pc:docMk/>
            <pc:sldMk cId="3421821987" sldId="391"/>
            <ac:cxnSpMk id="22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6T12:36:37.781" v="1225" actId="478"/>
          <ac:cxnSpMkLst>
            <pc:docMk/>
            <pc:sldMk cId="3421821987" sldId="391"/>
            <ac:cxnSpMk id="25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6T12:36:37.781" v="1225" actId="478"/>
          <ac:cxnSpMkLst>
            <pc:docMk/>
            <pc:sldMk cId="3421821987" sldId="391"/>
            <ac:cxnSpMk id="27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6T12:36:37.781" v="1225" actId="478"/>
          <ac:cxnSpMkLst>
            <pc:docMk/>
            <pc:sldMk cId="3421821987" sldId="391"/>
            <ac:cxnSpMk id="30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6T12:36:37.781" v="1225" actId="478"/>
          <ac:cxnSpMkLst>
            <pc:docMk/>
            <pc:sldMk cId="3421821987" sldId="391"/>
            <ac:cxnSpMk id="33" creationId="{00000000-0000-0000-0000-000000000000}"/>
          </ac:cxnSpMkLst>
        </pc:cxnChg>
      </pc:sldChg>
      <pc:sldChg chg="addSp delSp modSp add mod modClrScheme chgLayout">
        <pc:chgData name="Muriel BORDE" userId="c170603111e0d29b" providerId="LiveId" clId="{88A39F71-90C1-4121-B360-2DDA4F102DCB}" dt="2023-09-27T15:28:12.331" v="21023" actId="208"/>
        <pc:sldMkLst>
          <pc:docMk/>
          <pc:sldMk cId="1897276873" sldId="392"/>
        </pc:sldMkLst>
        <pc:spChg chg="mod ord">
          <ac:chgData name="Muriel BORDE" userId="c170603111e0d29b" providerId="LiveId" clId="{88A39F71-90C1-4121-B360-2DDA4F102DCB}" dt="2023-09-27T15:00:13.807" v="20494" actId="700"/>
          <ac:spMkLst>
            <pc:docMk/>
            <pc:sldMk cId="1897276873" sldId="392"/>
            <ac:spMk id="2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44:29.960" v="1337" actId="478"/>
          <ac:spMkLst>
            <pc:docMk/>
            <pc:sldMk cId="1897276873" sldId="392"/>
            <ac:spMk id="4" creationId="{00000000-0000-0000-0000-000000000000}"/>
          </ac:spMkLst>
        </pc:spChg>
        <pc:spChg chg="add mod">
          <ac:chgData name="Muriel BORDE" userId="c170603111e0d29b" providerId="LiveId" clId="{88A39F71-90C1-4121-B360-2DDA4F102DCB}" dt="2023-09-05T08:14:46.989" v="18282" actId="1038"/>
          <ac:spMkLst>
            <pc:docMk/>
            <pc:sldMk cId="1897276873" sldId="392"/>
            <ac:spMk id="4" creationId="{69126F33-58D9-6F4A-77C9-0985AE7786F3}"/>
          </ac:spMkLst>
        </pc:spChg>
        <pc:spChg chg="add del mod ord">
          <ac:chgData name="Muriel BORDE" userId="c170603111e0d29b" providerId="LiveId" clId="{88A39F71-90C1-4121-B360-2DDA4F102DCB}" dt="2023-09-27T15:00:36.498" v="20510" actId="1035"/>
          <ac:spMkLst>
            <pc:docMk/>
            <pc:sldMk cId="1897276873" sldId="392"/>
            <ac:spMk id="5" creationId="{00000000-0000-0000-0000-000000000000}"/>
          </ac:spMkLst>
        </pc:spChg>
        <pc:spChg chg="add mod">
          <ac:chgData name="Muriel BORDE" userId="c170603111e0d29b" providerId="LiveId" clId="{88A39F71-90C1-4121-B360-2DDA4F102DCB}" dt="2023-09-05T08:14:46.989" v="18282" actId="1038"/>
          <ac:spMkLst>
            <pc:docMk/>
            <pc:sldMk cId="1897276873" sldId="392"/>
            <ac:spMk id="7" creationId="{C5EEB10F-180F-F671-A8D0-0D58F81699AA}"/>
          </ac:spMkLst>
        </pc:spChg>
        <pc:spChg chg="add mod">
          <ac:chgData name="Muriel BORDE" userId="c170603111e0d29b" providerId="LiveId" clId="{88A39F71-90C1-4121-B360-2DDA4F102DCB}" dt="2023-09-27T15:28:01.539" v="21020" actId="207"/>
          <ac:spMkLst>
            <pc:docMk/>
            <pc:sldMk cId="1897276873" sldId="392"/>
            <ac:spMk id="8" creationId="{294FCF20-6FB9-9A33-5EDB-9869292DD3A1}"/>
          </ac:spMkLst>
        </pc:spChg>
        <pc:spChg chg="add del mod">
          <ac:chgData name="Muriel BORDE" userId="c170603111e0d29b" providerId="LiveId" clId="{88A39F71-90C1-4121-B360-2DDA4F102DCB}" dt="2023-07-27T07:45:50.021" v="4404" actId="478"/>
          <ac:spMkLst>
            <pc:docMk/>
            <pc:sldMk cId="1897276873" sldId="392"/>
            <ac:spMk id="8" creationId="{29C04BF5-2F79-DBCB-9F71-870951DFBAA0}"/>
          </ac:spMkLst>
        </pc:spChg>
        <pc:spChg chg="add mod">
          <ac:chgData name="Muriel BORDE" userId="c170603111e0d29b" providerId="LiveId" clId="{88A39F71-90C1-4121-B360-2DDA4F102DCB}" dt="2023-09-05T08:14:46.989" v="18282" actId="1038"/>
          <ac:spMkLst>
            <pc:docMk/>
            <pc:sldMk cId="1897276873" sldId="392"/>
            <ac:spMk id="9" creationId="{AC1A4C9A-1D27-427F-DCE1-5A1F02EE1054}"/>
          </ac:spMkLst>
        </pc:spChg>
        <pc:spChg chg="add mod">
          <ac:chgData name="Muriel BORDE" userId="c170603111e0d29b" providerId="LiveId" clId="{88A39F71-90C1-4121-B360-2DDA4F102DCB}" dt="2023-09-05T08:14:46.989" v="18282" actId="1038"/>
          <ac:spMkLst>
            <pc:docMk/>
            <pc:sldMk cId="1897276873" sldId="392"/>
            <ac:spMk id="10" creationId="{6E0A8A07-76E1-EF38-A468-3D4055284C01}"/>
          </ac:spMkLst>
        </pc:spChg>
        <pc:spChg chg="add mod">
          <ac:chgData name="Muriel BORDE" userId="c170603111e0d29b" providerId="LiveId" clId="{88A39F71-90C1-4121-B360-2DDA4F102DCB}" dt="2023-09-05T08:14:46.989" v="18282" actId="1038"/>
          <ac:spMkLst>
            <pc:docMk/>
            <pc:sldMk cId="1897276873" sldId="392"/>
            <ac:spMk id="11" creationId="{E39498B0-CE51-9AE8-48B8-FD68A8B68995}"/>
          </ac:spMkLst>
        </pc:spChg>
        <pc:spChg chg="add mod">
          <ac:chgData name="Muriel BORDE" userId="c170603111e0d29b" providerId="LiveId" clId="{88A39F71-90C1-4121-B360-2DDA4F102DCB}" dt="2023-09-27T15:28:12.331" v="21023" actId="208"/>
          <ac:spMkLst>
            <pc:docMk/>
            <pc:sldMk cId="1897276873" sldId="392"/>
            <ac:spMk id="12" creationId="{EE776E0A-DAFB-7352-17EE-805841CDD67D}"/>
          </ac:spMkLst>
        </pc:spChg>
        <pc:spChg chg="add mod">
          <ac:chgData name="Muriel BORDE" userId="c170603111e0d29b" providerId="LiveId" clId="{88A39F71-90C1-4121-B360-2DDA4F102DCB}" dt="2023-09-27T15:28:03.761" v="21021" actId="207"/>
          <ac:spMkLst>
            <pc:docMk/>
            <pc:sldMk cId="1897276873" sldId="392"/>
            <ac:spMk id="13" creationId="{14F0D373-CBA1-4855-894A-C93547DB9231}"/>
          </ac:spMkLst>
        </pc:spChg>
        <pc:spChg chg="add mod">
          <ac:chgData name="Muriel BORDE" userId="c170603111e0d29b" providerId="LiveId" clId="{88A39F71-90C1-4121-B360-2DDA4F102DCB}" dt="2023-09-05T08:14:46.989" v="18282" actId="1038"/>
          <ac:spMkLst>
            <pc:docMk/>
            <pc:sldMk cId="1897276873" sldId="392"/>
            <ac:spMk id="14" creationId="{4440BFC5-F852-956D-D94F-417065DF718C}"/>
          </ac:spMkLst>
        </pc:spChg>
        <pc:spChg chg="add mod">
          <ac:chgData name="Muriel BORDE" userId="c170603111e0d29b" providerId="LiveId" clId="{88A39F71-90C1-4121-B360-2DDA4F102DCB}" dt="2023-09-27T15:28:06.003" v="21022" actId="207"/>
          <ac:spMkLst>
            <pc:docMk/>
            <pc:sldMk cId="1897276873" sldId="392"/>
            <ac:spMk id="15" creationId="{85FAEC60-6027-2929-93B7-D3D753C6D90D}"/>
          </ac:spMkLst>
        </pc:spChg>
        <pc:spChg chg="add mod">
          <ac:chgData name="Muriel BORDE" userId="c170603111e0d29b" providerId="LiveId" clId="{88A39F71-90C1-4121-B360-2DDA4F102DCB}" dt="2023-07-27T10:05:16.418" v="7156" actId="1076"/>
          <ac:spMkLst>
            <pc:docMk/>
            <pc:sldMk cId="1897276873" sldId="392"/>
            <ac:spMk id="16" creationId="{9FF0FF31-EAD2-5953-E54C-C5E0C62DC4B6}"/>
          </ac:spMkLst>
        </pc:spChg>
        <pc:spChg chg="add del mod ord">
          <ac:chgData name="Muriel BORDE" userId="c170603111e0d29b" providerId="LiveId" clId="{88A39F71-90C1-4121-B360-2DDA4F102DCB}" dt="2023-09-27T15:00:28.934" v="20500" actId="478"/>
          <ac:spMkLst>
            <pc:docMk/>
            <pc:sldMk cId="1897276873" sldId="392"/>
            <ac:spMk id="17" creationId="{F089095E-8836-87C2-9E74-CBFE549EA21D}"/>
          </ac:spMkLst>
        </pc:spChg>
        <pc:spChg chg="add del mod ord">
          <ac:chgData name="Muriel BORDE" userId="c170603111e0d29b" providerId="LiveId" clId="{88A39F71-90C1-4121-B360-2DDA4F102DCB}" dt="2023-09-27T15:00:17.704" v="20496" actId="478"/>
          <ac:spMkLst>
            <pc:docMk/>
            <pc:sldMk cId="1897276873" sldId="392"/>
            <ac:spMk id="18" creationId="{5A8A2530-B1C4-1B34-3036-11E96E2F4459}"/>
          </ac:spMkLst>
        </pc:spChg>
        <pc:spChg chg="add del mod">
          <ac:chgData name="Muriel BORDE" userId="c170603111e0d29b" providerId="LiveId" clId="{88A39F71-90C1-4121-B360-2DDA4F102DCB}" dt="2023-09-27T15:00:21.462" v="20499" actId="478"/>
          <ac:spMkLst>
            <pc:docMk/>
            <pc:sldMk cId="1897276873" sldId="392"/>
            <ac:spMk id="20" creationId="{C6F5EB6A-35B9-6E97-77B9-3216EF17ED7A}"/>
          </ac:spMkLst>
        </pc:spChg>
        <pc:picChg chg="add mod">
          <ac:chgData name="Muriel BORDE" userId="c170603111e0d29b" providerId="LiveId" clId="{88A39F71-90C1-4121-B360-2DDA4F102DCB}" dt="2023-09-05T08:14:46.989" v="18282" actId="1038"/>
          <ac:picMkLst>
            <pc:docMk/>
            <pc:sldMk cId="1897276873" sldId="392"/>
            <ac:picMk id="3" creationId="{625AC2D1-A9F2-AD35-F33F-C131667DBCC9}"/>
          </ac:picMkLst>
        </pc:picChg>
        <pc:picChg chg="del">
          <ac:chgData name="Muriel BORDE" userId="c170603111e0d29b" providerId="LiveId" clId="{88A39F71-90C1-4121-B360-2DDA4F102DCB}" dt="2023-07-26T12:44:29.960" v="1337" actId="478"/>
          <ac:picMkLst>
            <pc:docMk/>
            <pc:sldMk cId="1897276873" sldId="392"/>
            <ac:picMk id="7" creationId="{00000000-0000-0000-0000-000000000000}"/>
          </ac:picMkLst>
        </pc:picChg>
        <pc:picChg chg="add del mod">
          <ac:chgData name="Muriel BORDE" userId="c170603111e0d29b" providerId="LiveId" clId="{88A39F71-90C1-4121-B360-2DDA4F102DCB}" dt="2023-07-27T07:57:30.654" v="4529" actId="478"/>
          <ac:picMkLst>
            <pc:docMk/>
            <pc:sldMk cId="1897276873" sldId="392"/>
            <ac:picMk id="2050" creationId="{F2D12CBB-6D1A-D679-95EF-C8B218223815}"/>
          </ac:picMkLst>
        </pc:picChg>
        <pc:picChg chg="add del">
          <ac:chgData name="Muriel BORDE" userId="c170603111e0d29b" providerId="LiveId" clId="{88A39F71-90C1-4121-B360-2DDA4F102DCB}" dt="2023-07-27T07:49:57.593" v="4423" actId="478"/>
          <ac:picMkLst>
            <pc:docMk/>
            <pc:sldMk cId="1897276873" sldId="392"/>
            <ac:picMk id="2052" creationId="{9B087671-984A-EC7B-E4A4-88FF2A362C68}"/>
          </ac:picMkLst>
        </pc:picChg>
        <pc:picChg chg="add mod">
          <ac:chgData name="Muriel BORDE" userId="c170603111e0d29b" providerId="LiveId" clId="{88A39F71-90C1-4121-B360-2DDA4F102DCB}" dt="2023-09-05T08:14:46.989" v="18282" actId="1038"/>
          <ac:picMkLst>
            <pc:docMk/>
            <pc:sldMk cId="1897276873" sldId="392"/>
            <ac:picMk id="2054" creationId="{1061E907-B650-BC8F-EB42-1B870C75C8B3}"/>
          </ac:picMkLst>
        </pc:picChg>
        <pc:picChg chg="add mod">
          <ac:chgData name="Muriel BORDE" userId="c170603111e0d29b" providerId="LiveId" clId="{88A39F71-90C1-4121-B360-2DDA4F102DCB}" dt="2023-09-05T08:14:46.989" v="18282" actId="1038"/>
          <ac:picMkLst>
            <pc:docMk/>
            <pc:sldMk cId="1897276873" sldId="392"/>
            <ac:picMk id="2056" creationId="{8A47BFF9-E32C-9076-22FD-F91441A59410}"/>
          </ac:picMkLst>
        </pc:picChg>
        <pc:picChg chg="add del mod">
          <ac:chgData name="Muriel BORDE" userId="c170603111e0d29b" providerId="LiveId" clId="{88A39F71-90C1-4121-B360-2DDA4F102DCB}" dt="2023-07-27T07:54:08.192" v="4479" actId="478"/>
          <ac:picMkLst>
            <pc:docMk/>
            <pc:sldMk cId="1897276873" sldId="392"/>
            <ac:picMk id="2058" creationId="{8ACD7A61-953D-56E5-6505-768E7133A3AA}"/>
          </ac:picMkLst>
        </pc:picChg>
        <pc:picChg chg="add mod">
          <ac:chgData name="Muriel BORDE" userId="c170603111e0d29b" providerId="LiveId" clId="{88A39F71-90C1-4121-B360-2DDA4F102DCB}" dt="2023-09-05T08:14:46.989" v="18282" actId="1038"/>
          <ac:picMkLst>
            <pc:docMk/>
            <pc:sldMk cId="1897276873" sldId="392"/>
            <ac:picMk id="2060" creationId="{099BA785-86D6-F1A0-C052-632601E94028}"/>
          </ac:picMkLst>
        </pc:picChg>
        <pc:picChg chg="add del mod">
          <ac:chgData name="Muriel BORDE" userId="c170603111e0d29b" providerId="LiveId" clId="{88A39F71-90C1-4121-B360-2DDA4F102DCB}" dt="2023-07-27T07:55:48.767" v="4521" actId="478"/>
          <ac:picMkLst>
            <pc:docMk/>
            <pc:sldMk cId="1897276873" sldId="392"/>
            <ac:picMk id="2062" creationId="{D35D3AA5-2B18-9613-4043-FFB772C6E21D}"/>
          </ac:picMkLst>
        </pc:picChg>
        <pc:picChg chg="add del">
          <ac:chgData name="Muriel BORDE" userId="c170603111e0d29b" providerId="LiveId" clId="{88A39F71-90C1-4121-B360-2DDA4F102DCB}" dt="2023-07-27T07:55:59.559" v="4523" actId="478"/>
          <ac:picMkLst>
            <pc:docMk/>
            <pc:sldMk cId="1897276873" sldId="392"/>
            <ac:picMk id="2064" creationId="{8F32133A-A1E2-2371-ABD1-5224F42FB4F9}"/>
          </ac:picMkLst>
        </pc:picChg>
        <pc:picChg chg="add mod">
          <ac:chgData name="Muriel BORDE" userId="c170603111e0d29b" providerId="LiveId" clId="{88A39F71-90C1-4121-B360-2DDA4F102DCB}" dt="2023-09-05T08:14:46.989" v="18282" actId="1038"/>
          <ac:picMkLst>
            <pc:docMk/>
            <pc:sldMk cId="1897276873" sldId="392"/>
            <ac:picMk id="2066" creationId="{81E7DE00-820F-33EB-BACB-FDA82B3FFC95}"/>
          </ac:picMkLst>
        </pc:picChg>
        <pc:picChg chg="add mod">
          <ac:chgData name="Muriel BORDE" userId="c170603111e0d29b" providerId="LiveId" clId="{88A39F71-90C1-4121-B360-2DDA4F102DCB}" dt="2023-09-05T08:14:46.989" v="18282" actId="1038"/>
          <ac:picMkLst>
            <pc:docMk/>
            <pc:sldMk cId="1897276873" sldId="392"/>
            <ac:picMk id="2068" creationId="{87BF142B-7266-70E6-5752-A0F8AE89BA24}"/>
          </ac:picMkLst>
        </pc:picChg>
      </pc:sldChg>
      <pc:sldChg chg="addSp delSp modSp add del mod ord">
        <pc:chgData name="Muriel BORDE" userId="c170603111e0d29b" providerId="LiveId" clId="{88A39F71-90C1-4121-B360-2DDA4F102DCB}" dt="2023-07-27T08:13:21.872" v="4777" actId="2696"/>
        <pc:sldMkLst>
          <pc:docMk/>
          <pc:sldMk cId="566530744" sldId="393"/>
        </pc:sldMkLst>
        <pc:spChg chg="add del mod">
          <ac:chgData name="Muriel BORDE" userId="c170603111e0d29b" providerId="LiveId" clId="{88A39F71-90C1-4121-B360-2DDA4F102DCB}" dt="2023-07-26T12:46:42.880" v="1390" actId="478"/>
          <ac:spMkLst>
            <pc:docMk/>
            <pc:sldMk cId="566530744" sldId="393"/>
            <ac:spMk id="4" creationId="{8B33B1FA-5306-E739-4563-F3D93789C14C}"/>
          </ac:spMkLst>
        </pc:spChg>
        <pc:spChg chg="mod">
          <ac:chgData name="Muriel BORDE" userId="c170603111e0d29b" providerId="LiveId" clId="{88A39F71-90C1-4121-B360-2DDA4F102DCB}" dt="2023-07-26T16:12:01.339" v="4087" actId="6549"/>
          <ac:spMkLst>
            <pc:docMk/>
            <pc:sldMk cId="566530744" sldId="393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6T12:46:41.789" v="1389" actId="478"/>
          <ac:spMkLst>
            <pc:docMk/>
            <pc:sldMk cId="566530744" sldId="393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6T13:57:54.628" v="1707" actId="478"/>
          <ac:spMkLst>
            <pc:docMk/>
            <pc:sldMk cId="566530744" sldId="393"/>
            <ac:spMk id="8" creationId="{296BD3FE-B322-9BFB-E63A-EA2A68A386D7}"/>
          </ac:spMkLst>
        </pc:spChg>
        <pc:spChg chg="add mod">
          <ac:chgData name="Muriel BORDE" userId="c170603111e0d29b" providerId="LiveId" clId="{88A39F71-90C1-4121-B360-2DDA4F102DCB}" dt="2023-07-26T16:03:03.379" v="3829" actId="3626"/>
          <ac:spMkLst>
            <pc:docMk/>
            <pc:sldMk cId="566530744" sldId="393"/>
            <ac:spMk id="10" creationId="{4AE6B595-DBB7-FE62-A093-1A57AFBE7159}"/>
          </ac:spMkLst>
        </pc:spChg>
        <pc:spChg chg="add del mod">
          <ac:chgData name="Muriel BORDE" userId="c170603111e0d29b" providerId="LiveId" clId="{88A39F71-90C1-4121-B360-2DDA4F102DCB}" dt="2023-07-26T14:00:59.571" v="1762" actId="478"/>
          <ac:spMkLst>
            <pc:docMk/>
            <pc:sldMk cId="566530744" sldId="393"/>
            <ac:spMk id="11" creationId="{15C473B6-B3C2-D0A6-75C6-511C264A6E2F}"/>
          </ac:spMkLst>
        </pc:spChg>
        <pc:spChg chg="add del mod">
          <ac:chgData name="Muriel BORDE" userId="c170603111e0d29b" providerId="LiveId" clId="{88A39F71-90C1-4121-B360-2DDA4F102DCB}" dt="2023-07-26T13:58:41.427" v="1718" actId="478"/>
          <ac:spMkLst>
            <pc:docMk/>
            <pc:sldMk cId="566530744" sldId="393"/>
            <ac:spMk id="12" creationId="{4B947D52-E8C7-CF97-AF63-6F705FDECBB0}"/>
          </ac:spMkLst>
        </pc:spChg>
        <pc:spChg chg="del mod">
          <ac:chgData name="Muriel BORDE" userId="c170603111e0d29b" providerId="LiveId" clId="{88A39F71-90C1-4121-B360-2DDA4F102DCB}" dt="2023-07-26T12:46:44.029" v="1391" actId="478"/>
          <ac:spMkLst>
            <pc:docMk/>
            <pc:sldMk cId="566530744" sldId="393"/>
            <ac:spMk id="511998753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07:27.326" v="20627" actId="478"/>
        <pc:sldMkLst>
          <pc:docMk/>
          <pc:sldMk cId="1499924118" sldId="393"/>
        </pc:sldMkLst>
        <pc:spChg chg="mod ord">
          <ac:chgData name="Muriel BORDE" userId="c170603111e0d29b" providerId="LiveId" clId="{88A39F71-90C1-4121-B360-2DDA4F102DCB}" dt="2023-09-27T15:07:20.735" v="20624" actId="700"/>
          <ac:spMkLst>
            <pc:docMk/>
            <pc:sldMk cId="1499924118" sldId="393"/>
            <ac:spMk id="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7T08:55:39.366" v="5538" actId="478"/>
          <ac:spMkLst>
            <pc:docMk/>
            <pc:sldMk cId="1499924118" sldId="393"/>
            <ac:spMk id="3" creationId="{ED953444-C934-EF1A-4C3F-0A2E9B200CBC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4" creationId="{537C4BE3-DC47-DFC1-E5F6-89716039AB6F}"/>
          </ac:spMkLst>
        </pc:spChg>
        <pc:spChg chg="del mod">
          <ac:chgData name="Muriel BORDE" userId="c170603111e0d29b" providerId="LiveId" clId="{88A39F71-90C1-4121-B360-2DDA4F102DCB}" dt="2023-07-28T12:36:19.623" v="16163" actId="478"/>
          <ac:spMkLst>
            <pc:docMk/>
            <pc:sldMk cId="1499924118" sldId="393"/>
            <ac:spMk id="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07:22.445" v="20625" actId="478"/>
          <ac:spMkLst>
            <pc:docMk/>
            <pc:sldMk cId="1499924118" sldId="393"/>
            <ac:spMk id="5" creationId="{1DDBA7CF-3732-0F80-972C-94FB9D7A9777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6" creationId="{6272DE01-FA45-08EF-7A4D-873729F7C17F}"/>
          </ac:spMkLst>
        </pc:spChg>
        <pc:spChg chg="add del mod">
          <ac:chgData name="Muriel BORDE" userId="c170603111e0d29b" providerId="LiveId" clId="{88A39F71-90C1-4121-B360-2DDA4F102DCB}" dt="2023-07-28T12:36:21.660" v="16166" actId="478"/>
          <ac:spMkLst>
            <pc:docMk/>
            <pc:sldMk cId="1499924118" sldId="393"/>
            <ac:spMk id="7" creationId="{327EA385-54CC-CBCD-76E9-0A9ADD3476B7}"/>
          </ac:spMkLst>
        </pc:spChg>
        <pc:spChg chg="add del mod">
          <ac:chgData name="Muriel BORDE" userId="c170603111e0d29b" providerId="LiveId" clId="{88A39F71-90C1-4121-B360-2DDA4F102DCB}" dt="2023-07-27T08:30:14.897" v="5072" actId="478"/>
          <ac:spMkLst>
            <pc:docMk/>
            <pc:sldMk cId="1499924118" sldId="393"/>
            <ac:spMk id="7" creationId="{5A8CA72F-42F0-8DD1-5226-19ECCD396362}"/>
          </ac:spMkLst>
        </pc:spChg>
        <pc:spChg chg="add del mod ord">
          <ac:chgData name="Muriel BORDE" userId="c170603111e0d29b" providerId="LiveId" clId="{88A39F71-90C1-4121-B360-2DDA4F102DCB}" dt="2023-09-27T15:07:24.293" v="20626" actId="478"/>
          <ac:spMkLst>
            <pc:docMk/>
            <pc:sldMk cId="1499924118" sldId="393"/>
            <ac:spMk id="7" creationId="{B7014977-C258-6DB2-4791-8459E8E82837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8" creationId="{3266AF6F-BFD8-9082-8463-B494C5F8A3E2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9" creationId="{A5B35F3C-90E2-CD30-09CB-664AB8133139}"/>
          </ac:spMkLst>
        </pc:spChg>
        <pc:spChg chg="del">
          <ac:chgData name="Muriel BORDE" userId="c170603111e0d29b" providerId="LiveId" clId="{88A39F71-90C1-4121-B360-2DDA4F102DCB}" dt="2023-07-27T08:24:46.876" v="4845" actId="478"/>
          <ac:spMkLst>
            <pc:docMk/>
            <pc:sldMk cId="1499924118" sldId="393"/>
            <ac:spMk id="10" creationId="{4AE6B595-DBB7-FE62-A093-1A57AFBE7159}"/>
          </ac:spMkLst>
        </pc:spChg>
        <pc:spChg chg="add mod">
          <ac:chgData name="Muriel BORDE" userId="c170603111e0d29b" providerId="LiveId" clId="{88A39F71-90C1-4121-B360-2DDA4F102DCB}" dt="2023-07-28T12:38:37.622" v="16288" actId="20577"/>
          <ac:spMkLst>
            <pc:docMk/>
            <pc:sldMk cId="1499924118" sldId="393"/>
            <ac:spMk id="10" creationId="{5438A8E2-5544-C50F-CAC2-EFA220887F6F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11" creationId="{FC4E1185-2DBF-7C96-9390-876E702BA5CE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12" creationId="{BC6933F6-F73B-E1E1-B603-1AD15DE6755A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13" creationId="{1DD941CA-F9A4-9548-3BB3-8CF3E2AC1DA3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14" creationId="{84DA2C06-AE7D-7C9E-5747-C23B03A80366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16" creationId="{35905C19-77F5-1471-CC2C-E909FD906F9D}"/>
          </ac:spMkLst>
        </pc:spChg>
        <pc:spChg chg="add del mod ord">
          <ac:chgData name="Muriel BORDE" userId="c170603111e0d29b" providerId="LiveId" clId="{88A39F71-90C1-4121-B360-2DDA4F102DCB}" dt="2023-09-27T15:07:27.326" v="20627" actId="478"/>
          <ac:spMkLst>
            <pc:docMk/>
            <pc:sldMk cId="1499924118" sldId="393"/>
            <ac:spMk id="17" creationId="{40C06E7B-C635-5744-38D6-CBAF97177664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30" creationId="{85800AA2-B54E-A319-345C-AD6ABDFDBAFB}"/>
          </ac:spMkLst>
        </pc:spChg>
        <pc:spChg chg="add mod">
          <ac:chgData name="Muriel BORDE" userId="c170603111e0d29b" providerId="LiveId" clId="{88A39F71-90C1-4121-B360-2DDA4F102DCB}" dt="2023-09-22T15:09:59.150" v="20067" actId="14100"/>
          <ac:spMkLst>
            <pc:docMk/>
            <pc:sldMk cId="1499924118" sldId="393"/>
            <ac:spMk id="43" creationId="{95685F5A-10A9-D116-DB2B-369547FF808B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45" creationId="{279940EC-1872-7D4A-3E7A-F71BC6D9C51F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47" creationId="{E75D67E0-238A-715C-A0B7-717BC0FF2A06}"/>
          </ac:spMkLst>
        </pc:spChg>
        <pc:spChg chg="add mod">
          <ac:chgData name="Muriel BORDE" userId="c170603111e0d29b" providerId="LiveId" clId="{88A39F71-90C1-4121-B360-2DDA4F102DCB}" dt="2023-09-22T15:10:09.364" v="20071" actId="14100"/>
          <ac:spMkLst>
            <pc:docMk/>
            <pc:sldMk cId="1499924118" sldId="393"/>
            <ac:spMk id="49" creationId="{A5127810-94BA-392D-F935-10B0FB80BAD0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51" creationId="{9A48C486-153F-7F87-6F1B-4222F28A412D}"/>
          </ac:spMkLst>
        </pc:spChg>
        <pc:spChg chg="add mod">
          <ac:chgData name="Muriel BORDE" userId="c170603111e0d29b" providerId="LiveId" clId="{88A39F71-90C1-4121-B360-2DDA4F102DCB}" dt="2023-09-22T15:09:55.828" v="20066" actId="1038"/>
          <ac:spMkLst>
            <pc:docMk/>
            <pc:sldMk cId="1499924118" sldId="393"/>
            <ac:spMk id="53" creationId="{DE366DAA-3149-7205-138F-17791CDFA84E}"/>
          </ac:spMkLst>
        </pc:spChg>
        <pc:spChg chg="add del mod">
          <ac:chgData name="Muriel BORDE" userId="c170603111e0d29b" providerId="LiveId" clId="{88A39F71-90C1-4121-B360-2DDA4F102DCB}" dt="2023-07-27T09:27:59.233" v="6147" actId="21"/>
          <ac:spMkLst>
            <pc:docMk/>
            <pc:sldMk cId="1499924118" sldId="393"/>
            <ac:spMk id="4163" creationId="{52B15F90-A6E8-1B9A-2187-91ED9DA13F9F}"/>
          </ac:spMkLst>
        </pc:spChg>
        <pc:spChg chg="add mod">
          <ac:chgData name="Muriel BORDE" userId="c170603111e0d29b" providerId="LiveId" clId="{88A39F71-90C1-4121-B360-2DDA4F102DCB}" dt="2023-07-27T09:28:02.523" v="6149"/>
          <ac:spMkLst>
            <pc:docMk/>
            <pc:sldMk cId="1499924118" sldId="393"/>
            <ac:spMk id="4164" creationId="{CE9440E0-B094-E1AB-CAC5-521EB2F8B3CD}"/>
          </ac:spMkLst>
        </pc:spChg>
        <pc:spChg chg="add mod">
          <ac:chgData name="Muriel BORDE" userId="c170603111e0d29b" providerId="LiveId" clId="{88A39F71-90C1-4121-B360-2DDA4F102DCB}" dt="2023-07-27T11:41:07.983" v="8387" actId="1076"/>
          <ac:spMkLst>
            <pc:docMk/>
            <pc:sldMk cId="1499924118" sldId="393"/>
            <ac:spMk id="4165" creationId="{8E27FB9F-4F0D-6E2D-FDB2-507EC436DCFB}"/>
          </ac:spMkLst>
        </pc:spChg>
        <pc:picChg chg="add del mod">
          <ac:chgData name="Muriel BORDE" userId="c170603111e0d29b" providerId="LiveId" clId="{88A39F71-90C1-4121-B360-2DDA4F102DCB}" dt="2023-07-27T08:28:38.177" v="5039" actId="478"/>
          <ac:picMkLst>
            <pc:docMk/>
            <pc:sldMk cId="1499924118" sldId="393"/>
            <ac:picMk id="4098" creationId="{2CF42E9D-2C0C-1106-DB57-354010BEC995}"/>
          </ac:picMkLst>
        </pc:picChg>
        <pc:cxnChg chg="add mod">
          <ac:chgData name="Muriel BORDE" userId="c170603111e0d29b" providerId="LiveId" clId="{88A39F71-90C1-4121-B360-2DDA4F102DCB}" dt="2023-09-22T15:09:59.150" v="20067" actId="14100"/>
          <ac:cxnSpMkLst>
            <pc:docMk/>
            <pc:sldMk cId="1499924118" sldId="393"/>
            <ac:cxnSpMk id="3" creationId="{29393DF4-0C10-2816-34C5-74F4B0FA2335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15" creationId="{B0253D3F-C2FE-11F1-3220-98D9DC0D5401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18" creationId="{6461228A-FF32-A3CB-2290-4618A4DA71BA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19" creationId="{3C780A0E-68CE-85AD-796B-DF1C5AE002C0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21" creationId="{2CF26F4E-16E6-182A-C5D8-F8F3664CBFBF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22" creationId="{E6E908A1-984E-C157-33E3-976299ECF269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26" creationId="{0231B0F5-E209-D817-90E9-600B45D49266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29" creationId="{0B27D130-61FE-0DB2-1C6E-16E81443499D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32" creationId="{C87AABAD-29A1-26CA-F961-B479EE0001F6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35" creationId="{51B4FE53-F7E6-945D-9384-3CE908DED26B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39" creationId="{E2AFED77-D7A1-9A62-0730-2D9F1235917F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54" creationId="{CAF474FB-92AB-18F0-5703-70D5E8D94495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57" creationId="{A1024DB8-9010-410D-D64B-D2C1577593EC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61" creationId="{50B62C04-2175-8B16-76A7-614D9026F312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096" creationId="{0B293E8C-8B97-728C-29E0-C283CF488CBE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01" creationId="{3FB2CACB-3364-4212-1849-EADCAA321847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06" creationId="{3DAFF6DE-1995-B659-641F-06ED49503A11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09" creationId="{10151C76-AD30-54C7-86C3-647B1C7D1018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13" creationId="{F8388635-3DEE-BD05-0D77-354B20742B82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17" creationId="{0C48FF2D-0E71-10A0-F089-4AC0FCD3A56C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20" creationId="{A59286D3-2E71-03E4-6E54-66689172147E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23" creationId="{E694FD1A-CB1C-4114-96B5-4E837C0FE214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26" creationId="{4ED23F69-16DB-F4D5-53F7-3DC97896E1EC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30" creationId="{9A914C47-2F1C-E649-BB27-9FEC60D91273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33" creationId="{D66EABAD-FC91-693D-C0E0-B57B91EAE9FB}"/>
          </ac:cxnSpMkLst>
        </pc:cxnChg>
        <pc:cxnChg chg="add mod">
          <ac:chgData name="Muriel BORDE" userId="c170603111e0d29b" providerId="LiveId" clId="{88A39F71-90C1-4121-B360-2DDA4F102DCB}" dt="2023-09-22T15:10:09.364" v="20071" actId="14100"/>
          <ac:cxnSpMkLst>
            <pc:docMk/>
            <pc:sldMk cId="1499924118" sldId="393"/>
            <ac:cxnSpMk id="4138" creationId="{B2B9E8C5-FBCA-A085-BAF1-CEF4A063A384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41" creationId="{FF093A8F-AC33-13F0-9067-81B6082B2E00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44" creationId="{478C8832-9AE1-C482-F58C-9713D64F8F6C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48" creationId="{4D57035B-AE1F-029D-2F12-2B9CA02C3B1E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51" creationId="{2F120941-2463-9410-6FC6-ACAAFB612991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55" creationId="{510B5730-7169-90C8-32A8-0D1F24F4621B}"/>
          </ac:cxnSpMkLst>
        </pc:cxnChg>
        <pc:cxnChg chg="add mod">
          <ac:chgData name="Muriel BORDE" userId="c170603111e0d29b" providerId="LiveId" clId="{88A39F71-90C1-4121-B360-2DDA4F102DCB}" dt="2023-09-22T15:09:55.828" v="20066" actId="1038"/>
          <ac:cxnSpMkLst>
            <pc:docMk/>
            <pc:sldMk cId="1499924118" sldId="393"/>
            <ac:cxnSpMk id="4160" creationId="{8280E489-A518-C3A9-477C-3C4522A92153}"/>
          </ac:cxnSpMkLst>
        </pc:cxnChg>
      </pc:sldChg>
      <pc:sldChg chg="addSp delSp modSp add mod modClrScheme chgLayout">
        <pc:chgData name="Muriel BORDE" userId="c170603111e0d29b" providerId="LiveId" clId="{88A39F71-90C1-4121-B360-2DDA4F102DCB}" dt="2023-09-27T15:08:51.535" v="20639" actId="14100"/>
        <pc:sldMkLst>
          <pc:docMk/>
          <pc:sldMk cId="894047666" sldId="394"/>
        </pc:sldMkLst>
        <pc:spChg chg="mod ord">
          <ac:chgData name="Muriel BORDE" userId="c170603111e0d29b" providerId="LiveId" clId="{88A39F71-90C1-4121-B360-2DDA4F102DCB}" dt="2023-09-27T15:08:33.989" v="20635" actId="700"/>
          <ac:spMkLst>
            <pc:docMk/>
            <pc:sldMk cId="894047666" sldId="394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" creationId="{9753EBF9-F546-6865-5759-A84E4F2D5D3B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4" creationId="{D29B2103-1FA0-F328-A3B9-FBE5CAE398F3}"/>
          </ac:spMkLst>
        </pc:spChg>
        <pc:spChg chg="del">
          <ac:chgData name="Muriel BORDE" userId="c170603111e0d29b" providerId="LiveId" clId="{88A39F71-90C1-4121-B360-2DDA4F102DCB}" dt="2023-07-27T09:43:47.649" v="6743" actId="478"/>
          <ac:spMkLst>
            <pc:docMk/>
            <pc:sldMk cId="894047666" sldId="394"/>
            <ac:spMk id="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08:40.335" v="20637" actId="478"/>
          <ac:spMkLst>
            <pc:docMk/>
            <pc:sldMk cId="894047666" sldId="394"/>
            <ac:spMk id="5" creationId="{30F99E96-A574-2725-A215-1F531E26107D}"/>
          </ac:spMkLst>
        </pc:spChg>
        <pc:spChg chg="add del mod ord">
          <ac:chgData name="Muriel BORDE" userId="c170603111e0d29b" providerId="LiveId" clId="{88A39F71-90C1-4121-B360-2DDA4F102DCB}" dt="2023-09-27T15:08:38.615" v="20636" actId="478"/>
          <ac:spMkLst>
            <pc:docMk/>
            <pc:sldMk cId="894047666" sldId="394"/>
            <ac:spMk id="6" creationId="{5EAA264F-BE95-1738-161D-D30F38152D06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6" creationId="{8CAE562A-4A9E-EEAF-2B84-A2CAECEACEC1}"/>
          </ac:spMkLst>
        </pc:spChg>
        <pc:spChg chg="mod ord">
          <ac:chgData name="Muriel BORDE" userId="c170603111e0d29b" providerId="LiveId" clId="{88A39F71-90C1-4121-B360-2DDA4F102DCB}" dt="2023-09-27T15:08:51.535" v="20639" actId="14100"/>
          <ac:spMkLst>
            <pc:docMk/>
            <pc:sldMk cId="894047666" sldId="394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7T09:39:00.015" v="6469" actId="478"/>
          <ac:spMkLst>
            <pc:docMk/>
            <pc:sldMk cId="894047666" sldId="394"/>
            <ac:spMk id="8" creationId="{0B26678E-996B-E282-3766-AA92F065602F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9" creationId="{78740A20-3A12-84D7-73EF-75CAD228E571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10" creationId="{299E55A7-8B70-8F2F-3C0D-F027904BCBEC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11" creationId="{683337EB-4D90-25BA-8557-91AA21F7719C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12" creationId="{6207C9DD-A529-CBD2-83DE-26576CBAF056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13" creationId="{D36B56BF-514F-B041-B303-2EE2217B2E56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14" creationId="{E48DEF70-D8D3-C426-2488-84C9C9FC9222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15" creationId="{2AC6F6E4-E230-E387-D6D9-4CAD20D472CB}"/>
          </ac:spMkLst>
        </pc:spChg>
        <pc:spChg chg="add del mod">
          <ac:chgData name="Muriel BORDE" userId="c170603111e0d29b" providerId="LiveId" clId="{88A39F71-90C1-4121-B360-2DDA4F102DCB}" dt="2023-07-27T09:42:58.472" v="6733" actId="478"/>
          <ac:spMkLst>
            <pc:docMk/>
            <pc:sldMk cId="894047666" sldId="394"/>
            <ac:spMk id="16" creationId="{469B8C84-46A7-A3B6-7D64-A86462D76965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17" creationId="{CBC2B0C9-1528-21D4-B372-83599AA4A52A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18" creationId="{EC9CFFF2-52EF-62E6-6FDD-18603B05E88D}"/>
          </ac:spMkLst>
        </pc:spChg>
        <pc:spChg chg="add mod">
          <ac:chgData name="Muriel BORDE" userId="c170603111e0d29b" providerId="LiveId" clId="{88A39F71-90C1-4121-B360-2DDA4F102DCB}" dt="2023-07-28T13:27:53.165" v="16772" actId="20577"/>
          <ac:spMkLst>
            <pc:docMk/>
            <pc:sldMk cId="894047666" sldId="394"/>
            <ac:spMk id="19" creationId="{162AF59F-5D9F-7DE5-0D11-6FC096C3D860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0" creationId="{023FB537-2BF3-2B02-8539-1522E4EABE79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1" creationId="{84405DD0-A9FA-64A4-B86D-3E35171E2864}"/>
          </ac:spMkLst>
        </pc:spChg>
        <pc:spChg chg="add del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2" creationId="{710ACEF6-5860-E181-0237-3C6572258A0C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3" creationId="{A0AE5BF3-1FF9-316A-0EE6-088363AFB358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4" creationId="{B567EA7C-570C-083C-ABD4-21A1BE02F41F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5" creationId="{A5770E35-476E-A53E-D55A-78264B850300}"/>
          </ac:spMkLst>
        </pc:spChg>
        <pc:spChg chg="add mod">
          <ac:chgData name="Muriel BORDE" userId="c170603111e0d29b" providerId="LiveId" clId="{88A39F71-90C1-4121-B360-2DDA4F102DCB}" dt="2023-09-22T15:03:34.223" v="19888" actId="20577"/>
          <ac:spMkLst>
            <pc:docMk/>
            <pc:sldMk cId="894047666" sldId="394"/>
            <ac:spMk id="26" creationId="{69E10526-E080-3931-A930-5A7098E2C59A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7" creationId="{B8FC9CB3-9F29-5FD6-6B34-B1AF57F401F3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28" creationId="{903718B5-50A1-9B24-F3EC-7DA1225CACBF}"/>
          </ac:spMkLst>
        </pc:spChg>
        <pc:spChg chg="add del mod">
          <ac:chgData name="Muriel BORDE" userId="c170603111e0d29b" providerId="LiveId" clId="{88A39F71-90C1-4121-B360-2DDA4F102DCB}" dt="2023-07-27T09:43:50.421" v="6746" actId="478"/>
          <ac:spMkLst>
            <pc:docMk/>
            <pc:sldMk cId="894047666" sldId="394"/>
            <ac:spMk id="30" creationId="{F03A0E20-46A6-04D1-4E8C-09D39B7356CF}"/>
          </ac:spMkLst>
        </pc:spChg>
        <pc:spChg chg="add mod">
          <ac:chgData name="Muriel BORDE" userId="c170603111e0d29b" providerId="LiveId" clId="{88A39F71-90C1-4121-B360-2DDA4F102DCB}" dt="2023-07-28T12:38:50.781" v="16309" actId="20577"/>
          <ac:spMkLst>
            <pc:docMk/>
            <pc:sldMk cId="894047666" sldId="394"/>
            <ac:spMk id="31" creationId="{669E6BE8-8277-3909-786D-D84E7B839A0D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2" creationId="{CAB30F6F-2E7E-D1F4-9978-53A300F47092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3" creationId="{9EBC9118-F9EC-D43E-7B24-5D4E49745F4E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4" creationId="{F7986277-4679-EE2C-D8AA-8B3B31540735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5" creationId="{0564700C-BF99-CA4F-7B8A-AEFD4C348083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6" creationId="{FD7DC094-C8C9-3653-A776-7C18A2472636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7" creationId="{033CA9C4-2FED-6E50-054E-90DCB09C112C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8" creationId="{D77EF57A-455A-6569-DD5B-69219A5ECA22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39" creationId="{D89B7730-DC28-7E13-D864-87D87B480F0A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40" creationId="{8E17FE17-8081-E7F8-E5E6-D2D019FB88AB}"/>
          </ac:spMkLst>
        </pc:spChg>
        <pc:spChg chg="add mod">
          <ac:chgData name="Muriel BORDE" userId="c170603111e0d29b" providerId="LiveId" clId="{88A39F71-90C1-4121-B360-2DDA4F102DCB}" dt="2023-07-27T11:44:37.599" v="8756" actId="1037"/>
          <ac:spMkLst>
            <pc:docMk/>
            <pc:sldMk cId="894047666" sldId="394"/>
            <ac:spMk id="41" creationId="{89EDD195-E206-7B18-A648-FBEEC37D418F}"/>
          </ac:spMkLst>
        </pc:spChg>
        <pc:spChg chg="add del mod">
          <ac:chgData name="Muriel BORDE" userId="c170603111e0d29b" providerId="LiveId" clId="{88A39F71-90C1-4121-B360-2DDA4F102DCB}" dt="2023-07-27T10:24:37.162" v="7559" actId="21"/>
          <ac:spMkLst>
            <pc:docMk/>
            <pc:sldMk cId="894047666" sldId="394"/>
            <ac:spMk id="43" creationId="{0B5C944C-34DF-CAA5-A81D-2EAAD948B8D5}"/>
          </ac:spMkLst>
        </pc:spChg>
        <pc:spChg chg="add del mod">
          <ac:chgData name="Muriel BORDE" userId="c170603111e0d29b" providerId="LiveId" clId="{88A39F71-90C1-4121-B360-2DDA4F102DCB}" dt="2023-07-27T11:42:37.025" v="8515" actId="478"/>
          <ac:spMkLst>
            <pc:docMk/>
            <pc:sldMk cId="894047666" sldId="394"/>
            <ac:spMk id="44" creationId="{8DA89578-605D-D270-5E4A-2D640EDF5AD1}"/>
          </ac:spMkLst>
        </pc:spChg>
        <pc:spChg chg="add del mod">
          <ac:chgData name="Muriel BORDE" userId="c170603111e0d29b" providerId="LiveId" clId="{88A39F71-90C1-4121-B360-2DDA4F102DCB}" dt="2023-07-27T11:41:28.460" v="8441" actId="478"/>
          <ac:spMkLst>
            <pc:docMk/>
            <pc:sldMk cId="894047666" sldId="394"/>
            <ac:spMk id="45" creationId="{4186402D-5F87-F789-B73D-D179ABEDEEE7}"/>
          </ac:spMkLst>
        </pc:spChg>
        <pc:spChg chg="add del mod">
          <ac:chgData name="Muriel BORDE" userId="c170603111e0d29b" providerId="LiveId" clId="{88A39F71-90C1-4121-B360-2DDA4F102DCB}" dt="2023-07-27T11:42:09.580" v="8511"/>
          <ac:spMkLst>
            <pc:docMk/>
            <pc:sldMk cId="894047666" sldId="394"/>
            <ac:spMk id="46" creationId="{DFBB953D-3348-6609-E9D0-E641379CA814}"/>
          </ac:spMkLst>
        </pc:spChg>
        <pc:spChg chg="add mod">
          <ac:chgData name="Muriel BORDE" userId="c170603111e0d29b" providerId="LiveId" clId="{88A39F71-90C1-4121-B360-2DDA4F102DCB}" dt="2023-07-27T11:45:01.325" v="8763" actId="20577"/>
          <ac:spMkLst>
            <pc:docMk/>
            <pc:sldMk cId="894047666" sldId="394"/>
            <ac:spMk id="48" creationId="{2AED7DF4-FA2E-6B85-996F-A8C37D546BC1}"/>
          </ac:spMkLst>
        </pc:spChg>
        <pc:spChg chg="del">
          <ac:chgData name="Muriel BORDE" userId="c170603111e0d29b" providerId="LiveId" clId="{88A39F71-90C1-4121-B360-2DDA4F102DCB}" dt="2023-07-27T09:34:06.920" v="6218" actId="478"/>
          <ac:spMkLst>
            <pc:docMk/>
            <pc:sldMk cId="894047666" sldId="394"/>
            <ac:spMk id="511998753" creationId="{00000000-0000-0000-0000-000000000000}"/>
          </ac:spMkLst>
        </pc:spChg>
        <pc:picChg chg="add del mod">
          <ac:chgData name="Muriel BORDE" userId="c170603111e0d29b" providerId="LiveId" clId="{88A39F71-90C1-4121-B360-2DDA4F102DCB}" dt="2023-07-27T09:38:09.587" v="6428" actId="478"/>
          <ac:picMkLst>
            <pc:docMk/>
            <pc:sldMk cId="894047666" sldId="394"/>
            <ac:picMk id="5122" creationId="{2EC3F1C2-D187-99D1-3DF2-9984043B48C6}"/>
          </ac:picMkLst>
        </pc:picChg>
      </pc:sldChg>
      <pc:sldChg chg="add del">
        <pc:chgData name="Muriel BORDE" userId="c170603111e0d29b" providerId="LiveId" clId="{88A39F71-90C1-4121-B360-2DDA4F102DCB}" dt="2023-07-27T08:13:21.872" v="4777" actId="2696"/>
        <pc:sldMkLst>
          <pc:docMk/>
          <pc:sldMk cId="3493742245" sldId="394"/>
        </pc:sldMkLst>
      </pc:sldChg>
      <pc:sldChg chg="addSp delSp modSp add del mod">
        <pc:chgData name="Muriel BORDE" userId="c170603111e0d29b" providerId="LiveId" clId="{88A39F71-90C1-4121-B360-2DDA4F102DCB}" dt="2023-07-26T13:59:08.295" v="1723" actId="47"/>
        <pc:sldMkLst>
          <pc:docMk/>
          <pc:sldMk cId="804839229" sldId="395"/>
        </pc:sldMkLst>
        <pc:spChg chg="add del mod">
          <ac:chgData name="Muriel BORDE" userId="c170603111e0d29b" providerId="LiveId" clId="{88A39F71-90C1-4121-B360-2DDA4F102DCB}" dt="2023-07-26T13:59:01.970" v="1721" actId="478"/>
          <ac:spMkLst>
            <pc:docMk/>
            <pc:sldMk cId="804839229" sldId="395"/>
            <ac:spMk id="4" creationId="{604413DA-7823-524A-19C6-30160AF81069}"/>
          </ac:spMkLst>
        </pc:spChg>
        <pc:spChg chg="add del mod">
          <ac:chgData name="Muriel BORDE" userId="c170603111e0d29b" providerId="LiveId" clId="{88A39F71-90C1-4121-B360-2DDA4F102DCB}" dt="2023-07-26T13:59:04.078" v="1722" actId="478"/>
          <ac:spMkLst>
            <pc:docMk/>
            <pc:sldMk cId="804839229" sldId="395"/>
            <ac:spMk id="7" creationId="{1681F42C-90C3-E6CC-F2CD-4CDC69AE87B8}"/>
          </ac:spMkLst>
        </pc:spChg>
        <pc:spChg chg="del">
          <ac:chgData name="Muriel BORDE" userId="c170603111e0d29b" providerId="LiveId" clId="{88A39F71-90C1-4121-B360-2DDA4F102DCB}" dt="2023-07-26T12:48:28.199" v="1398" actId="478"/>
          <ac:spMkLst>
            <pc:docMk/>
            <pc:sldMk cId="804839229" sldId="395"/>
            <ac:spMk id="8" creationId="{296BD3FE-B322-9BFB-E63A-EA2A68A386D7}"/>
          </ac:spMkLst>
        </pc:spChg>
      </pc:sldChg>
      <pc:sldChg chg="delSp add del">
        <pc:chgData name="Muriel BORDE" userId="c170603111e0d29b" providerId="LiveId" clId="{88A39F71-90C1-4121-B360-2DDA4F102DCB}" dt="2023-07-26T15:47:29.521" v="3472" actId="47"/>
        <pc:sldMkLst>
          <pc:docMk/>
          <pc:sldMk cId="1105676684" sldId="396"/>
        </pc:sldMkLst>
        <pc:picChg chg="del">
          <ac:chgData name="Muriel BORDE" userId="c170603111e0d29b" providerId="LiveId" clId="{88A39F71-90C1-4121-B360-2DDA4F102DCB}" dt="2023-07-26T13:43:11.869" v="1413" actId="478"/>
          <ac:picMkLst>
            <pc:docMk/>
            <pc:sldMk cId="1105676684" sldId="396"/>
            <ac:picMk id="2068" creationId="{04FD82F1-5084-3FBD-D1D5-5294A4557A49}"/>
          </ac:picMkLst>
        </pc:picChg>
      </pc:sldChg>
      <pc:sldChg chg="modSp add del mod ord">
        <pc:chgData name="Muriel BORDE" userId="c170603111e0d29b" providerId="LiveId" clId="{88A39F71-90C1-4121-B360-2DDA4F102DCB}" dt="2023-07-26T14:00:00.501" v="1746" actId="47"/>
        <pc:sldMkLst>
          <pc:docMk/>
          <pc:sldMk cId="3672648734" sldId="397"/>
        </pc:sldMkLst>
        <pc:spChg chg="mod">
          <ac:chgData name="Muriel BORDE" userId="c170603111e0d29b" providerId="LiveId" clId="{88A39F71-90C1-4121-B360-2DDA4F102DCB}" dt="2023-07-26T13:54:44.708" v="1633" actId="20577"/>
          <ac:spMkLst>
            <pc:docMk/>
            <pc:sldMk cId="3672648734" sldId="397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6T13:55:02.034" v="1634"/>
          <ac:spMkLst>
            <pc:docMk/>
            <pc:sldMk cId="3672648734" sldId="397"/>
            <ac:spMk id="511998753" creationId="{00000000-0000-0000-0000-000000000000}"/>
          </ac:spMkLst>
        </pc:spChg>
      </pc:sldChg>
      <pc:sldChg chg="add del">
        <pc:chgData name="Muriel BORDE" userId="c170603111e0d29b" providerId="LiveId" clId="{88A39F71-90C1-4121-B360-2DDA4F102DCB}" dt="2023-07-27T09:00:33.739" v="5588" actId="47"/>
        <pc:sldMkLst>
          <pc:docMk/>
          <pc:sldMk cId="2076060849" sldId="398"/>
        </pc:sldMkLst>
      </pc:sldChg>
      <pc:sldChg chg="modSp add del mod">
        <pc:chgData name="Muriel BORDE" userId="c170603111e0d29b" providerId="LiveId" clId="{88A39F71-90C1-4121-B360-2DDA4F102DCB}" dt="2023-07-27T08:13:21.872" v="4777" actId="2696"/>
        <pc:sldMkLst>
          <pc:docMk/>
          <pc:sldMk cId="2639897118" sldId="398"/>
        </pc:sldMkLst>
        <pc:spChg chg="mod">
          <ac:chgData name="Muriel BORDE" userId="c170603111e0d29b" providerId="LiveId" clId="{88A39F71-90C1-4121-B360-2DDA4F102DCB}" dt="2023-07-26T14:02:51.414" v="1835" actId="20577"/>
          <ac:spMkLst>
            <pc:docMk/>
            <pc:sldMk cId="2639897118" sldId="398"/>
            <ac:spMk id="10" creationId="{4AE6B595-DBB7-FE62-A093-1A57AFBE7159}"/>
          </ac:spMkLst>
        </pc:spChg>
      </pc:sldChg>
      <pc:sldChg chg="addSp delSp modSp add mod ord modClrScheme chgLayout">
        <pc:chgData name="Muriel BORDE" userId="c170603111e0d29b" providerId="LiveId" clId="{88A39F71-90C1-4121-B360-2DDA4F102DCB}" dt="2023-09-27T15:07:14.741" v="20623" actId="207"/>
        <pc:sldMkLst>
          <pc:docMk/>
          <pc:sldMk cId="1095914046" sldId="399"/>
        </pc:sldMkLst>
        <pc:spChg chg="mod ord">
          <ac:chgData name="Muriel BORDE" userId="c170603111e0d29b" providerId="LiveId" clId="{88A39F71-90C1-4121-B360-2DDA4F102DCB}" dt="2023-09-27T15:06:56.855" v="20617" actId="700"/>
          <ac:spMkLst>
            <pc:docMk/>
            <pc:sldMk cId="1095914046" sldId="399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07:02.023" v="20620" actId="478"/>
          <ac:spMkLst>
            <pc:docMk/>
            <pc:sldMk cId="1095914046" sldId="399"/>
            <ac:spMk id="3" creationId="{603686FC-1272-23F4-2B43-EEE15BAFB787}"/>
          </ac:spMkLst>
        </pc:spChg>
        <pc:spChg chg="add del mod">
          <ac:chgData name="Muriel BORDE" userId="c170603111e0d29b" providerId="LiveId" clId="{88A39F71-90C1-4121-B360-2DDA4F102DCB}" dt="2023-07-27T09:27:49.211" v="6146" actId="478"/>
          <ac:spMkLst>
            <pc:docMk/>
            <pc:sldMk cId="1095914046" sldId="399"/>
            <ac:spMk id="3" creationId="{C6A6E93F-D954-B7A1-E878-EEA016E866A7}"/>
          </ac:spMkLst>
        </pc:spChg>
        <pc:spChg chg="add mod">
          <ac:chgData name="Muriel BORDE" userId="c170603111e0d29b" providerId="LiveId" clId="{88A39F71-90C1-4121-B360-2DDA4F102DCB}" dt="2023-09-27T15:07:14.741" v="20623" actId="207"/>
          <ac:spMkLst>
            <pc:docMk/>
            <pc:sldMk cId="1095914046" sldId="399"/>
            <ac:spMk id="4" creationId="{C0B5477F-ED33-A8D1-C96C-EE6253487277}"/>
          </ac:spMkLst>
        </pc:spChg>
        <pc:spChg chg="del">
          <ac:chgData name="Muriel BORDE" userId="c170603111e0d29b" providerId="LiveId" clId="{88A39F71-90C1-4121-B360-2DDA4F102DCB}" dt="2023-07-27T09:22:52.713" v="5994" actId="478"/>
          <ac:spMkLst>
            <pc:docMk/>
            <pc:sldMk cId="1095914046" sldId="399"/>
            <ac:spMk id="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07:07.544" v="20621" actId="478"/>
          <ac:spMkLst>
            <pc:docMk/>
            <pc:sldMk cId="1095914046" sldId="399"/>
            <ac:spMk id="5" creationId="{743A2479-9F4B-07A7-36D0-A5216F4AF017}"/>
          </ac:spMkLst>
        </pc:spChg>
        <pc:spChg chg="add del mod ord">
          <ac:chgData name="Muriel BORDE" userId="c170603111e0d29b" providerId="LiveId" clId="{88A39F71-90C1-4121-B360-2DDA4F102DCB}" dt="2023-09-27T15:07:10.757" v="20622" actId="478"/>
          <ac:spMkLst>
            <pc:docMk/>
            <pc:sldMk cId="1095914046" sldId="399"/>
            <ac:spMk id="6" creationId="{0A146464-ABC5-FBD3-69CE-C21A423D96F7}"/>
          </ac:spMkLst>
        </pc:spChg>
        <pc:spChg chg="add del mod">
          <ac:chgData name="Muriel BORDE" userId="c170603111e0d29b" providerId="LiveId" clId="{88A39F71-90C1-4121-B360-2DDA4F102DCB}" dt="2023-07-27T09:22:55.098" v="5997" actId="478"/>
          <ac:spMkLst>
            <pc:docMk/>
            <pc:sldMk cId="1095914046" sldId="399"/>
            <ac:spMk id="7" creationId="{89D1F0C2-4DD4-7E74-4D84-7B68145FB4C8}"/>
          </ac:spMkLst>
        </pc:spChg>
        <pc:spChg chg="add del mod">
          <ac:chgData name="Muriel BORDE" userId="c170603111e0d29b" providerId="LiveId" clId="{88A39F71-90C1-4121-B360-2DDA4F102DCB}" dt="2023-09-27T15:07:00.455" v="20619" actId="478"/>
          <ac:spMkLst>
            <pc:docMk/>
            <pc:sldMk cId="1095914046" sldId="399"/>
            <ac:spMk id="8" creationId="{1F0ADD39-21BE-70DA-8AE8-579E403715F4}"/>
          </ac:spMkLst>
        </pc:spChg>
        <pc:spChg chg="add del mod">
          <ac:chgData name="Muriel BORDE" userId="c170603111e0d29b" providerId="LiveId" clId="{88A39F71-90C1-4121-B360-2DDA4F102DCB}" dt="2023-07-27T09:28:36.545" v="6159" actId="478"/>
          <ac:spMkLst>
            <pc:docMk/>
            <pc:sldMk cId="1095914046" sldId="399"/>
            <ac:spMk id="9" creationId="{27197ACD-3D2B-3E2E-ABC8-7BDBEB315B64}"/>
          </ac:spMkLst>
        </pc:spChg>
        <pc:spChg chg="del mod">
          <ac:chgData name="Muriel BORDE" userId="c170603111e0d29b" providerId="LiveId" clId="{88A39F71-90C1-4121-B360-2DDA4F102DCB}" dt="2023-07-27T09:26:27.024" v="6034" actId="478"/>
          <ac:spMkLst>
            <pc:docMk/>
            <pc:sldMk cId="1095914046" sldId="399"/>
            <ac:spMk id="10" creationId="{4AE6B595-DBB7-FE62-A093-1A57AFBE7159}"/>
          </ac:spMkLst>
        </pc:spChg>
        <pc:spChg chg="add del mod">
          <ac:chgData name="Muriel BORDE" userId="c170603111e0d29b" providerId="LiveId" clId="{88A39F71-90C1-4121-B360-2DDA4F102DCB}" dt="2023-07-27T10:24:45.733" v="7563" actId="478"/>
          <ac:spMkLst>
            <pc:docMk/>
            <pc:sldMk cId="1095914046" sldId="399"/>
            <ac:spMk id="11" creationId="{4402823E-7F50-26F0-6210-80AE672AC98E}"/>
          </ac:spMkLst>
        </pc:spChg>
      </pc:sldChg>
      <pc:sldChg chg="modSp add del mod">
        <pc:chgData name="Muriel BORDE" userId="c170603111e0d29b" providerId="LiveId" clId="{88A39F71-90C1-4121-B360-2DDA4F102DCB}" dt="2023-07-27T08:13:21.872" v="4777" actId="2696"/>
        <pc:sldMkLst>
          <pc:docMk/>
          <pc:sldMk cId="1451305883" sldId="399"/>
        </pc:sldMkLst>
        <pc:spChg chg="mod">
          <ac:chgData name="Muriel BORDE" userId="c170603111e0d29b" providerId="LiveId" clId="{88A39F71-90C1-4121-B360-2DDA4F102DCB}" dt="2023-07-26T14:05:22.624" v="1840" actId="6549"/>
          <ac:spMkLst>
            <pc:docMk/>
            <pc:sldMk cId="1451305883" sldId="399"/>
            <ac:spMk id="10" creationId="{4AE6B595-DBB7-FE62-A093-1A57AFBE7159}"/>
          </ac:spMkLst>
        </pc:spChg>
      </pc:sldChg>
      <pc:sldChg chg="modSp add mod ord modClrScheme chgLayout">
        <pc:chgData name="Muriel BORDE" userId="c170603111e0d29b" providerId="LiveId" clId="{88A39F71-90C1-4121-B360-2DDA4F102DCB}" dt="2023-09-27T15:09:19.429" v="20645" actId="700"/>
        <pc:sldMkLst>
          <pc:docMk/>
          <pc:sldMk cId="319206254" sldId="400"/>
        </pc:sldMkLst>
        <pc:spChg chg="mod ord">
          <ac:chgData name="Muriel BORDE" userId="c170603111e0d29b" providerId="LiveId" clId="{88A39F71-90C1-4121-B360-2DDA4F102DCB}" dt="2023-09-27T15:09:19.429" v="20645" actId="700"/>
          <ac:spMkLst>
            <pc:docMk/>
            <pc:sldMk cId="319206254" sldId="400"/>
            <ac:spMk id="2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9:19.429" v="20645" actId="700"/>
          <ac:spMkLst>
            <pc:docMk/>
            <pc:sldMk cId="319206254" sldId="400"/>
            <ac:spMk id="3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6T16:16:02.978" v="4353" actId="2696"/>
        <pc:sldMkLst>
          <pc:docMk/>
          <pc:sldMk cId="1150215970" sldId="400"/>
        </pc:sldMkLst>
        <pc:spChg chg="mod">
          <ac:chgData name="Muriel BORDE" userId="c170603111e0d29b" providerId="LiveId" clId="{88A39F71-90C1-4121-B360-2DDA4F102DCB}" dt="2023-07-26T16:13:14.300" v="4182" actId="14100"/>
          <ac:spMkLst>
            <pc:docMk/>
            <pc:sldMk cId="1150215970" sldId="400"/>
            <ac:spMk id="2" creationId="{00000000-0000-0000-0000-000000000000}"/>
          </ac:spMkLst>
        </pc:spChg>
        <pc:spChg chg="mod">
          <ac:chgData name="Muriel BORDE" userId="c170603111e0d29b" providerId="LiveId" clId="{88A39F71-90C1-4121-B360-2DDA4F102DCB}" dt="2023-07-26T16:15:58.374" v="4352" actId="6549"/>
          <ac:spMkLst>
            <pc:docMk/>
            <pc:sldMk cId="1150215970" sldId="400"/>
            <ac:spMk id="3" creationId="{00000000-0000-0000-0000-000000000000}"/>
          </ac:spMkLst>
        </pc:spChg>
      </pc:sldChg>
      <pc:sldChg chg="addSp delSp modSp new del mod">
        <pc:chgData name="Muriel BORDE" userId="c170603111e0d29b" providerId="LiveId" clId="{88A39F71-90C1-4121-B360-2DDA4F102DCB}" dt="2023-07-26T15:47:09.524" v="3471" actId="47"/>
        <pc:sldMkLst>
          <pc:docMk/>
          <pc:sldMk cId="2638759625" sldId="400"/>
        </pc:sldMkLst>
        <pc:spChg chg="del">
          <ac:chgData name="Muriel BORDE" userId="c170603111e0d29b" providerId="LiveId" clId="{88A39F71-90C1-4121-B360-2DDA4F102DCB}" dt="2023-07-26T14:35:17.948" v="2591" actId="478"/>
          <ac:spMkLst>
            <pc:docMk/>
            <pc:sldMk cId="2638759625" sldId="400"/>
            <ac:spMk id="5" creationId="{1BA2A78F-635C-F9F8-0EA8-EF34D5CB2827}"/>
          </ac:spMkLst>
        </pc:spChg>
        <pc:spChg chg="add del mod">
          <ac:chgData name="Muriel BORDE" userId="c170603111e0d29b" providerId="LiveId" clId="{88A39F71-90C1-4121-B360-2DDA4F102DCB}" dt="2023-07-26T14:35:20.018" v="2594" actId="478"/>
          <ac:spMkLst>
            <pc:docMk/>
            <pc:sldMk cId="2638759625" sldId="400"/>
            <ac:spMk id="6" creationId="{160E4292-D7AB-F479-BFF0-A56D42F9F79E}"/>
          </ac:spMkLst>
        </pc:spChg>
        <pc:spChg chg="add del">
          <ac:chgData name="Muriel BORDE" userId="c170603111e0d29b" providerId="LiveId" clId="{88A39F71-90C1-4121-B360-2DDA4F102DCB}" dt="2023-07-26T14:35:25.500" v="2596" actId="478"/>
          <ac:spMkLst>
            <pc:docMk/>
            <pc:sldMk cId="2638759625" sldId="400"/>
            <ac:spMk id="7" creationId="{6D55CBDC-8092-BCE2-31C8-8BB8F5E9A9FB}"/>
          </ac:spMkLst>
        </pc:spChg>
        <pc:picChg chg="add mod">
          <ac:chgData name="Muriel BORDE" userId="c170603111e0d29b" providerId="LiveId" clId="{88A39F71-90C1-4121-B360-2DDA4F102DCB}" dt="2023-07-26T14:35:36.174" v="2599" actId="14100"/>
          <ac:picMkLst>
            <pc:docMk/>
            <pc:sldMk cId="2638759625" sldId="400"/>
            <ac:picMk id="8" creationId="{67380D30-969C-B38A-3DDA-634DBCE05F6D}"/>
          </ac:picMkLst>
        </pc:picChg>
      </pc:sldChg>
      <pc:sldChg chg="add del">
        <pc:chgData name="Muriel BORDE" userId="c170603111e0d29b" providerId="LiveId" clId="{88A39F71-90C1-4121-B360-2DDA4F102DCB}" dt="2023-07-26T16:16:26.732" v="4374" actId="2696"/>
        <pc:sldMkLst>
          <pc:docMk/>
          <pc:sldMk cId="2741268674" sldId="401"/>
        </pc:sldMkLst>
      </pc:sldChg>
      <pc:sldChg chg="addSp delSp modSp add mod modClrScheme chgLayout">
        <pc:chgData name="Muriel BORDE" userId="c170603111e0d29b" providerId="LiveId" clId="{88A39F71-90C1-4121-B360-2DDA4F102DCB}" dt="2023-09-27T15:22:26.277" v="20937" actId="700"/>
        <pc:sldMkLst>
          <pc:docMk/>
          <pc:sldMk cId="2827529150" sldId="401"/>
        </pc:sldMkLst>
        <pc:spChg chg="mod ord">
          <ac:chgData name="Muriel BORDE" userId="c170603111e0d29b" providerId="LiveId" clId="{88A39F71-90C1-4121-B360-2DDA4F102DCB}" dt="2023-09-27T15:22:26.277" v="20937" actId="700"/>
          <ac:spMkLst>
            <pc:docMk/>
            <pc:sldMk cId="2827529150" sldId="401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2:26.277" v="20937" actId="700"/>
          <ac:spMkLst>
            <pc:docMk/>
            <pc:sldMk cId="2827529150" sldId="401"/>
            <ac:spMk id="3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2:14:51.791" v="15201" actId="478"/>
          <ac:spMkLst>
            <pc:docMk/>
            <pc:sldMk cId="2827529150" sldId="401"/>
            <ac:spMk id="5" creationId="{DD4BF1BB-64D1-B937-887A-C3FF755FDB86}"/>
          </ac:spMkLst>
        </pc:spChg>
        <pc:picChg chg="add mod">
          <ac:chgData name="Muriel BORDE" userId="c170603111e0d29b" providerId="LiveId" clId="{88A39F71-90C1-4121-B360-2DDA4F102DCB}" dt="2023-07-28T12:46:15.914" v="16416" actId="1076"/>
          <ac:picMkLst>
            <pc:docMk/>
            <pc:sldMk cId="2827529150" sldId="401"/>
            <ac:picMk id="3074" creationId="{782D39E7-D1C3-843D-95CE-9833DCA8AE2E}"/>
          </ac:picMkLst>
        </pc:picChg>
      </pc:sldChg>
      <pc:sldChg chg="modSp add del mod">
        <pc:chgData name="Muriel BORDE" userId="c170603111e0d29b" providerId="LiveId" clId="{88A39F71-90C1-4121-B360-2DDA4F102DCB}" dt="2023-07-26T16:16:02.978" v="4353" actId="2696"/>
        <pc:sldMkLst>
          <pc:docMk/>
          <pc:sldMk cId="3356084246" sldId="401"/>
        </pc:sldMkLst>
        <pc:spChg chg="mod">
          <ac:chgData name="Muriel BORDE" userId="c170603111e0d29b" providerId="LiveId" clId="{88A39F71-90C1-4121-B360-2DDA4F102DCB}" dt="2023-07-26T16:15:52.680" v="4351" actId="14100"/>
          <ac:spMkLst>
            <pc:docMk/>
            <pc:sldMk cId="3356084246" sldId="401"/>
            <ac:spMk id="2" creationId="{00000000-0000-0000-0000-000000000000}"/>
          </ac:spMkLst>
        </pc:spChg>
        <pc:spChg chg="mod">
          <ac:chgData name="Muriel BORDE" userId="c170603111e0d29b" providerId="LiveId" clId="{88A39F71-90C1-4121-B360-2DDA4F102DCB}" dt="2023-07-26T16:15:32.341" v="4347" actId="6549"/>
          <ac:spMkLst>
            <pc:docMk/>
            <pc:sldMk cId="3356084246" sldId="401"/>
            <ac:spMk id="3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7T09:52:08.568" v="6913" actId="47"/>
        <pc:sldMkLst>
          <pc:docMk/>
          <pc:sldMk cId="1097689443" sldId="402"/>
        </pc:sldMkLst>
        <pc:spChg chg="mod">
          <ac:chgData name="Muriel BORDE" userId="c170603111e0d29b" providerId="LiveId" clId="{88A39F71-90C1-4121-B360-2DDA4F102DCB}" dt="2023-07-26T16:16:21.429" v="4373" actId="20577"/>
          <ac:spMkLst>
            <pc:docMk/>
            <pc:sldMk cId="1097689443" sldId="402"/>
            <ac:spMk id="6" creationId="{00000000-0000-0000-0000-000000000000}"/>
          </ac:spMkLst>
        </pc:spChg>
      </pc:sldChg>
      <pc:sldChg chg="addSp delSp modSp add del mod">
        <pc:chgData name="Muriel BORDE" userId="c170603111e0d29b" providerId="LiveId" clId="{88A39F71-90C1-4121-B360-2DDA4F102DCB}" dt="2023-07-27T12:12:54.894" v="9584" actId="47"/>
        <pc:sldMkLst>
          <pc:docMk/>
          <pc:sldMk cId="2699297106" sldId="403"/>
        </pc:sldMkLst>
        <pc:spChg chg="add del mod">
          <ac:chgData name="Muriel BORDE" userId="c170603111e0d29b" providerId="LiveId" clId="{88A39F71-90C1-4121-B360-2DDA4F102DCB}" dt="2023-07-27T12:06:05.701" v="9505" actId="478"/>
          <ac:spMkLst>
            <pc:docMk/>
            <pc:sldMk cId="2699297106" sldId="403"/>
            <ac:spMk id="4" creationId="{3AB24B50-6017-D98E-2A37-EB665597F68D}"/>
          </ac:spMkLst>
        </pc:spChg>
        <pc:spChg chg="del mod">
          <ac:chgData name="Muriel BORDE" userId="c170603111e0d29b" providerId="LiveId" clId="{88A39F71-90C1-4121-B360-2DDA4F102DCB}" dt="2023-07-26T16:37:52.212" v="4392" actId="478"/>
          <ac:spMkLst>
            <pc:docMk/>
            <pc:sldMk cId="2699297106" sldId="403"/>
            <ac:spMk id="4" creationId="{F38BBD9A-EC51-9BCF-A75B-22D169D6A183}"/>
          </ac:spMkLst>
        </pc:spChg>
        <pc:spChg chg="add del mod">
          <ac:chgData name="Muriel BORDE" userId="c170603111e0d29b" providerId="LiveId" clId="{88A39F71-90C1-4121-B360-2DDA4F102DCB}" dt="2023-07-27T12:06:07.107" v="9506" actId="478"/>
          <ac:spMkLst>
            <pc:docMk/>
            <pc:sldMk cId="2699297106" sldId="403"/>
            <ac:spMk id="5" creationId="{05818732-0CD8-4809-2153-EFC308F4B51F}"/>
          </ac:spMkLst>
        </pc:spChg>
        <pc:spChg chg="add del mod">
          <ac:chgData name="Muriel BORDE" userId="c170603111e0d29b" providerId="LiveId" clId="{88A39F71-90C1-4121-B360-2DDA4F102DCB}" dt="2023-07-27T12:12:46.290" v="9579" actId="21"/>
          <ac:spMkLst>
            <pc:docMk/>
            <pc:sldMk cId="2699297106" sldId="403"/>
            <ac:spMk id="7" creationId="{2B26B72B-901A-1796-48CE-C5B6C700D10F}"/>
          </ac:spMkLst>
        </pc:spChg>
        <pc:spChg chg="del">
          <ac:chgData name="Muriel BORDE" userId="c170603111e0d29b" providerId="LiveId" clId="{88A39F71-90C1-4121-B360-2DDA4F102DCB}" dt="2023-07-26T16:37:53.988" v="4393" actId="478"/>
          <ac:spMkLst>
            <pc:docMk/>
            <pc:sldMk cId="2699297106" sldId="403"/>
            <ac:spMk id="10" creationId="{70BAF516-6A19-F897-6AB7-65747ECF7B87}"/>
          </ac:spMkLst>
        </pc:spChg>
        <pc:spChg chg="add del mod">
          <ac:chgData name="Muriel BORDE" userId="c170603111e0d29b" providerId="LiveId" clId="{88A39F71-90C1-4121-B360-2DDA4F102DCB}" dt="2023-07-27T12:12:53.031" v="9582" actId="21"/>
          <ac:spMkLst>
            <pc:docMk/>
            <pc:sldMk cId="2699297106" sldId="403"/>
            <ac:spMk id="11" creationId="{A5AA5E44-A1A8-0330-910D-589F9BD3D34F}"/>
          </ac:spMkLst>
        </pc:spChg>
        <pc:picChg chg="add del mod">
          <ac:chgData name="Muriel BORDE" userId="c170603111e0d29b" providerId="LiveId" clId="{88A39F71-90C1-4121-B360-2DDA4F102DCB}" dt="2023-07-27T12:06:04.729" v="9504" actId="478"/>
          <ac:picMkLst>
            <pc:docMk/>
            <pc:sldMk cId="2699297106" sldId="403"/>
            <ac:picMk id="3" creationId="{70E25EDD-DD71-C30F-BF89-F6207E054D29}"/>
          </ac:picMkLst>
        </pc:picChg>
        <pc:picChg chg="del mod">
          <ac:chgData name="Muriel BORDE" userId="c170603111e0d29b" providerId="LiveId" clId="{88A39F71-90C1-4121-B360-2DDA4F102DCB}" dt="2023-07-26T16:37:52.212" v="4392" actId="478"/>
          <ac:picMkLst>
            <pc:docMk/>
            <pc:sldMk cId="2699297106" sldId="403"/>
            <ac:picMk id="5" creationId="{57CF8B92-C087-3605-F611-45379973403C}"/>
          </ac:picMkLst>
        </pc:picChg>
      </pc:sldChg>
      <pc:sldChg chg="delSp modSp add del mod">
        <pc:chgData name="Muriel BORDE" userId="c170603111e0d29b" providerId="LiveId" clId="{88A39F71-90C1-4121-B360-2DDA4F102DCB}" dt="2023-07-27T14:23:49.341" v="11692" actId="47"/>
        <pc:sldMkLst>
          <pc:docMk/>
          <pc:sldMk cId="1342412373" sldId="404"/>
        </pc:sldMkLst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3" creationId="{75B6D6C8-B63C-8BB9-AF4A-D647D54413E2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5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3.245" v="4414" actId="478"/>
          <ac:spMkLst>
            <pc:docMk/>
            <pc:sldMk cId="1342412373" sldId="404"/>
            <ac:spMk id="8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7.157" v="4417" actId="478"/>
          <ac:spMkLst>
            <pc:docMk/>
            <pc:sldMk cId="1342412373" sldId="404"/>
            <ac:spMk id="9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10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7.157" v="4417" actId="478"/>
          <ac:spMkLst>
            <pc:docMk/>
            <pc:sldMk cId="1342412373" sldId="404"/>
            <ac:spMk id="11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12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13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7.157" v="4417" actId="478"/>
          <ac:spMkLst>
            <pc:docMk/>
            <pc:sldMk cId="1342412373" sldId="404"/>
            <ac:spMk id="14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2.190" v="4413" actId="478"/>
          <ac:spMkLst>
            <pc:docMk/>
            <pc:sldMk cId="1342412373" sldId="404"/>
            <ac:spMk id="19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7.157" v="4417" actId="478"/>
          <ac:spMkLst>
            <pc:docMk/>
            <pc:sldMk cId="1342412373" sldId="404"/>
            <ac:spMk id="20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7.157" v="4417" actId="478"/>
          <ac:spMkLst>
            <pc:docMk/>
            <pc:sldMk cId="1342412373" sldId="404"/>
            <ac:spMk id="21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22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23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25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26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27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7.157" v="4417" actId="478"/>
          <ac:spMkLst>
            <pc:docMk/>
            <pc:sldMk cId="1342412373" sldId="404"/>
            <ac:spMk id="28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29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30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32" creationId="{00000000-0000-0000-0000-000000000000}"/>
          </ac:spMkLst>
        </pc:spChg>
        <pc:spChg chg="del">
          <ac:chgData name="Muriel BORDE" userId="c170603111e0d29b" providerId="LiveId" clId="{88A39F71-90C1-4121-B360-2DDA4F102DCB}" dt="2023-07-27T07:48:00.263" v="4412" actId="478"/>
          <ac:spMkLst>
            <pc:docMk/>
            <pc:sldMk cId="1342412373" sldId="404"/>
            <ac:spMk id="33" creationId="{0C2A184C-B230-B074-3404-29C4831EE613}"/>
          </ac:spMkLst>
        </pc:spChg>
        <pc:picChg chg="mod">
          <ac:chgData name="Muriel BORDE" userId="c170603111e0d29b" providerId="LiveId" clId="{88A39F71-90C1-4121-B360-2DDA4F102DCB}" dt="2023-07-27T07:48:08.892" v="4418" actId="1076"/>
          <ac:picMkLst>
            <pc:docMk/>
            <pc:sldMk cId="1342412373" sldId="404"/>
            <ac:picMk id="1026" creationId="{A509522E-7298-DB32-71FD-D112DE3D7396}"/>
          </ac:picMkLst>
        </pc:picChg>
        <pc:cxnChg chg="del mod">
          <ac:chgData name="Muriel BORDE" userId="c170603111e0d29b" providerId="LiveId" clId="{88A39F71-90C1-4121-B360-2DDA4F102DCB}" dt="2023-07-27T07:48:00.263" v="4412" actId="478"/>
          <ac:cxnSpMkLst>
            <pc:docMk/>
            <pc:sldMk cId="1342412373" sldId="404"/>
            <ac:cxnSpMk id="15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7T07:48:07.157" v="4417" actId="478"/>
          <ac:cxnSpMkLst>
            <pc:docMk/>
            <pc:sldMk cId="1342412373" sldId="404"/>
            <ac:cxnSpMk id="16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7T07:48:04.181" v="4415" actId="478"/>
          <ac:cxnSpMkLst>
            <pc:docMk/>
            <pc:sldMk cId="1342412373" sldId="404"/>
            <ac:cxnSpMk id="17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7T07:48:05.082" v="4416" actId="478"/>
          <ac:cxnSpMkLst>
            <pc:docMk/>
            <pc:sldMk cId="1342412373" sldId="404"/>
            <ac:cxnSpMk id="18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7T07:48:00.263" v="4412" actId="478"/>
          <ac:cxnSpMkLst>
            <pc:docMk/>
            <pc:sldMk cId="1342412373" sldId="404"/>
            <ac:cxnSpMk id="31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7-27T07:48:00.263" v="4412" actId="478"/>
          <ac:cxnSpMkLst>
            <pc:docMk/>
            <pc:sldMk cId="1342412373" sldId="404"/>
            <ac:cxnSpMk id="34" creationId="{D7606AF7-B33E-DD0A-121C-108AA2CB611D}"/>
          </ac:cxnSpMkLst>
        </pc:cxnChg>
        <pc:cxnChg chg="del mod">
          <ac:chgData name="Muriel BORDE" userId="c170603111e0d29b" providerId="LiveId" clId="{88A39F71-90C1-4121-B360-2DDA4F102DCB}" dt="2023-07-27T07:48:00.263" v="4412" actId="478"/>
          <ac:cxnSpMkLst>
            <pc:docMk/>
            <pc:sldMk cId="1342412373" sldId="404"/>
            <ac:cxnSpMk id="37" creationId="{0B714433-8DEC-441D-885A-0916A426CC74}"/>
          </ac:cxnSpMkLst>
        </pc:cxnChg>
      </pc:sldChg>
      <pc:sldChg chg="addSp delSp modSp add del mod ord modNotesTx">
        <pc:chgData name="Muriel BORDE" userId="c170603111e0d29b" providerId="LiveId" clId="{88A39F71-90C1-4121-B360-2DDA4F102DCB}" dt="2023-09-27T15:04:59.128" v="20598" actId="47"/>
        <pc:sldMkLst>
          <pc:docMk/>
          <pc:sldMk cId="3076868927" sldId="405"/>
        </pc:sldMkLst>
        <pc:spChg chg="del">
          <ac:chgData name="Muriel BORDE" userId="c170603111e0d29b" providerId="LiveId" clId="{88A39F71-90C1-4121-B360-2DDA4F102DCB}" dt="2023-07-27T08:09:05.834" v="4676" actId="478"/>
          <ac:spMkLst>
            <pc:docMk/>
            <pc:sldMk cId="3076868927" sldId="405"/>
            <ac:spMk id="5" creationId="{93265C98-3C3E-9B05-7A3D-3F03A2299EDE}"/>
          </ac:spMkLst>
        </pc:spChg>
        <pc:spChg chg="del">
          <ac:chgData name="Muriel BORDE" userId="c170603111e0d29b" providerId="LiveId" clId="{88A39F71-90C1-4121-B360-2DDA4F102DCB}" dt="2023-07-27T08:09:05.834" v="4676" actId="478"/>
          <ac:spMkLst>
            <pc:docMk/>
            <pc:sldMk cId="3076868927" sldId="405"/>
            <ac:spMk id="6" creationId="{03EB80C1-D43D-F7C9-1910-069E8B698EBF}"/>
          </ac:spMkLst>
        </pc:spChg>
        <pc:spChg chg="add 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7" creationId="{F7556816-E872-8931-57C6-E95A56952803}"/>
          </ac:spMkLst>
        </pc:spChg>
        <pc:spChg chg="add 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8" creationId="{0C8A07C1-6D83-4A86-9B2C-16332D268B36}"/>
          </ac:spMkLst>
        </pc:spChg>
        <pc:spChg chg="del">
          <ac:chgData name="Muriel BORDE" userId="c170603111e0d29b" providerId="LiveId" clId="{88A39F71-90C1-4121-B360-2DDA4F102DCB}" dt="2023-07-27T08:09:01.028" v="4675" actId="478"/>
          <ac:spMkLst>
            <pc:docMk/>
            <pc:sldMk cId="3076868927" sldId="405"/>
            <ac:spMk id="33" creationId="{AB06B795-4FD7-D879-1B64-EE640CB6F8CA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34" creationId="{D4049EA4-9CF9-FE77-0FC9-9E9A66973C58}"/>
          </ac:spMkLst>
        </pc:spChg>
        <pc:spChg chg="del">
          <ac:chgData name="Muriel BORDE" userId="c170603111e0d29b" providerId="LiveId" clId="{88A39F71-90C1-4121-B360-2DDA4F102DCB}" dt="2023-07-27T08:09:01.028" v="4675" actId="478"/>
          <ac:spMkLst>
            <pc:docMk/>
            <pc:sldMk cId="3076868927" sldId="405"/>
            <ac:spMk id="35" creationId="{4C865AA4-C5D8-3E24-D8AD-7A8F91ECCE8E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36" creationId="{ADD89F4D-F0A1-F3AA-2BB7-522496EA23C5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37" creationId="{F73B4EDA-F246-4846-0770-621BC725D978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38" creationId="{1CE6BDE6-2CA4-9B3E-A004-A3E276BC2F6B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39" creationId="{F785EDA4-DE87-71E3-1BC2-38ABC88E23B7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40" creationId="{0CFA6266-101B-BCD7-0BA3-0D9BAFA8D0F1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41" creationId="{8091F268-0586-9C2A-F1B1-423AD21AE55D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42" creationId="{5F2D907C-2748-B64E-785B-5F8798785714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43" creationId="{68F65A32-9624-CA58-8A44-2CEFA6EF5620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44" creationId="{3A25084E-0A09-1C14-E2FC-D381080FAB03}"/>
          </ac:spMkLst>
        </pc:spChg>
        <pc:spChg chg="mod">
          <ac:chgData name="Muriel BORDE" userId="c170603111e0d29b" providerId="LiveId" clId="{88A39F71-90C1-4121-B360-2DDA4F102DCB}" dt="2023-07-27T08:12:16.995" v="4776" actId="1036"/>
          <ac:spMkLst>
            <pc:docMk/>
            <pc:sldMk cId="3076868927" sldId="405"/>
            <ac:spMk id="45" creationId="{946337EB-12B0-0183-3DBC-2805E42185DA}"/>
          </ac:spMkLst>
        </pc:spChg>
        <pc:spChg chg="del">
          <ac:chgData name="Muriel BORDE" userId="c170603111e0d29b" providerId="LiveId" clId="{88A39F71-90C1-4121-B360-2DDA4F102DCB}" dt="2023-07-27T08:09:01.028" v="4675" actId="478"/>
          <ac:spMkLst>
            <pc:docMk/>
            <pc:sldMk cId="3076868927" sldId="405"/>
            <ac:spMk id="48" creationId="{40A07838-6505-B4FD-E3C2-8B3E0C0E6EEB}"/>
          </ac:spMkLst>
        </pc:spChg>
        <pc:spChg chg="del">
          <ac:chgData name="Muriel BORDE" userId="c170603111e0d29b" providerId="LiveId" clId="{88A39F71-90C1-4121-B360-2DDA4F102DCB}" dt="2023-07-27T08:09:01.028" v="4675" actId="478"/>
          <ac:spMkLst>
            <pc:docMk/>
            <pc:sldMk cId="3076868927" sldId="405"/>
            <ac:spMk id="49" creationId="{EC7A4264-13FB-8DD0-96E3-6475EC736F28}"/>
          </ac:spMkLst>
        </pc:spChg>
        <pc:spChg chg="del">
          <ac:chgData name="Muriel BORDE" userId="c170603111e0d29b" providerId="LiveId" clId="{88A39F71-90C1-4121-B360-2DDA4F102DCB}" dt="2023-07-27T08:09:01.028" v="4675" actId="478"/>
          <ac:spMkLst>
            <pc:docMk/>
            <pc:sldMk cId="3076868927" sldId="405"/>
            <ac:spMk id="51" creationId="{7B4A8CC8-90DF-C0F1-6FCD-66A6C0DFB01F}"/>
          </ac:spMkLst>
        </pc:spChg>
        <pc:spChg chg="del">
          <ac:chgData name="Muriel BORDE" userId="c170603111e0d29b" providerId="LiveId" clId="{88A39F71-90C1-4121-B360-2DDA4F102DCB}" dt="2023-07-27T08:09:01.028" v="4675" actId="478"/>
          <ac:spMkLst>
            <pc:docMk/>
            <pc:sldMk cId="3076868927" sldId="405"/>
            <ac:spMk id="52" creationId="{8E9E3AE1-EAE7-1A3A-8C0F-85BCC109B6E2}"/>
          </ac:spMkLst>
        </pc:spChg>
        <pc:spChg chg="del">
          <ac:chgData name="Muriel BORDE" userId="c170603111e0d29b" providerId="LiveId" clId="{88A39F71-90C1-4121-B360-2DDA4F102DCB}" dt="2023-07-27T08:09:01.028" v="4675" actId="478"/>
          <ac:spMkLst>
            <pc:docMk/>
            <pc:sldMk cId="3076868927" sldId="405"/>
            <ac:spMk id="59" creationId="{8E5DD602-A122-95B6-BD3B-242CABEE3071}"/>
          </ac:spMkLst>
        </pc:spChg>
        <pc:picChg chg="mod">
          <ac:chgData name="Muriel BORDE" userId="c170603111e0d29b" providerId="LiveId" clId="{88A39F71-90C1-4121-B360-2DDA4F102DCB}" dt="2023-07-27T08:12:16.995" v="4776" actId="1036"/>
          <ac:picMkLst>
            <pc:docMk/>
            <pc:sldMk cId="3076868927" sldId="405"/>
            <ac:picMk id="58" creationId="{FCD0FD40-5B6E-DDC6-8092-DD2EB8380D95}"/>
          </ac:picMkLst>
        </pc:picChg>
        <pc:cxnChg chg="add mod">
          <ac:chgData name="Muriel BORDE" userId="c170603111e0d29b" providerId="LiveId" clId="{88A39F71-90C1-4121-B360-2DDA4F102DCB}" dt="2023-07-27T08:12:16.995" v="4776" actId="1036"/>
          <ac:cxnSpMkLst>
            <pc:docMk/>
            <pc:sldMk cId="3076868927" sldId="405"/>
            <ac:cxnSpMk id="10" creationId="{B3FE5933-54BD-537C-FD95-AF60BD57808E}"/>
          </ac:cxnSpMkLst>
        </pc:cxnChg>
        <pc:cxnChg chg="add mod">
          <ac:chgData name="Muriel BORDE" userId="c170603111e0d29b" providerId="LiveId" clId="{88A39F71-90C1-4121-B360-2DDA4F102DCB}" dt="2023-07-27T08:12:16.995" v="4776" actId="1036"/>
          <ac:cxnSpMkLst>
            <pc:docMk/>
            <pc:sldMk cId="3076868927" sldId="405"/>
            <ac:cxnSpMk id="11" creationId="{8EAE6D2D-538B-97D2-E598-5088ADC9F324}"/>
          </ac:cxnSpMkLst>
        </pc:cxnChg>
      </pc:sldChg>
      <pc:sldChg chg="addSp delSp modSp add del mod modClrScheme chgLayout">
        <pc:chgData name="Muriel BORDE" userId="c170603111e0d29b" providerId="LiveId" clId="{88A39F71-90C1-4121-B360-2DDA4F102DCB}" dt="2023-09-27T15:41:27.257" v="21221" actId="47"/>
        <pc:sldMkLst>
          <pc:docMk/>
          <pc:sldMk cId="1703840188" sldId="406"/>
        </pc:sldMkLst>
        <pc:spChg chg="add del mod ord">
          <ac:chgData name="Muriel BORDE" userId="c170603111e0d29b" providerId="LiveId" clId="{88A39F71-90C1-4121-B360-2DDA4F102DCB}" dt="2023-09-27T15:14:47.897" v="20770" actId="478"/>
          <ac:spMkLst>
            <pc:docMk/>
            <pc:sldMk cId="1703840188" sldId="406"/>
            <ac:spMk id="2" creationId="{7F5DCE6A-430D-2278-8C93-04F81A8D46B4}"/>
          </ac:spMkLst>
        </pc:spChg>
        <pc:spChg chg="mod">
          <ac:chgData name="Muriel BORDE" userId="c170603111e0d29b" providerId="LiveId" clId="{88A39F71-90C1-4121-B360-2DDA4F102DCB}" dt="2023-09-27T15:14:54.303" v="20773" actId="207"/>
          <ac:spMkLst>
            <pc:docMk/>
            <pc:sldMk cId="1703840188" sldId="406"/>
            <ac:spMk id="3" creationId="{97F2747F-82F5-0DCA-F98F-17372ACEF1AF}"/>
          </ac:spMkLst>
        </pc:spChg>
        <pc:spChg chg="add del mod ord">
          <ac:chgData name="Muriel BORDE" userId="c170603111e0d29b" providerId="LiveId" clId="{88A39F71-90C1-4121-B360-2DDA4F102DCB}" dt="2023-09-27T15:14:49.412" v="20771" actId="478"/>
          <ac:spMkLst>
            <pc:docMk/>
            <pc:sldMk cId="1703840188" sldId="406"/>
            <ac:spMk id="4" creationId="{C639B453-1BE9-6B2C-F53E-7FBA3FBBC54A}"/>
          </ac:spMkLst>
        </pc:spChg>
        <pc:spChg chg="mod ord">
          <ac:chgData name="Muriel BORDE" userId="c170603111e0d29b" providerId="LiveId" clId="{88A39F71-90C1-4121-B360-2DDA4F102DCB}" dt="2023-09-27T15:14:41.824" v="20769" actId="27636"/>
          <ac:spMkLst>
            <pc:docMk/>
            <pc:sldMk cId="1703840188" sldId="406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4:51.359" v="20772" actId="207"/>
          <ac:spMkLst>
            <pc:docMk/>
            <pc:sldMk cId="1703840188" sldId="406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4:41.777" v="20768" actId="700"/>
          <ac:spMkLst>
            <pc:docMk/>
            <pc:sldMk cId="1703840188" sldId="406"/>
            <ac:spMk id="8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41:41.438" v="21225" actId="47"/>
        <pc:sldMkLst>
          <pc:docMk/>
          <pc:sldMk cId="1529705472" sldId="407"/>
        </pc:sldMkLst>
        <pc:spChg chg="add del mod ord">
          <ac:chgData name="Muriel BORDE" userId="c170603111e0d29b" providerId="LiveId" clId="{88A39F71-90C1-4121-B360-2DDA4F102DCB}" dt="2023-09-27T15:16:38.372" v="20811" actId="478"/>
          <ac:spMkLst>
            <pc:docMk/>
            <pc:sldMk cId="1529705472" sldId="407"/>
            <ac:spMk id="2" creationId="{C1B8A363-8C28-2569-73A0-9C7CCD8139C6}"/>
          </ac:spMkLst>
        </pc:spChg>
        <pc:spChg chg="mod">
          <ac:chgData name="Muriel BORDE" userId="c170603111e0d29b" providerId="LiveId" clId="{88A39F71-90C1-4121-B360-2DDA4F102DCB}" dt="2023-09-27T15:16:43.098" v="20813" actId="207"/>
          <ac:spMkLst>
            <pc:docMk/>
            <pc:sldMk cId="1529705472" sldId="407"/>
            <ac:spMk id="3" creationId="{97F2747F-82F5-0DCA-F98F-17372ACEF1AF}"/>
          </ac:spMkLst>
        </pc:spChg>
        <pc:spChg chg="add del mod ord">
          <ac:chgData name="Muriel BORDE" userId="c170603111e0d29b" providerId="LiveId" clId="{88A39F71-90C1-4121-B360-2DDA4F102DCB}" dt="2023-09-27T15:16:35.348" v="20810" actId="478"/>
          <ac:spMkLst>
            <pc:docMk/>
            <pc:sldMk cId="1529705472" sldId="407"/>
            <ac:spMk id="4" creationId="{FF0F620B-097C-2780-C55D-405A307F3C66}"/>
          </ac:spMkLst>
        </pc:spChg>
        <pc:spChg chg="mod ord">
          <ac:chgData name="Muriel BORDE" userId="c170603111e0d29b" providerId="LiveId" clId="{88A39F71-90C1-4121-B360-2DDA4F102DCB}" dt="2023-09-27T15:16:17.892" v="20801" actId="27636"/>
          <ac:spMkLst>
            <pc:docMk/>
            <pc:sldMk cId="1529705472" sldId="407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6:40.421" v="20812" actId="207"/>
          <ac:spMkLst>
            <pc:docMk/>
            <pc:sldMk cId="1529705472" sldId="407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6:17.830" v="20800" actId="700"/>
          <ac:spMkLst>
            <pc:docMk/>
            <pc:sldMk cId="1529705472" sldId="407"/>
            <ac:spMk id="8" creationId="{00000000-0000-0000-0000-000000000000}"/>
          </ac:spMkLst>
        </pc:spChg>
      </pc:sldChg>
      <pc:sldChg chg="delSp modSp add del mod">
        <pc:chgData name="Muriel BORDE" userId="c170603111e0d29b" providerId="LiveId" clId="{88A39F71-90C1-4121-B360-2DDA4F102DCB}" dt="2023-09-27T15:41:56.794" v="21230" actId="47"/>
        <pc:sldMkLst>
          <pc:docMk/>
          <pc:sldMk cId="1912689445" sldId="408"/>
        </pc:sldMkLst>
        <pc:spChg chg="del mod">
          <ac:chgData name="Muriel BORDE" userId="c170603111e0d29b" providerId="LiveId" clId="{88A39F71-90C1-4121-B360-2DDA4F102DCB}" dt="2023-09-27T15:41:52.282" v="21227" actId="21"/>
          <ac:spMkLst>
            <pc:docMk/>
            <pc:sldMk cId="1912689445" sldId="408"/>
            <ac:spMk id="3" creationId="{97F2747F-82F5-0DCA-F98F-17372ACEF1AF}"/>
          </ac:spMkLst>
        </pc:spChg>
        <pc:spChg chg="mod">
          <ac:chgData name="Muriel BORDE" userId="c170603111e0d29b" providerId="LiveId" clId="{88A39F71-90C1-4121-B360-2DDA4F102DCB}" dt="2023-07-28T12:39:56.240" v="16325" actId="20577"/>
          <ac:spMkLst>
            <pc:docMk/>
            <pc:sldMk cId="1912689445" sldId="408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30:05.655" v="21044" actId="207"/>
          <ac:spMkLst>
            <pc:docMk/>
            <pc:sldMk cId="1912689445" sldId="408"/>
            <ac:spMk id="6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23:35.834" v="20969" actId="478"/>
        <pc:sldMkLst>
          <pc:docMk/>
          <pc:sldMk cId="1649936149" sldId="409"/>
        </pc:sldMkLst>
        <pc:spChg chg="mod ord">
          <ac:chgData name="Muriel BORDE" userId="c170603111e0d29b" providerId="LiveId" clId="{88A39F71-90C1-4121-B360-2DDA4F102DCB}" dt="2023-09-27T15:23:18.975" v="20952" actId="700"/>
          <ac:spMkLst>
            <pc:docMk/>
            <pc:sldMk cId="1649936149" sldId="409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3:28.222" v="20958" actId="478"/>
          <ac:spMkLst>
            <pc:docMk/>
            <pc:sldMk cId="1649936149" sldId="409"/>
            <ac:spMk id="3" creationId="{F5B8A7A8-5E9E-DC57-96E5-12209D4051B8}"/>
          </ac:spMkLst>
        </pc:spChg>
        <pc:spChg chg="add del mod ord">
          <ac:chgData name="Muriel BORDE" userId="c170603111e0d29b" providerId="LiveId" clId="{88A39F71-90C1-4121-B360-2DDA4F102DCB}" dt="2023-09-27T15:23:35.834" v="20969" actId="478"/>
          <ac:spMkLst>
            <pc:docMk/>
            <pc:sldMk cId="1649936149" sldId="409"/>
            <ac:spMk id="4" creationId="{61A18F0C-232B-409C-39F9-0A722D9F7E73}"/>
          </ac:spMkLst>
        </pc:spChg>
        <pc:spChg chg="mod ord">
          <ac:chgData name="Muriel BORDE" userId="c170603111e0d29b" providerId="LiveId" clId="{88A39F71-90C1-4121-B360-2DDA4F102DCB}" dt="2023-09-27T15:23:32.594" v="20968" actId="1035"/>
          <ac:spMkLst>
            <pc:docMk/>
            <pc:sldMk cId="1649936149" sldId="409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06T13:42:43.490" v="19196" actId="20577"/>
          <ac:spMkLst>
            <pc:docMk/>
            <pc:sldMk cId="1649936149" sldId="409"/>
            <ac:spMk id="7" creationId="{7D77D336-15A1-244E-E4BF-F83AED0300E4}"/>
          </ac:spMkLst>
        </pc:spChg>
      </pc:sldChg>
      <pc:sldChg chg="delSp modSp add del mod">
        <pc:chgData name="Muriel BORDE" userId="c170603111e0d29b" providerId="LiveId" clId="{88A39F71-90C1-4121-B360-2DDA4F102DCB}" dt="2023-07-27T08:57:40.193" v="5558" actId="47"/>
        <pc:sldMkLst>
          <pc:docMk/>
          <pc:sldMk cId="3361522483" sldId="409"/>
        </pc:sldMkLst>
        <pc:spChg chg="mod">
          <ac:chgData name="Muriel BORDE" userId="c170603111e0d29b" providerId="LiveId" clId="{88A39F71-90C1-4121-B360-2DDA4F102DCB}" dt="2023-07-27T08:57:30.922" v="5555" actId="5793"/>
          <ac:spMkLst>
            <pc:docMk/>
            <pc:sldMk cId="3361522483" sldId="409"/>
            <ac:spMk id="10" creationId="{4AE6B595-DBB7-FE62-A093-1A57AFBE7159}"/>
          </ac:spMkLst>
        </pc:spChg>
        <pc:picChg chg="del">
          <ac:chgData name="Muriel BORDE" userId="c170603111e0d29b" providerId="LiveId" clId="{88A39F71-90C1-4121-B360-2DDA4F102DCB}" dt="2023-07-27T08:24:43.034" v="4844" actId="478"/>
          <ac:picMkLst>
            <pc:docMk/>
            <pc:sldMk cId="3361522483" sldId="409"/>
            <ac:picMk id="4098" creationId="{2CF42E9D-2C0C-1106-DB57-354010BEC995}"/>
          </ac:picMkLst>
        </pc:picChg>
      </pc:sldChg>
      <pc:sldChg chg="addSp delSp modSp add del mod">
        <pc:chgData name="Muriel BORDE" userId="c170603111e0d29b" providerId="LiveId" clId="{88A39F71-90C1-4121-B360-2DDA4F102DCB}" dt="2023-07-27T10:22:55.911" v="7480" actId="2696"/>
        <pc:sldMkLst>
          <pc:docMk/>
          <pc:sldMk cId="3373599175" sldId="409"/>
        </pc:sldMkLst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4" creationId="{537C4BE3-DC47-DFC1-E5F6-89716039AB6F}"/>
          </ac:spMkLst>
        </pc:spChg>
        <pc:spChg chg="mod">
          <ac:chgData name="Muriel BORDE" userId="c170603111e0d29b" providerId="LiveId" clId="{88A39F71-90C1-4121-B360-2DDA4F102DCB}" dt="2023-07-27T10:11:17.621" v="7271" actId="20577"/>
          <ac:spMkLst>
            <pc:docMk/>
            <pc:sldMk cId="3373599175" sldId="409"/>
            <ac:spMk id="6" creationId="{6272DE01-FA45-08EF-7A4D-873729F7C17F}"/>
          </ac:spMkLst>
        </pc:spChg>
        <pc:spChg chg="add mod">
          <ac:chgData name="Muriel BORDE" userId="c170603111e0d29b" providerId="LiveId" clId="{88A39F71-90C1-4121-B360-2DDA4F102DCB}" dt="2023-07-27T10:11:11.318" v="7270" actId="6549"/>
          <ac:spMkLst>
            <pc:docMk/>
            <pc:sldMk cId="3373599175" sldId="409"/>
            <ac:spMk id="7" creationId="{7D77D336-15A1-244E-E4BF-F83AED0300E4}"/>
          </ac:spMkLst>
        </pc:spChg>
        <pc:spChg chg="del">
          <ac:chgData name="Muriel BORDE" userId="c170603111e0d29b" providerId="LiveId" clId="{88A39F71-90C1-4121-B360-2DDA4F102DCB}" dt="2023-07-27T09:07:26.536" v="5592" actId="478"/>
          <ac:spMkLst>
            <pc:docMk/>
            <pc:sldMk cId="3373599175" sldId="409"/>
            <ac:spMk id="8" creationId="{3266AF6F-BFD8-9082-8463-B494C5F8A3E2}"/>
          </ac:spMkLst>
        </pc:spChg>
        <pc:spChg chg="del">
          <ac:chgData name="Muriel BORDE" userId="c170603111e0d29b" providerId="LiveId" clId="{88A39F71-90C1-4121-B360-2DDA4F102DCB}" dt="2023-07-27T09:07:26.536" v="5592" actId="478"/>
          <ac:spMkLst>
            <pc:docMk/>
            <pc:sldMk cId="3373599175" sldId="409"/>
            <ac:spMk id="9" creationId="{A5B35F3C-90E2-CD30-09CB-664AB8133139}"/>
          </ac:spMkLst>
        </pc:spChg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11" creationId="{FC4E1185-2DBF-7C96-9390-876E702BA5CE}"/>
          </ac:spMkLst>
        </pc:spChg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12" creationId="{BC6933F6-F73B-E1E1-B603-1AD15DE6755A}"/>
          </ac:spMkLst>
        </pc:spChg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13" creationId="{1DD941CA-F9A4-9548-3BB3-8CF3E2AC1DA3}"/>
          </ac:spMkLst>
        </pc:spChg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14" creationId="{84DA2C06-AE7D-7C9E-5747-C23B03A80366}"/>
          </ac:spMkLst>
        </pc:spChg>
        <pc:spChg chg="add mod">
          <ac:chgData name="Muriel BORDE" userId="c170603111e0d29b" providerId="LiveId" clId="{88A39F71-90C1-4121-B360-2DDA4F102DCB}" dt="2023-07-27T10:12:20.452" v="7275" actId="6549"/>
          <ac:spMkLst>
            <pc:docMk/>
            <pc:sldMk cId="3373599175" sldId="409"/>
            <ac:spMk id="15" creationId="{592FB4A9-A773-9E0C-AEDF-905F76C4F2DF}"/>
          </ac:spMkLst>
        </pc:spChg>
        <pc:spChg chg="del">
          <ac:chgData name="Muriel BORDE" userId="c170603111e0d29b" providerId="LiveId" clId="{88A39F71-90C1-4121-B360-2DDA4F102DCB}" dt="2023-07-27T09:07:32.038" v="5595" actId="478"/>
          <ac:spMkLst>
            <pc:docMk/>
            <pc:sldMk cId="3373599175" sldId="409"/>
            <ac:spMk id="16" creationId="{35905C19-77F5-1471-CC2C-E909FD906F9D}"/>
          </ac:spMkLst>
        </pc:spChg>
        <pc:spChg chg="add mod">
          <ac:chgData name="Muriel BORDE" userId="c170603111e0d29b" providerId="LiveId" clId="{88A39F71-90C1-4121-B360-2DDA4F102DCB}" dt="2023-07-27T10:12:24.156" v="7277" actId="20577"/>
          <ac:spMkLst>
            <pc:docMk/>
            <pc:sldMk cId="3373599175" sldId="409"/>
            <ac:spMk id="17" creationId="{9BF9A87C-553A-2125-63BD-558D5436A82D}"/>
          </ac:spMkLst>
        </pc:spChg>
        <pc:spChg chg="del">
          <ac:chgData name="Muriel BORDE" userId="c170603111e0d29b" providerId="LiveId" clId="{88A39F71-90C1-4121-B360-2DDA4F102DCB}" dt="2023-07-27T09:07:32.038" v="5595" actId="478"/>
          <ac:spMkLst>
            <pc:docMk/>
            <pc:sldMk cId="3373599175" sldId="409"/>
            <ac:spMk id="43" creationId="{95685F5A-10A9-D116-DB2B-369547FF808B}"/>
          </ac:spMkLst>
        </pc:spChg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45" creationId="{279940EC-1872-7D4A-3E7A-F71BC6D9C51F}"/>
          </ac:spMkLst>
        </pc:spChg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47" creationId="{E75D67E0-238A-715C-A0B7-717BC0FF2A06}"/>
          </ac:spMkLst>
        </pc:spChg>
        <pc:spChg chg="del">
          <ac:chgData name="Muriel BORDE" userId="c170603111e0d29b" providerId="LiveId" clId="{88A39F71-90C1-4121-B360-2DDA4F102DCB}" dt="2023-07-27T09:07:24.613" v="5591" actId="478"/>
          <ac:spMkLst>
            <pc:docMk/>
            <pc:sldMk cId="3373599175" sldId="409"/>
            <ac:spMk id="49" creationId="{A5127810-94BA-392D-F935-10B0FB80BAD0}"/>
          </ac:spMkLst>
        </pc:spChg>
        <pc:spChg chg="del">
          <ac:chgData name="Muriel BORDE" userId="c170603111e0d29b" providerId="LiveId" clId="{88A39F71-90C1-4121-B360-2DDA4F102DCB}" dt="2023-07-27T09:07:22.348" v="5590" actId="478"/>
          <ac:spMkLst>
            <pc:docMk/>
            <pc:sldMk cId="3373599175" sldId="409"/>
            <ac:spMk id="51" creationId="{9A48C486-153F-7F87-6F1B-4222F28A412D}"/>
          </ac:spMkLst>
        </pc:spChg>
        <pc:spChg chg="del">
          <ac:chgData name="Muriel BORDE" userId="c170603111e0d29b" providerId="LiveId" clId="{88A39F71-90C1-4121-B360-2DDA4F102DCB}" dt="2023-07-27T09:07:26.536" v="5592" actId="478"/>
          <ac:spMkLst>
            <pc:docMk/>
            <pc:sldMk cId="3373599175" sldId="409"/>
            <ac:spMk id="53" creationId="{DE366DAA-3149-7205-138F-17791CDFA84E}"/>
          </ac:spMkLst>
        </pc:spChg>
        <pc:cxnChg chg="del mod">
          <ac:chgData name="Muriel BORDE" userId="c170603111e0d29b" providerId="LiveId" clId="{88A39F71-90C1-4121-B360-2DDA4F102DCB}" dt="2023-07-27T09:07:28.331" v="5593" actId="478"/>
          <ac:cxnSpMkLst>
            <pc:docMk/>
            <pc:sldMk cId="3373599175" sldId="409"/>
            <ac:cxnSpMk id="18" creationId="{6461228A-FF32-A3CB-2290-4618A4DA71BA}"/>
          </ac:cxnSpMkLst>
        </pc:cxnChg>
        <pc:cxnChg chg="del mod">
          <ac:chgData name="Muriel BORDE" userId="c170603111e0d29b" providerId="LiveId" clId="{88A39F71-90C1-4121-B360-2DDA4F102DCB}" dt="2023-07-27T09:07:28.331" v="5593" actId="478"/>
          <ac:cxnSpMkLst>
            <pc:docMk/>
            <pc:sldMk cId="3373599175" sldId="409"/>
            <ac:cxnSpMk id="19" creationId="{3C780A0E-68CE-85AD-796B-DF1C5AE002C0}"/>
          </ac:cxnSpMkLst>
        </pc:cxnChg>
        <pc:cxnChg chg="del mod">
          <ac:chgData name="Muriel BORDE" userId="c170603111e0d29b" providerId="LiveId" clId="{88A39F71-90C1-4121-B360-2DDA4F102DCB}" dt="2023-07-27T09:07:28.331" v="5593" actId="478"/>
          <ac:cxnSpMkLst>
            <pc:docMk/>
            <pc:sldMk cId="3373599175" sldId="409"/>
            <ac:cxnSpMk id="22" creationId="{E6E908A1-984E-C157-33E3-976299ECF269}"/>
          </ac:cxnSpMkLst>
        </pc:cxnChg>
        <pc:cxnChg chg="del mod">
          <ac:chgData name="Muriel BORDE" userId="c170603111e0d29b" providerId="LiveId" clId="{88A39F71-90C1-4121-B360-2DDA4F102DCB}" dt="2023-07-27T09:07:28.331" v="5593" actId="478"/>
          <ac:cxnSpMkLst>
            <pc:docMk/>
            <pc:sldMk cId="3373599175" sldId="409"/>
            <ac:cxnSpMk id="26" creationId="{0231B0F5-E209-D817-90E9-600B45D49266}"/>
          </ac:cxnSpMkLst>
        </pc:cxnChg>
        <pc:cxnChg chg="del mod">
          <ac:chgData name="Muriel BORDE" userId="c170603111e0d29b" providerId="LiveId" clId="{88A39F71-90C1-4121-B360-2DDA4F102DCB}" dt="2023-07-27T09:07:28.331" v="5593" actId="478"/>
          <ac:cxnSpMkLst>
            <pc:docMk/>
            <pc:sldMk cId="3373599175" sldId="409"/>
            <ac:cxnSpMk id="29" creationId="{0B27D130-61FE-0DB2-1C6E-16E81443499D}"/>
          </ac:cxnSpMkLst>
        </pc:cxnChg>
        <pc:cxnChg chg="del mod">
          <ac:chgData name="Muriel BORDE" userId="c170603111e0d29b" providerId="LiveId" clId="{88A39F71-90C1-4121-B360-2DDA4F102DCB}" dt="2023-07-27T09:07:29.878" v="5594" actId="478"/>
          <ac:cxnSpMkLst>
            <pc:docMk/>
            <pc:sldMk cId="3373599175" sldId="409"/>
            <ac:cxnSpMk id="32" creationId="{C87AABAD-29A1-26CA-F961-B479EE0001F6}"/>
          </ac:cxnSpMkLst>
        </pc:cxnChg>
        <pc:cxnChg chg="del mod">
          <ac:chgData name="Muriel BORDE" userId="c170603111e0d29b" providerId="LiveId" clId="{88A39F71-90C1-4121-B360-2DDA4F102DCB}" dt="2023-07-27T09:07:26.536" v="5592" actId="478"/>
          <ac:cxnSpMkLst>
            <pc:docMk/>
            <pc:sldMk cId="3373599175" sldId="409"/>
            <ac:cxnSpMk id="35" creationId="{51B4FE53-F7E6-945D-9384-3CE908DED26B}"/>
          </ac:cxnSpMkLst>
        </pc:cxnChg>
        <pc:cxnChg chg="del mod">
          <ac:chgData name="Muriel BORDE" userId="c170603111e0d29b" providerId="LiveId" clId="{88A39F71-90C1-4121-B360-2DDA4F102DCB}" dt="2023-07-27T09:07:26.536" v="5592" actId="478"/>
          <ac:cxnSpMkLst>
            <pc:docMk/>
            <pc:sldMk cId="3373599175" sldId="409"/>
            <ac:cxnSpMk id="39" creationId="{E2AFED77-D7A1-9A62-0730-2D9F1235917F}"/>
          </ac:cxnSpMkLst>
        </pc:cxnChg>
        <pc:cxnChg chg="del mod">
          <ac:chgData name="Muriel BORDE" userId="c170603111e0d29b" providerId="LiveId" clId="{88A39F71-90C1-4121-B360-2DDA4F102DCB}" dt="2023-07-27T09:07:26.536" v="5592" actId="478"/>
          <ac:cxnSpMkLst>
            <pc:docMk/>
            <pc:sldMk cId="3373599175" sldId="409"/>
            <ac:cxnSpMk id="54" creationId="{CAF474FB-92AB-18F0-5703-70D5E8D94495}"/>
          </ac:cxnSpMkLst>
        </pc:cxnChg>
        <pc:cxnChg chg="del mod">
          <ac:chgData name="Muriel BORDE" userId="c170603111e0d29b" providerId="LiveId" clId="{88A39F71-90C1-4121-B360-2DDA4F102DCB}" dt="2023-07-27T09:07:26.536" v="5592" actId="478"/>
          <ac:cxnSpMkLst>
            <pc:docMk/>
            <pc:sldMk cId="3373599175" sldId="409"/>
            <ac:cxnSpMk id="57" creationId="{A1024DB8-9010-410D-D64B-D2C1577593EC}"/>
          </ac:cxnSpMkLst>
        </pc:cxnChg>
        <pc:cxnChg chg="del mod">
          <ac:chgData name="Muriel BORDE" userId="c170603111e0d29b" providerId="LiveId" clId="{88A39F71-90C1-4121-B360-2DDA4F102DCB}" dt="2023-07-27T09:07:26.536" v="5592" actId="478"/>
          <ac:cxnSpMkLst>
            <pc:docMk/>
            <pc:sldMk cId="3373599175" sldId="409"/>
            <ac:cxnSpMk id="61" creationId="{50B62C04-2175-8B16-76A7-614D9026F312}"/>
          </ac:cxnSpMkLst>
        </pc:cxnChg>
        <pc:cxnChg chg="del mod">
          <ac:chgData name="Muriel BORDE" userId="c170603111e0d29b" providerId="LiveId" clId="{88A39F71-90C1-4121-B360-2DDA4F102DCB}" dt="2023-07-27T09:07:26.536" v="5592" actId="478"/>
          <ac:cxnSpMkLst>
            <pc:docMk/>
            <pc:sldMk cId="3373599175" sldId="409"/>
            <ac:cxnSpMk id="4096" creationId="{0B293E8C-8B97-728C-29E0-C283CF488CBE}"/>
          </ac:cxnSpMkLst>
        </pc:cxnChg>
        <pc:cxnChg chg="del mod">
          <ac:chgData name="Muriel BORDE" userId="c170603111e0d29b" providerId="LiveId" clId="{88A39F71-90C1-4121-B360-2DDA4F102DCB}" dt="2023-07-27T09:07:26.536" v="5592" actId="478"/>
          <ac:cxnSpMkLst>
            <pc:docMk/>
            <pc:sldMk cId="3373599175" sldId="409"/>
            <ac:cxnSpMk id="4101" creationId="{3FB2CACB-3364-4212-1849-EADCAA321847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06" creationId="{3DAFF6DE-1995-B659-641F-06ED49503A11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09" creationId="{10151C76-AD30-54C7-86C3-647B1C7D1018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13" creationId="{F8388635-3DEE-BD05-0D77-354B20742B82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17" creationId="{0C48FF2D-0E71-10A0-F089-4AC0FCD3A56C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20" creationId="{A59286D3-2E71-03E4-6E54-66689172147E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23" creationId="{E694FD1A-CB1C-4114-96B5-4E837C0FE214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26" creationId="{4ED23F69-16DB-F4D5-53F7-3DC97896E1EC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30" creationId="{9A914C47-2F1C-E649-BB27-9FEC60D91273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33" creationId="{D66EABAD-FC91-693D-C0E0-B57B91EAE9FB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38" creationId="{B2B9E8C5-FBCA-A085-BAF1-CEF4A063A384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41" creationId="{FF093A8F-AC33-13F0-9067-81B6082B2E00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44" creationId="{478C8832-9AE1-C482-F58C-9713D64F8F6C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48" creationId="{4D57035B-AE1F-029D-2F12-2B9CA02C3B1E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51" creationId="{2F120941-2463-9410-6FC6-ACAAFB612991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55" creationId="{510B5730-7169-90C8-32A8-0D1F24F4621B}"/>
          </ac:cxnSpMkLst>
        </pc:cxnChg>
        <pc:cxnChg chg="del mod">
          <ac:chgData name="Muriel BORDE" userId="c170603111e0d29b" providerId="LiveId" clId="{88A39F71-90C1-4121-B360-2DDA4F102DCB}" dt="2023-07-27T09:07:22.348" v="5590" actId="478"/>
          <ac:cxnSpMkLst>
            <pc:docMk/>
            <pc:sldMk cId="3373599175" sldId="409"/>
            <ac:cxnSpMk id="4160" creationId="{8280E489-A518-C3A9-477C-3C4522A92153}"/>
          </ac:cxnSpMkLst>
        </pc:cxnChg>
      </pc:sldChg>
      <pc:sldChg chg="addSp delSp modSp add mod modClrScheme chgLayout">
        <pc:chgData name="Muriel BORDE" userId="c170603111e0d29b" providerId="LiveId" clId="{88A39F71-90C1-4121-B360-2DDA4F102DCB}" dt="2023-09-27T15:23:48.512" v="20989" actId="1036"/>
        <pc:sldMkLst>
          <pc:docMk/>
          <pc:sldMk cId="478438008" sldId="410"/>
        </pc:sldMkLst>
        <pc:spChg chg="mod ord">
          <ac:chgData name="Muriel BORDE" userId="c170603111e0d29b" providerId="LiveId" clId="{88A39F71-90C1-4121-B360-2DDA4F102DCB}" dt="2023-09-27T15:23:18.975" v="20952" actId="700"/>
          <ac:spMkLst>
            <pc:docMk/>
            <pc:sldMk cId="478438008" sldId="410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3:40.724" v="20970" actId="478"/>
          <ac:spMkLst>
            <pc:docMk/>
            <pc:sldMk cId="478438008" sldId="410"/>
            <ac:spMk id="3" creationId="{E9F14F1D-EE16-0F21-3F42-50BD7427BC02}"/>
          </ac:spMkLst>
        </pc:spChg>
        <pc:spChg chg="del">
          <ac:chgData name="Muriel BORDE" userId="c170603111e0d29b" providerId="LiveId" clId="{88A39F71-90C1-4121-B360-2DDA4F102DCB}" dt="2023-07-27T10:23:53.089" v="7548" actId="478"/>
          <ac:spMkLst>
            <pc:docMk/>
            <pc:sldMk cId="478438008" sldId="410"/>
            <ac:spMk id="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3:44.231" v="20981" actId="478"/>
          <ac:spMkLst>
            <pc:docMk/>
            <pc:sldMk cId="478438008" sldId="410"/>
            <ac:spMk id="5" creationId="{A7CF7776-0552-5431-0BE0-6DA24EBCF6D8}"/>
          </ac:spMkLst>
        </pc:spChg>
        <pc:spChg chg="add del mod">
          <ac:chgData name="Muriel BORDE" userId="c170603111e0d29b" providerId="LiveId" clId="{88A39F71-90C1-4121-B360-2DDA4F102DCB}" dt="2023-07-27T10:24:07.667" v="7555" actId="478"/>
          <ac:spMkLst>
            <pc:docMk/>
            <pc:sldMk cId="478438008" sldId="410"/>
            <ac:spMk id="7" creationId="{611B101E-5E03-E003-7B00-2F053995D91D}"/>
          </ac:spMkLst>
        </pc:spChg>
        <pc:spChg chg="add del mod">
          <ac:chgData name="Muriel BORDE" userId="c170603111e0d29b" providerId="LiveId" clId="{88A39F71-90C1-4121-B360-2DDA4F102DCB}" dt="2023-07-27T11:39:24.031" v="8368" actId="478"/>
          <ac:spMkLst>
            <pc:docMk/>
            <pc:sldMk cId="478438008" sldId="410"/>
            <ac:spMk id="8" creationId="{1480A2D6-B6BA-39FE-1F36-2D028E8F82B9}"/>
          </ac:spMkLst>
        </pc:spChg>
        <pc:spChg chg="add mod ord">
          <ac:chgData name="Muriel BORDE" userId="c170603111e0d29b" providerId="LiveId" clId="{88A39F71-90C1-4121-B360-2DDA4F102DCB}" dt="2023-09-27T15:23:48.512" v="20989" actId="1036"/>
          <ac:spMkLst>
            <pc:docMk/>
            <pc:sldMk cId="478438008" sldId="410"/>
            <ac:spMk id="10" creationId="{01F83FD8-9A89-0ECD-9416-C1A12A1D072E}"/>
          </ac:spMkLst>
        </pc:spChg>
      </pc:sldChg>
      <pc:sldChg chg="addSp delSp modSp add del mod">
        <pc:chgData name="Muriel BORDE" userId="c170603111e0d29b" providerId="LiveId" clId="{88A39F71-90C1-4121-B360-2DDA4F102DCB}" dt="2023-07-27T10:22:55.911" v="7480" actId="2696"/>
        <pc:sldMkLst>
          <pc:docMk/>
          <pc:sldMk cId="2729773714" sldId="410"/>
        </pc:sldMkLst>
        <pc:spChg chg="add mod">
          <ac:chgData name="Muriel BORDE" userId="c170603111e0d29b" providerId="LiveId" clId="{88A39F71-90C1-4121-B360-2DDA4F102DCB}" dt="2023-07-27T09:13:30.049" v="5753" actId="1076"/>
          <ac:spMkLst>
            <pc:docMk/>
            <pc:sldMk cId="2729773714" sldId="410"/>
            <ac:spMk id="4" creationId="{A4DFA3D6-3B4A-DB6C-4054-DE6F422D6135}"/>
          </ac:spMkLst>
        </pc:spChg>
        <pc:spChg chg="mod">
          <ac:chgData name="Muriel BORDE" userId="c170603111e0d29b" providerId="LiveId" clId="{88A39F71-90C1-4121-B360-2DDA4F102DCB}" dt="2023-07-27T09:12:27.609" v="5729" actId="20577"/>
          <ac:spMkLst>
            <pc:docMk/>
            <pc:sldMk cId="2729773714" sldId="410"/>
            <ac:spMk id="6" creationId="{6272DE01-FA45-08EF-7A4D-873729F7C17F}"/>
          </ac:spMkLst>
        </pc:spChg>
        <pc:spChg chg="del">
          <ac:chgData name="Muriel BORDE" userId="c170603111e0d29b" providerId="LiveId" clId="{88A39F71-90C1-4121-B360-2DDA4F102DCB}" dt="2023-07-27T09:11:37.494" v="5714" actId="478"/>
          <ac:spMkLst>
            <pc:docMk/>
            <pc:sldMk cId="2729773714" sldId="410"/>
            <ac:spMk id="7" creationId="{7D77D336-15A1-244E-E4BF-F83AED0300E4}"/>
          </ac:spMkLst>
        </pc:spChg>
        <pc:spChg chg="add mod">
          <ac:chgData name="Muriel BORDE" userId="c170603111e0d29b" providerId="LiveId" clId="{88A39F71-90C1-4121-B360-2DDA4F102DCB}" dt="2023-07-27T10:12:46.476" v="7278" actId="20577"/>
          <ac:spMkLst>
            <pc:docMk/>
            <pc:sldMk cId="2729773714" sldId="410"/>
            <ac:spMk id="9" creationId="{C17D2DCC-60D9-EBCC-4FA6-C7A84693D245}"/>
          </ac:spMkLst>
        </pc:spChg>
        <pc:spChg chg="del">
          <ac:chgData name="Muriel BORDE" userId="c170603111e0d29b" providerId="LiveId" clId="{88A39F71-90C1-4121-B360-2DDA4F102DCB}" dt="2023-07-27T09:11:37.494" v="5714" actId="478"/>
          <ac:spMkLst>
            <pc:docMk/>
            <pc:sldMk cId="2729773714" sldId="410"/>
            <ac:spMk id="15" creationId="{592FB4A9-A773-9E0C-AEDF-905F76C4F2DF}"/>
          </ac:spMkLst>
        </pc:spChg>
        <pc:spChg chg="mod">
          <ac:chgData name="Muriel BORDE" userId="c170603111e0d29b" providerId="LiveId" clId="{88A39F71-90C1-4121-B360-2DDA4F102DCB}" dt="2023-07-27T09:12:38.104" v="5734" actId="20577"/>
          <ac:spMkLst>
            <pc:docMk/>
            <pc:sldMk cId="2729773714" sldId="410"/>
            <ac:spMk id="17" creationId="{9BF9A87C-553A-2125-63BD-558D5436A82D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23:57.855" v="20992" actId="478"/>
        <pc:sldMkLst>
          <pc:docMk/>
          <pc:sldMk cId="662690432" sldId="411"/>
        </pc:sldMkLst>
        <pc:spChg chg="mod ord">
          <ac:chgData name="Muriel BORDE" userId="c170603111e0d29b" providerId="LiveId" clId="{88A39F71-90C1-4121-B360-2DDA4F102DCB}" dt="2023-09-27T15:23:18.975" v="20952" actId="700"/>
          <ac:spMkLst>
            <pc:docMk/>
            <pc:sldMk cId="662690432" sldId="411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3:50.926" v="20990" actId="478"/>
          <ac:spMkLst>
            <pc:docMk/>
            <pc:sldMk cId="662690432" sldId="411"/>
            <ac:spMk id="3" creationId="{A26B3D31-C622-DF34-F055-154DD562325F}"/>
          </ac:spMkLst>
        </pc:spChg>
        <pc:spChg chg="add del mod ord">
          <ac:chgData name="Muriel BORDE" userId="c170603111e0d29b" providerId="LiveId" clId="{88A39F71-90C1-4121-B360-2DDA4F102DCB}" dt="2023-09-27T15:23:54.086" v="20991" actId="478"/>
          <ac:spMkLst>
            <pc:docMk/>
            <pc:sldMk cId="662690432" sldId="411"/>
            <ac:spMk id="4" creationId="{577B8EF9-EC98-2954-EDC4-A19A3439ECEC}"/>
          </ac:spMkLst>
        </pc:spChg>
        <pc:spChg chg="add del mod">
          <ac:chgData name="Muriel BORDE" userId="c170603111e0d29b" providerId="LiveId" clId="{88A39F71-90C1-4121-B360-2DDA4F102DCB}" dt="2023-07-27T10:24:02.216" v="7553" actId="478"/>
          <ac:spMkLst>
            <pc:docMk/>
            <pc:sldMk cId="662690432" sldId="411"/>
            <ac:spMk id="4" creationId="{E367D644-F0E3-DA7E-2456-F73ECC1FAC3F}"/>
          </ac:spMkLst>
        </pc:spChg>
        <pc:spChg chg="del">
          <ac:chgData name="Muriel BORDE" userId="c170603111e0d29b" providerId="LiveId" clId="{88A39F71-90C1-4121-B360-2DDA4F102DCB}" dt="2023-07-27T10:24:00.174" v="7551" actId="478"/>
          <ac:spMkLst>
            <pc:docMk/>
            <pc:sldMk cId="662690432" sldId="411"/>
            <ac:spMk id="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3:57.855" v="20992" actId="478"/>
          <ac:spMkLst>
            <pc:docMk/>
            <pc:sldMk cId="662690432" sldId="411"/>
            <ac:spMk id="5" creationId="{E0FC5331-34A2-D476-3D65-7796C751A2D0}"/>
          </ac:spMkLst>
        </pc:spChg>
        <pc:spChg chg="add del mod">
          <ac:chgData name="Muriel BORDE" userId="c170603111e0d29b" providerId="LiveId" clId="{88A39F71-90C1-4121-B360-2DDA4F102DCB}" dt="2023-07-27T11:39:28.903" v="8370" actId="478"/>
          <ac:spMkLst>
            <pc:docMk/>
            <pc:sldMk cId="662690432" sldId="411"/>
            <ac:spMk id="9" creationId="{45C3B896-13FF-D511-5622-7DE32F207FE0}"/>
          </ac:spMkLst>
        </pc:spChg>
        <pc:spChg chg="add del mod">
          <ac:chgData name="Muriel BORDE" userId="c170603111e0d29b" providerId="LiveId" clId="{88A39F71-90C1-4121-B360-2DDA4F102DCB}" dt="2023-07-27T11:39:31.190" v="8373" actId="478"/>
          <ac:spMkLst>
            <pc:docMk/>
            <pc:sldMk cId="662690432" sldId="411"/>
            <ac:spMk id="13" creationId="{D5652C0C-6D5B-F4C0-43A4-482D4162387C}"/>
          </ac:spMkLst>
        </pc:spChg>
        <pc:spChg chg="add mod">
          <ac:chgData name="Muriel BORDE" userId="c170603111e0d29b" providerId="LiveId" clId="{88A39F71-90C1-4121-B360-2DDA4F102DCB}" dt="2023-07-27T11:39:29.186" v="8372"/>
          <ac:spMkLst>
            <pc:docMk/>
            <pc:sldMk cId="662690432" sldId="411"/>
            <ac:spMk id="14" creationId="{2FB97672-3866-4F53-E068-97DDE82DFC52}"/>
          </ac:spMkLst>
        </pc:spChg>
      </pc:sldChg>
      <pc:sldChg chg="addSp delSp modSp add del mod">
        <pc:chgData name="Muriel BORDE" userId="c170603111e0d29b" providerId="LiveId" clId="{88A39F71-90C1-4121-B360-2DDA4F102DCB}" dt="2023-07-27T10:22:55.911" v="7480" actId="2696"/>
        <pc:sldMkLst>
          <pc:docMk/>
          <pc:sldMk cId="3177224363" sldId="411"/>
        </pc:sldMkLst>
        <pc:spChg chg="del">
          <ac:chgData name="Muriel BORDE" userId="c170603111e0d29b" providerId="LiveId" clId="{88A39F71-90C1-4121-B360-2DDA4F102DCB}" dt="2023-07-27T09:13:49.820" v="5765" actId="478"/>
          <ac:spMkLst>
            <pc:docMk/>
            <pc:sldMk cId="3177224363" sldId="411"/>
            <ac:spMk id="4" creationId="{A4DFA3D6-3B4A-DB6C-4054-DE6F422D6135}"/>
          </ac:spMkLst>
        </pc:spChg>
        <pc:spChg chg="mod">
          <ac:chgData name="Muriel BORDE" userId="c170603111e0d29b" providerId="LiveId" clId="{88A39F71-90C1-4121-B360-2DDA4F102DCB}" dt="2023-07-27T09:21:15.646" v="5958" actId="1037"/>
          <ac:spMkLst>
            <pc:docMk/>
            <pc:sldMk cId="3177224363" sldId="411"/>
            <ac:spMk id="6" creationId="{6272DE01-FA45-08EF-7A4D-873729F7C17F}"/>
          </ac:spMkLst>
        </pc:spChg>
        <pc:spChg chg="add mod">
          <ac:chgData name="Muriel BORDE" userId="c170603111e0d29b" providerId="LiveId" clId="{88A39F71-90C1-4121-B360-2DDA4F102DCB}" dt="2023-07-27T09:21:15.646" v="5958" actId="1037"/>
          <ac:spMkLst>
            <pc:docMk/>
            <pc:sldMk cId="3177224363" sldId="411"/>
            <ac:spMk id="7" creationId="{5EA0DC2C-44EB-A377-98DF-FA95E799F8D5}"/>
          </ac:spMkLst>
        </pc:spChg>
        <pc:spChg chg="add mod">
          <ac:chgData name="Muriel BORDE" userId="c170603111e0d29b" providerId="LiveId" clId="{88A39F71-90C1-4121-B360-2DDA4F102DCB}" dt="2023-07-27T09:20:37.779" v="5945" actId="1076"/>
          <ac:spMkLst>
            <pc:docMk/>
            <pc:sldMk cId="3177224363" sldId="411"/>
            <ac:spMk id="8" creationId="{3D4EFCAC-74CB-92A6-D231-842B406A1F9E}"/>
          </ac:spMkLst>
        </pc:spChg>
        <pc:spChg chg="del">
          <ac:chgData name="Muriel BORDE" userId="c170603111e0d29b" providerId="LiveId" clId="{88A39F71-90C1-4121-B360-2DDA4F102DCB}" dt="2023-07-27T09:13:49.820" v="5765" actId="478"/>
          <ac:spMkLst>
            <pc:docMk/>
            <pc:sldMk cId="3177224363" sldId="411"/>
            <ac:spMk id="9" creationId="{C17D2DCC-60D9-EBCC-4FA6-C7A84693D245}"/>
          </ac:spMkLst>
        </pc:spChg>
        <pc:spChg chg="add mod">
          <ac:chgData name="Muriel BORDE" userId="c170603111e0d29b" providerId="LiveId" clId="{88A39F71-90C1-4121-B360-2DDA4F102DCB}" dt="2023-07-27T09:21:15.646" v="5958" actId="1037"/>
          <ac:spMkLst>
            <pc:docMk/>
            <pc:sldMk cId="3177224363" sldId="411"/>
            <ac:spMk id="11" creationId="{B9C22983-1FCB-1D09-002D-35173496C58B}"/>
          </ac:spMkLst>
        </pc:spChg>
        <pc:spChg chg="add mod">
          <ac:chgData name="Muriel BORDE" userId="c170603111e0d29b" providerId="LiveId" clId="{88A39F71-90C1-4121-B360-2DDA4F102DCB}" dt="2023-07-27T09:21:15.646" v="5958" actId="1037"/>
          <ac:spMkLst>
            <pc:docMk/>
            <pc:sldMk cId="3177224363" sldId="411"/>
            <ac:spMk id="12" creationId="{3C0B86EB-8004-D88B-6053-349DE7B2577E}"/>
          </ac:spMkLst>
        </pc:spChg>
        <pc:spChg chg="mod">
          <ac:chgData name="Muriel BORDE" userId="c170603111e0d29b" providerId="LiveId" clId="{88A39F71-90C1-4121-B360-2DDA4F102DCB}" dt="2023-07-27T09:20:41.485" v="5946" actId="1076"/>
          <ac:spMkLst>
            <pc:docMk/>
            <pc:sldMk cId="3177224363" sldId="411"/>
            <ac:spMk id="17" creationId="{9BF9A87C-553A-2125-63BD-558D5436A82D}"/>
          </ac:spMkLst>
        </pc:spChg>
      </pc:sldChg>
      <pc:sldChg chg="addSp delSp modSp add del mod">
        <pc:chgData name="Muriel BORDE" userId="c170603111e0d29b" providerId="LiveId" clId="{88A39F71-90C1-4121-B360-2DDA4F102DCB}" dt="2023-07-27T10:14:11.052" v="7279" actId="47"/>
        <pc:sldMkLst>
          <pc:docMk/>
          <pc:sldMk cId="1399697677" sldId="412"/>
        </pc:sldMkLst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3" creationId="{80B69321-1566-65A4-6723-7F134EEF32DA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4" creationId="{FEE0EAF1-AFAA-F8F1-7FAF-4384729CBF30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6" creationId="{A8F27816-2E19-43D7-8CEE-58B1BDA94DFA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8" creationId="{09705F5C-5D75-7986-5645-66A9EC738785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9" creationId="{5FBF158F-0888-BD1F-CC50-9E22E678062E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10" creationId="{68029315-3C25-DAF4-EF4C-906047C800F8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11" creationId="{73C4EB74-55D9-BF57-8DA0-C2C0B744C75A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12" creationId="{4E2B6976-4B6D-AAED-07F9-2D27BD870D02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13" creationId="{8D2D36B9-38C0-7DF4-0F2B-BB97C1BFDC17}"/>
          </ac:spMkLst>
        </pc:spChg>
        <pc:spChg chg="add del mod">
          <ac:chgData name="Muriel BORDE" userId="c170603111e0d29b" providerId="LiveId" clId="{88A39F71-90C1-4121-B360-2DDA4F102DCB}" dt="2023-07-27T09:39:12.293" v="6486" actId="478"/>
          <ac:spMkLst>
            <pc:docMk/>
            <pc:sldMk cId="1399697677" sldId="412"/>
            <ac:spMk id="14" creationId="{FFB3B4BC-D01B-4999-FB55-FDCC48356B70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15" creationId="{F40FEF7D-5194-18CC-B643-31545B040D05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16" creationId="{61A6D1BF-DF3E-9482-B65B-A5CD4C552B68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17" creationId="{B0498F25-63D6-455E-A0F2-330E259149EF}"/>
          </ac:spMkLst>
        </pc:spChg>
        <pc:spChg chg="add del mod">
          <ac:chgData name="Muriel BORDE" userId="c170603111e0d29b" providerId="LiveId" clId="{88A39F71-90C1-4121-B360-2DDA4F102DCB}" dt="2023-07-27T09:42:50.140" v="6731" actId="478"/>
          <ac:spMkLst>
            <pc:docMk/>
            <pc:sldMk cId="1399697677" sldId="412"/>
            <ac:spMk id="18" creationId="{56B5F36E-ACE6-A717-7E84-47E265AE2859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19" creationId="{822E9657-9003-EEC4-CE7C-5AB8A437EE2E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0" creationId="{754F8353-2A3D-0AD0-CB79-153A2BFA0294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1" creationId="{E01D7EB8-0825-81D0-145D-5B3151D0D4AE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2" creationId="{C40C0CAC-67EC-68AF-8B50-2F86475E6AE6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3" creationId="{94A47A53-FB86-11FE-FD41-72AF277CDAA1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4" creationId="{1A3A2FD1-BAF1-311F-B757-07CEA2AEC871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5" creationId="{C787D264-6F50-214D-C135-91C058F8C50C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6" creationId="{C2077AE2-78C2-E674-50C7-8574A1A438EF}"/>
          </ac:spMkLst>
        </pc:spChg>
        <pc:spChg chg="add del mod">
          <ac:chgData name="Muriel BORDE" userId="c170603111e0d29b" providerId="LiveId" clId="{88A39F71-90C1-4121-B360-2DDA4F102DCB}" dt="2023-07-27T09:42:55.327" v="6732" actId="21"/>
          <ac:spMkLst>
            <pc:docMk/>
            <pc:sldMk cId="1399697677" sldId="412"/>
            <ac:spMk id="27" creationId="{92C662D1-31B4-D75C-20D2-4E67A8758029}"/>
          </ac:spMkLst>
        </pc:spChg>
        <pc:spChg chg="del mod">
          <ac:chgData name="Muriel BORDE" userId="c170603111e0d29b" providerId="LiveId" clId="{88A39F71-90C1-4121-B360-2DDA4F102DCB}" dt="2023-07-27T09:42:39.420" v="6717" actId="478"/>
          <ac:spMkLst>
            <pc:docMk/>
            <pc:sldMk cId="1399697677" sldId="412"/>
            <ac:spMk id="511998753" creationId="{00000000-0000-0000-0000-000000000000}"/>
          </ac:spMkLst>
        </pc:spChg>
        <pc:picChg chg="del">
          <ac:chgData name="Muriel BORDE" userId="c170603111e0d29b" providerId="LiveId" clId="{88A39F71-90C1-4121-B360-2DDA4F102DCB}" dt="2023-07-27T09:38:16.909" v="6429" actId="478"/>
          <ac:picMkLst>
            <pc:docMk/>
            <pc:sldMk cId="1399697677" sldId="412"/>
            <ac:picMk id="5122" creationId="{2EC3F1C2-D187-99D1-3DF2-9984043B48C6}"/>
          </ac:picMkLst>
        </pc:picChg>
      </pc:sldChg>
      <pc:sldChg chg="modSp add del mod">
        <pc:chgData name="Muriel BORDE" userId="c170603111e0d29b" providerId="LiveId" clId="{88A39F71-90C1-4121-B360-2DDA4F102DCB}" dt="2023-07-27T12:29:19.606" v="9946" actId="47"/>
        <pc:sldMkLst>
          <pc:docMk/>
          <pc:sldMk cId="3714379469" sldId="413"/>
        </pc:sldMkLst>
        <pc:spChg chg="mod">
          <ac:chgData name="Muriel BORDE" userId="c170603111e0d29b" providerId="LiveId" clId="{88A39F71-90C1-4121-B360-2DDA4F102DCB}" dt="2023-07-27T12:28:33.597" v="9905" actId="27636"/>
          <ac:spMkLst>
            <pc:docMk/>
            <pc:sldMk cId="3714379469" sldId="413"/>
            <ac:spMk id="6" creationId="{00000000-0000-0000-0000-000000000000}"/>
          </ac:spMkLst>
        </pc:spChg>
        <pc:spChg chg="mod">
          <ac:chgData name="Muriel BORDE" userId="c170603111e0d29b" providerId="LiveId" clId="{88A39F71-90C1-4121-B360-2DDA4F102DCB}" dt="2023-07-27T09:51:23.436" v="6869" actId="20577"/>
          <ac:spMkLst>
            <pc:docMk/>
            <pc:sldMk cId="3714379469" sldId="413"/>
            <ac:spMk id="11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39:13.205" v="21182" actId="47"/>
        <pc:sldMkLst>
          <pc:docMk/>
          <pc:sldMk cId="1657690756" sldId="414"/>
        </pc:sldMkLst>
        <pc:spChg chg="add del mod">
          <ac:chgData name="Muriel BORDE" userId="c170603111e0d29b" providerId="LiveId" clId="{88A39F71-90C1-4121-B360-2DDA4F102DCB}" dt="2023-09-27T15:08:02.238" v="20633" actId="478"/>
          <ac:spMkLst>
            <pc:docMk/>
            <pc:sldMk cId="1657690756" sldId="414"/>
            <ac:spMk id="2" creationId="{37B96653-D431-E908-A76A-73CE00AA1B8E}"/>
          </ac:spMkLst>
        </pc:spChg>
        <pc:spChg chg="add del mod ord">
          <ac:chgData name="Muriel BORDE" userId="c170603111e0d29b" providerId="LiveId" clId="{88A39F71-90C1-4121-B360-2DDA4F102DCB}" dt="2023-09-27T15:07:59.229" v="20631" actId="478"/>
          <ac:spMkLst>
            <pc:docMk/>
            <pc:sldMk cId="1657690756" sldId="414"/>
            <ac:spMk id="3" creationId="{ED679455-0A57-EE4A-8EA6-491849EE1B4A}"/>
          </ac:spMkLst>
        </pc:spChg>
        <pc:spChg chg="add del mod ord">
          <ac:chgData name="Muriel BORDE" userId="c170603111e0d29b" providerId="LiveId" clId="{88A39F71-90C1-4121-B360-2DDA4F102DCB}" dt="2023-09-27T15:08:09.273" v="20634" actId="478"/>
          <ac:spMkLst>
            <pc:docMk/>
            <pc:sldMk cId="1657690756" sldId="414"/>
            <ac:spMk id="4" creationId="{CD450D67-E74A-61DA-D699-5923C4584136}"/>
          </ac:spMkLst>
        </pc:spChg>
        <pc:spChg chg="add del mod">
          <ac:chgData name="Muriel BORDE" userId="c170603111e0d29b" providerId="LiveId" clId="{88A39F71-90C1-4121-B360-2DDA4F102DCB}" dt="2023-07-28T12:36:42.102" v="16171" actId="478"/>
          <ac:spMkLst>
            <pc:docMk/>
            <pc:sldMk cId="1657690756" sldId="414"/>
            <ac:spMk id="4" creationId="{D0CFFF0F-F011-5532-82FF-14D5204B66A3}"/>
          </ac:spMkLst>
        </pc:spChg>
        <pc:spChg chg="add del mod ord">
          <ac:chgData name="Muriel BORDE" userId="c170603111e0d29b" providerId="LiveId" clId="{88A39F71-90C1-4121-B360-2DDA4F102DCB}" dt="2023-09-27T15:07:51.563" v="20629" actId="478"/>
          <ac:spMkLst>
            <pc:docMk/>
            <pc:sldMk cId="1657690756" sldId="414"/>
            <ac:spMk id="5" creationId="{55E90715-830A-4BFB-8023-8456A3BD6CAF}"/>
          </ac:spMkLst>
        </pc:spChg>
        <pc:spChg chg="mod">
          <ac:chgData name="Muriel BORDE" userId="c170603111e0d29b" providerId="LiveId" clId="{88A39F71-90C1-4121-B360-2DDA4F102DCB}" dt="2023-09-27T15:07:54.943" v="20630" actId="207"/>
          <ac:spMkLst>
            <pc:docMk/>
            <pc:sldMk cId="1657690756" sldId="414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7:49.398" v="20628" actId="700"/>
          <ac:spMkLst>
            <pc:docMk/>
            <pc:sldMk cId="1657690756" sldId="414"/>
            <ac:spMk id="8" creationId="{00000000-0000-0000-0000-000000000000}"/>
          </ac:spMkLst>
        </pc:spChg>
        <pc:spChg chg="del">
          <ac:chgData name="Muriel BORDE" userId="c170603111e0d29b" providerId="LiveId" clId="{88A39F71-90C1-4121-B360-2DDA4F102DCB}" dt="2023-07-28T12:36:39.098" v="16169" actId="478"/>
          <ac:spMkLst>
            <pc:docMk/>
            <pc:sldMk cId="1657690756" sldId="414"/>
            <ac:spMk id="11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42:42.879" v="21247" actId="47"/>
        <pc:sldMkLst>
          <pc:docMk/>
          <pc:sldMk cId="1903051284" sldId="415"/>
        </pc:sldMkLst>
        <pc:spChg chg="add del mod ord">
          <ac:chgData name="Muriel BORDE" userId="c170603111e0d29b" providerId="LiveId" clId="{88A39F71-90C1-4121-B360-2DDA4F102DCB}" dt="2023-09-27T15:23:22.153" v="20955" actId="478"/>
          <ac:spMkLst>
            <pc:docMk/>
            <pc:sldMk cId="1903051284" sldId="415"/>
            <ac:spMk id="2" creationId="{A53AA7E8-1531-1166-4DB0-F064703BAE26}"/>
          </ac:spMkLst>
        </pc:spChg>
        <pc:spChg chg="add del mod ord">
          <ac:chgData name="Muriel BORDE" userId="c170603111e0d29b" providerId="LiveId" clId="{88A39F71-90C1-4121-B360-2DDA4F102DCB}" dt="2023-09-27T15:23:23.503" v="20956" actId="478"/>
          <ac:spMkLst>
            <pc:docMk/>
            <pc:sldMk cId="1903051284" sldId="415"/>
            <ac:spMk id="3" creationId="{B80031FB-803E-5E96-A471-5DECEFC436A6}"/>
          </ac:spMkLst>
        </pc:spChg>
        <pc:spChg chg="mod ord">
          <ac:chgData name="Muriel BORDE" userId="c170603111e0d29b" providerId="LiveId" clId="{88A39F71-90C1-4121-B360-2DDA4F102DCB}" dt="2023-09-27T15:23:19.038" v="20953" actId="27636"/>
          <ac:spMkLst>
            <pc:docMk/>
            <pc:sldMk cId="1903051284" sldId="415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3:25.433" v="20957" actId="207"/>
          <ac:spMkLst>
            <pc:docMk/>
            <pc:sldMk cId="1903051284" sldId="415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23:18.975" v="20952" actId="700"/>
          <ac:spMkLst>
            <pc:docMk/>
            <pc:sldMk cId="1903051284" sldId="415"/>
            <ac:spMk id="8" creationId="{00000000-0000-0000-0000-000000000000}"/>
          </ac:spMkLst>
        </pc:spChg>
      </pc:sldChg>
      <pc:sldChg chg="addSp delSp modSp add mod ord modClrScheme chgLayout modNotesTx">
        <pc:chgData name="Muriel BORDE" userId="c170603111e0d29b" providerId="LiveId" clId="{88A39F71-90C1-4121-B360-2DDA4F102DCB}" dt="2023-09-27T15:11:11.436" v="20683" actId="2711"/>
        <pc:sldMkLst>
          <pc:docMk/>
          <pc:sldMk cId="797572871" sldId="416"/>
        </pc:sldMkLst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12T13:37:37.053" v="19592" actId="1076"/>
          <ac:spMkLst>
            <pc:docMk/>
            <pc:sldMk cId="797572871" sldId="416"/>
            <ac:spMk id="2" creationId="{77769EC9-1041-2E83-C65E-9AFC2A312889}"/>
          </ac:spMkLst>
        </pc:spChg>
        <pc:spChg chg="add del mod">
          <ac:chgData name="Muriel BORDE" userId="c170603111e0d29b" providerId="LiveId" clId="{88A39F71-90C1-4121-B360-2DDA4F102DCB}" dt="2023-07-28T13:27:46.160" v="16769" actId="478"/>
          <ac:spMkLst>
            <pc:docMk/>
            <pc:sldMk cId="797572871" sldId="416"/>
            <ac:spMk id="2" creationId="{812AAFD2-EB36-2704-648A-79220375823E}"/>
          </ac:spMkLst>
        </pc:spChg>
        <pc:spChg chg="add del mod ord">
          <ac:chgData name="Muriel BORDE" userId="c170603111e0d29b" providerId="LiveId" clId="{88A39F71-90C1-4121-B360-2DDA4F102DCB}" dt="2023-09-27T15:10:03.198" v="20661" actId="700"/>
          <ac:spMkLst>
            <pc:docMk/>
            <pc:sldMk cId="797572871" sldId="416"/>
            <ac:spMk id="3" creationId="{47BBAE9E-0EAF-89B0-2B74-9B4D62DFC287}"/>
          </ac:spMkLst>
        </pc:spChg>
        <pc:spChg chg="del mod">
          <ac:chgData name="Muriel BORDE" userId="c170603111e0d29b" providerId="LiveId" clId="{88A39F71-90C1-4121-B360-2DDA4F102DCB}" dt="2023-07-27T10:35:38.303" v="7849" actId="478"/>
          <ac:spMkLst>
            <pc:docMk/>
            <pc:sldMk cId="797572871" sldId="416"/>
            <ac:spMk id="3" creationId="{9753EBF9-F546-6865-5759-A84E4F2D5D3B}"/>
          </ac:spMkLst>
        </pc:spChg>
        <pc:spChg chg="add mod">
          <ac:chgData name="Muriel BORDE" userId="c170603111e0d29b" providerId="LiveId" clId="{88A39F71-90C1-4121-B360-2DDA4F102DCB}" dt="2023-09-12T13:37:37.053" v="19592" actId="1076"/>
          <ac:spMkLst>
            <pc:docMk/>
            <pc:sldMk cId="797572871" sldId="416"/>
            <ac:spMk id="4" creationId="{87F2A4AD-3DA4-FD32-A3FD-E2C753C32DF1}"/>
          </ac:spMkLst>
        </pc:spChg>
        <pc:spChg chg="del mod">
          <ac:chgData name="Muriel BORDE" userId="c170603111e0d29b" providerId="LiveId" clId="{88A39F71-90C1-4121-B360-2DDA4F102DCB}" dt="2023-07-27T11:10:08.842" v="7929" actId="478"/>
          <ac:spMkLst>
            <pc:docMk/>
            <pc:sldMk cId="797572871" sldId="416"/>
            <ac:spMk id="4" creationId="{D29B2103-1FA0-F328-A3B9-FBE5CAE398F3}"/>
          </ac:spMkLst>
        </pc:spChg>
        <pc:spChg chg="add del mod ord">
          <ac:chgData name="Muriel BORDE" userId="c170603111e0d29b" providerId="LiveId" clId="{88A39F71-90C1-4121-B360-2DDA4F102DCB}" dt="2023-09-27T15:10:03.198" v="20661" actId="700"/>
          <ac:spMkLst>
            <pc:docMk/>
            <pc:sldMk cId="797572871" sldId="416"/>
            <ac:spMk id="5" creationId="{4D9F8058-8784-D7E4-DC99-327E9282FB2D}"/>
          </ac:spMkLst>
        </pc:spChg>
        <pc:spChg chg="add del mod ord">
          <ac:chgData name="Muriel BORDE" userId="c170603111e0d29b" providerId="LiveId" clId="{88A39F71-90C1-4121-B360-2DDA4F102DCB}" dt="2023-09-27T15:10:07.080" v="20663" actId="478"/>
          <ac:spMkLst>
            <pc:docMk/>
            <pc:sldMk cId="797572871" sldId="416"/>
            <ac:spMk id="6" creationId="{593FCFA2-4E97-3E3C-F23A-13D539019C8B}"/>
          </ac:spMkLst>
        </pc:spChg>
        <pc:spChg chg="add del mod">
          <ac:chgData name="Muriel BORDE" userId="c170603111e0d29b" providerId="LiveId" clId="{88A39F71-90C1-4121-B360-2DDA4F102DCB}" dt="2023-07-27T10:32:15.445" v="7788" actId="478"/>
          <ac:spMkLst>
            <pc:docMk/>
            <pc:sldMk cId="797572871" sldId="416"/>
            <ac:spMk id="6" creationId="{EDA4480D-9A29-0E87-182B-5C86A70ADDC5}"/>
          </ac:spMkLst>
        </pc:spChg>
        <pc:spChg chg="del mod">
          <ac:chgData name="Muriel BORDE" userId="c170603111e0d29b" providerId="LiveId" clId="{88A39F71-90C1-4121-B360-2DDA4F102DCB}" dt="2023-07-27T10:32:13.916" v="7787" actId="478"/>
          <ac:spMkLst>
            <pc:docMk/>
            <pc:sldMk cId="797572871" sldId="416"/>
            <ac:spMk id="7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0:08.380" v="20664" actId="478"/>
          <ac:spMkLst>
            <pc:docMk/>
            <pc:sldMk cId="797572871" sldId="416"/>
            <ac:spMk id="7" creationId="{C93379FB-5F2F-E066-10BA-326E5AD4CD8A}"/>
          </ac:spMkLst>
        </pc:spChg>
        <pc:spChg chg="add del mod ord">
          <ac:chgData name="Muriel BORDE" userId="c170603111e0d29b" providerId="LiveId" clId="{88A39F71-90C1-4121-B360-2DDA4F102DCB}" dt="2023-09-27T15:10:10.933" v="20665" actId="478"/>
          <ac:spMkLst>
            <pc:docMk/>
            <pc:sldMk cId="797572871" sldId="416"/>
            <ac:spMk id="8" creationId="{28545036-9ABC-22FA-1090-61AAF65E8A48}"/>
          </ac:spMkLst>
        </pc:spChg>
        <pc:spChg chg="add del mod">
          <ac:chgData name="Muriel BORDE" userId="c170603111e0d29b" providerId="LiveId" clId="{88A39F71-90C1-4121-B360-2DDA4F102DCB}" dt="2023-09-12T13:37:18.651" v="19590" actId="478"/>
          <ac:spMkLst>
            <pc:docMk/>
            <pc:sldMk cId="797572871" sldId="416"/>
            <ac:spMk id="9" creationId="{87FDB588-E8B7-08B8-2EF8-EA593492608E}"/>
          </ac:spMkLst>
        </pc:spChg>
        <pc:spChg chg="add del mod">
          <ac:chgData name="Muriel BORDE" userId="c170603111e0d29b" providerId="LiveId" clId="{88A39F71-90C1-4121-B360-2DDA4F102DCB}" dt="2023-07-27T10:35:22.818" v="7846" actId="478"/>
          <ac:spMkLst>
            <pc:docMk/>
            <pc:sldMk cId="797572871" sldId="416"/>
            <ac:spMk id="10" creationId="{8A3CA4AF-071C-E8DA-EF4C-95952224C919}"/>
          </ac:spMkLst>
        </pc:spChg>
        <pc:spChg chg="add mod">
          <ac:chgData name="Muriel BORDE" userId="c170603111e0d29b" providerId="LiveId" clId="{88A39F71-90C1-4121-B360-2DDA4F102DCB}" dt="2023-09-12T13:36:34.796" v="19575" actId="1076"/>
          <ac:spMkLst>
            <pc:docMk/>
            <pc:sldMk cId="797572871" sldId="416"/>
            <ac:spMk id="12" creationId="{8111F66C-02ED-A121-098B-377346E1E125}"/>
          </ac:spMkLst>
        </pc:spChg>
        <pc:spChg chg="add del mod">
          <ac:chgData name="Muriel BORDE" userId="c170603111e0d29b" providerId="LiveId" clId="{88A39F71-90C1-4121-B360-2DDA4F102DCB}" dt="2023-09-12T13:20:51.696" v="19521" actId="478"/>
          <ac:spMkLst>
            <pc:docMk/>
            <pc:sldMk cId="797572871" sldId="416"/>
            <ac:spMk id="13" creationId="{5DC30686-78D0-C4CC-52B5-0FB52938067D}"/>
          </ac:spMkLst>
        </pc:spChg>
        <pc:spChg chg="add mod">
          <ac:chgData name="Muriel BORDE" userId="c170603111e0d29b" providerId="LiveId" clId="{88A39F71-90C1-4121-B360-2DDA4F102DCB}" dt="2023-09-12T13:37:44.149" v="19594" actId="1076"/>
          <ac:spMkLst>
            <pc:docMk/>
            <pc:sldMk cId="797572871" sldId="416"/>
            <ac:spMk id="15" creationId="{47F6297C-75AF-9B15-3C12-2241672944A8}"/>
          </ac:spMkLst>
        </pc:spChg>
        <pc:spChg chg="add mod">
          <ac:chgData name="Muriel BORDE" userId="c170603111e0d29b" providerId="LiveId" clId="{88A39F71-90C1-4121-B360-2DDA4F102DCB}" dt="2023-09-12T13:37:44.149" v="19594" actId="1076"/>
          <ac:spMkLst>
            <pc:docMk/>
            <pc:sldMk cId="797572871" sldId="416"/>
            <ac:spMk id="16" creationId="{7654BFCF-3200-DFC0-A4A5-4C3B73D195B0}"/>
          </ac:spMkLst>
        </pc:spChg>
        <pc:spChg chg="del mod">
          <ac:chgData name="Muriel BORDE" userId="c170603111e0d29b" providerId="LiveId" clId="{88A39F71-90C1-4121-B360-2DDA4F102DCB}" dt="2023-07-27T10:35:38.303" v="7849" actId="478"/>
          <ac:spMkLst>
            <pc:docMk/>
            <pc:sldMk cId="797572871" sldId="416"/>
            <ac:spMk id="17" creationId="{CBC2B0C9-1528-21D4-B372-83599AA4A52A}"/>
          </ac:spMkLst>
        </pc:spChg>
        <pc:spChg chg="del mod">
          <ac:chgData name="Muriel BORDE" userId="c170603111e0d29b" providerId="LiveId" clId="{88A39F71-90C1-4121-B360-2DDA4F102DCB}" dt="2023-07-27T11:10:09.787" v="7931" actId="478"/>
          <ac:spMkLst>
            <pc:docMk/>
            <pc:sldMk cId="797572871" sldId="416"/>
            <ac:spMk id="18" creationId="{EC9CFFF2-52EF-62E6-6FDD-18603B05E88D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19" creationId="{162AF59F-5D9F-7DE5-0D11-6FC096C3D860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0" creationId="{023FB537-2BF3-2B02-8539-1522E4EABE79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1" creationId="{84405DD0-A9FA-64A4-B86D-3E35171E2864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2" creationId="{710ACEF6-5860-E181-0237-3C6572258A0C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3" creationId="{A0AE5BF3-1FF9-316A-0EE6-088363AFB358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4" creationId="{B567EA7C-570C-083C-ABD4-21A1BE02F41F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5" creationId="{A5770E35-476E-A53E-D55A-78264B850300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6" creationId="{69E10526-E080-3931-A930-5A7098E2C59A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7" creationId="{B8FC9CB3-9F29-5FD6-6B34-B1AF57F401F3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28" creationId="{903718B5-50A1-9B24-F3EC-7DA1225CACBF}"/>
          </ac:spMkLst>
        </pc:spChg>
        <pc:spChg chg="add mod">
          <ac:chgData name="Muriel BORDE" userId="c170603111e0d29b" providerId="LiveId" clId="{88A39F71-90C1-4121-B360-2DDA4F102DCB}" dt="2023-09-12T13:37:44.149" v="19594" actId="1076"/>
          <ac:spMkLst>
            <pc:docMk/>
            <pc:sldMk cId="797572871" sldId="416"/>
            <ac:spMk id="30" creationId="{72D726B2-A952-F76E-4FD8-846B9FAB15D8}"/>
          </ac:spMkLst>
        </pc:spChg>
        <pc:spChg chg="mod">
          <ac:chgData name="Muriel BORDE" userId="c170603111e0d29b" providerId="LiveId" clId="{88A39F71-90C1-4121-B360-2DDA4F102DCB}" dt="2023-09-27T15:11:11.436" v="20683" actId="2711"/>
          <ac:spMkLst>
            <pc:docMk/>
            <pc:sldMk cId="797572871" sldId="416"/>
            <ac:spMk id="31" creationId="{669E6BE8-8277-3909-786D-D84E7B839A0D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2" creationId="{CAB30F6F-2E7E-D1F4-9978-53A300F47092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3" creationId="{9EBC9118-F9EC-D43E-7B24-5D4E49745F4E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4" creationId="{F7986277-4679-EE2C-D8AA-8B3B31540735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5" creationId="{0564700C-BF99-CA4F-7B8A-AEFD4C348083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6" creationId="{FD7DC094-C8C9-3653-A776-7C18A2472636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7" creationId="{033CA9C4-2FED-6E50-054E-90DCB09C112C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8" creationId="{D77EF57A-455A-6569-DD5B-69219A5ECA22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39" creationId="{D89B7730-DC28-7E13-D864-87D87B480F0A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40" creationId="{8E17FE17-8081-E7F8-E5E6-D2D019FB88AB}"/>
          </ac:spMkLst>
        </pc:spChg>
        <pc:spChg chg="del mod">
          <ac:chgData name="Muriel BORDE" userId="c170603111e0d29b" providerId="LiveId" clId="{88A39F71-90C1-4121-B360-2DDA4F102DCB}" dt="2023-07-27T10:32:19.654" v="7789" actId="478"/>
          <ac:spMkLst>
            <pc:docMk/>
            <pc:sldMk cId="797572871" sldId="416"/>
            <ac:spMk id="41" creationId="{89EDD195-E206-7B18-A648-FBEEC37D418F}"/>
          </ac:spMkLst>
        </pc:spChg>
        <pc:picChg chg="add del mod">
          <ac:chgData name="Muriel BORDE" userId="c170603111e0d29b" providerId="LiveId" clId="{88A39F71-90C1-4121-B360-2DDA4F102DCB}" dt="2023-07-27T10:35:21.554" v="7845" actId="478"/>
          <ac:picMkLst>
            <pc:docMk/>
            <pc:sldMk cId="797572871" sldId="416"/>
            <ac:picMk id="8" creationId="{5D2E02F9-51EE-681F-1D97-E293133CC4EC}"/>
          </ac:picMkLst>
        </pc:picChg>
        <pc:picChg chg="add mod">
          <ac:chgData name="Muriel BORDE" userId="c170603111e0d29b" providerId="LiveId" clId="{88A39F71-90C1-4121-B360-2DDA4F102DCB}" dt="2023-09-12T13:37:44.149" v="19594" actId="1076"/>
          <ac:picMkLst>
            <pc:docMk/>
            <pc:sldMk cId="797572871" sldId="416"/>
            <ac:picMk id="14" creationId="{E8657D58-46CB-9145-A193-1D76FD8AEDAB}"/>
          </ac:picMkLst>
        </pc:picChg>
        <pc:picChg chg="add mod">
          <ac:chgData name="Muriel BORDE" userId="c170603111e0d29b" providerId="LiveId" clId="{88A39F71-90C1-4121-B360-2DDA4F102DCB}" dt="2023-09-12T13:37:37.053" v="19592" actId="1076"/>
          <ac:picMkLst>
            <pc:docMk/>
            <pc:sldMk cId="797572871" sldId="416"/>
            <ac:picMk id="1026" creationId="{F48922FE-47BA-C954-9A96-ADC75ECC2C46}"/>
          </ac:picMkLst>
        </pc:picChg>
        <pc:picChg chg="add del mod">
          <ac:chgData name="Muriel BORDE" userId="c170603111e0d29b" providerId="LiveId" clId="{88A39F71-90C1-4121-B360-2DDA4F102DCB}" dt="2023-07-27T12:21:34.197" v="9804" actId="478"/>
          <ac:picMkLst>
            <pc:docMk/>
            <pc:sldMk cId="797572871" sldId="416"/>
            <ac:picMk id="14338" creationId="{8173C9B1-3D36-262A-73D6-7A1F00A442D0}"/>
          </ac:picMkLst>
        </pc:picChg>
        <pc:picChg chg="add del">
          <ac:chgData name="Muriel BORDE" userId="c170603111e0d29b" providerId="LiveId" clId="{88A39F71-90C1-4121-B360-2DDA4F102DCB}" dt="2023-07-27T12:21:37.854" v="9806" actId="478"/>
          <ac:picMkLst>
            <pc:docMk/>
            <pc:sldMk cId="797572871" sldId="416"/>
            <ac:picMk id="14340" creationId="{5FD53EE9-42AC-86A7-12FA-C32AEF6965A9}"/>
          </ac:picMkLst>
        </pc:picChg>
        <pc:picChg chg="add del mod">
          <ac:chgData name="Muriel BORDE" userId="c170603111e0d29b" providerId="LiveId" clId="{88A39F71-90C1-4121-B360-2DDA4F102DCB}" dt="2023-07-27T12:22:18.765" v="9813" actId="478"/>
          <ac:picMkLst>
            <pc:docMk/>
            <pc:sldMk cId="797572871" sldId="416"/>
            <ac:picMk id="14342" creationId="{D4EDA295-3C6E-5591-BED4-6009EAB3F0D6}"/>
          </ac:picMkLst>
        </pc:picChg>
        <pc:picChg chg="add mod">
          <ac:chgData name="Muriel BORDE" userId="c170603111e0d29b" providerId="LiveId" clId="{88A39F71-90C1-4121-B360-2DDA4F102DCB}" dt="2023-09-12T13:37:40.045" v="19593" actId="1076"/>
          <ac:picMkLst>
            <pc:docMk/>
            <pc:sldMk cId="797572871" sldId="416"/>
            <ac:picMk id="14344" creationId="{E604DE6F-9706-6B3D-6830-3C0B72158604}"/>
          </ac:picMkLst>
        </pc:picChg>
      </pc:sldChg>
      <pc:sldChg chg="addSp delSp modSp add del mod">
        <pc:chgData name="Muriel BORDE" userId="c170603111e0d29b" providerId="LiveId" clId="{88A39F71-90C1-4121-B360-2DDA4F102DCB}" dt="2023-07-27T12:04:52.933" v="9493" actId="47"/>
        <pc:sldMkLst>
          <pc:docMk/>
          <pc:sldMk cId="4137743936" sldId="417"/>
        </pc:sldMkLst>
        <pc:spChg chg="add del mod">
          <ac:chgData name="Muriel BORDE" userId="c170603111e0d29b" providerId="LiveId" clId="{88A39F71-90C1-4121-B360-2DDA4F102DCB}" dt="2023-07-27T11:10:12.930" v="7932" actId="478"/>
          <ac:spMkLst>
            <pc:docMk/>
            <pc:sldMk cId="4137743936" sldId="417"/>
            <ac:spMk id="2" creationId="{59BFB81B-E8E3-D7FF-A9F0-F3DD583397F5}"/>
          </ac:spMkLst>
        </pc:spChg>
        <pc:spChg chg="del">
          <ac:chgData name="Muriel BORDE" userId="c170603111e0d29b" providerId="LiveId" clId="{88A39F71-90C1-4121-B360-2DDA4F102DCB}" dt="2023-07-27T10:35:26.599" v="7847" actId="478"/>
          <ac:spMkLst>
            <pc:docMk/>
            <pc:sldMk cId="4137743936" sldId="417"/>
            <ac:spMk id="3" creationId="{9753EBF9-F546-6865-5759-A84E4F2D5D3B}"/>
          </ac:spMkLst>
        </pc:spChg>
        <pc:spChg chg="del">
          <ac:chgData name="Muriel BORDE" userId="c170603111e0d29b" providerId="LiveId" clId="{88A39F71-90C1-4121-B360-2DDA4F102DCB}" dt="2023-07-27T10:35:26.599" v="7847" actId="478"/>
          <ac:spMkLst>
            <pc:docMk/>
            <pc:sldMk cId="4137743936" sldId="417"/>
            <ac:spMk id="4" creationId="{D29B2103-1FA0-F328-A3B9-FBE5CAE398F3}"/>
          </ac:spMkLst>
        </pc:spChg>
        <pc:spChg chg="add del mod">
          <ac:chgData name="Muriel BORDE" userId="c170603111e0d29b" providerId="LiveId" clId="{88A39F71-90C1-4121-B360-2DDA4F102DCB}" dt="2023-07-27T11:10:13.548" v="7933" actId="478"/>
          <ac:spMkLst>
            <pc:docMk/>
            <pc:sldMk cId="4137743936" sldId="417"/>
            <ac:spMk id="5" creationId="{E88D2522-D2F6-0911-D7DC-9D16C8178ED6}"/>
          </ac:spMkLst>
        </pc:spChg>
        <pc:spChg chg="del">
          <ac:chgData name="Muriel BORDE" userId="c170603111e0d29b" providerId="LiveId" clId="{88A39F71-90C1-4121-B360-2DDA4F102DCB}" dt="2023-07-27T10:35:26.599" v="7847" actId="478"/>
          <ac:spMkLst>
            <pc:docMk/>
            <pc:sldMk cId="4137743936" sldId="417"/>
            <ac:spMk id="17" creationId="{CBC2B0C9-1528-21D4-B372-83599AA4A52A}"/>
          </ac:spMkLst>
        </pc:spChg>
        <pc:spChg chg="del">
          <ac:chgData name="Muriel BORDE" userId="c170603111e0d29b" providerId="LiveId" clId="{88A39F71-90C1-4121-B360-2DDA4F102DCB}" dt="2023-07-27T10:35:26.599" v="7847" actId="478"/>
          <ac:spMkLst>
            <pc:docMk/>
            <pc:sldMk cId="4137743936" sldId="417"/>
            <ac:spMk id="18" creationId="{EC9CFFF2-52EF-62E6-6FDD-18603B05E88D}"/>
          </ac:spMkLst>
        </pc:spChg>
      </pc:sldChg>
      <pc:sldChg chg="modSp add del mod">
        <pc:chgData name="Muriel BORDE" userId="c170603111e0d29b" providerId="LiveId" clId="{88A39F71-90C1-4121-B360-2DDA4F102DCB}" dt="2023-07-27T11:46:36.603" v="8764" actId="47"/>
        <pc:sldMkLst>
          <pc:docMk/>
          <pc:sldMk cId="3032884691" sldId="418"/>
        </pc:sldMkLst>
        <pc:spChg chg="mod">
          <ac:chgData name="Muriel BORDE" userId="c170603111e0d29b" providerId="LiveId" clId="{88A39F71-90C1-4121-B360-2DDA4F102DCB}" dt="2023-07-27T11:09:30.607" v="7899" actId="20577"/>
          <ac:spMkLst>
            <pc:docMk/>
            <pc:sldMk cId="3032884691" sldId="418"/>
            <ac:spMk id="6" creationId="{00000000-0000-0000-0000-000000000000}"/>
          </ac:spMkLst>
        </pc:spChg>
        <pc:spChg chg="mod">
          <ac:chgData name="Muriel BORDE" userId="c170603111e0d29b" providerId="LiveId" clId="{88A39F71-90C1-4121-B360-2DDA4F102DCB}" dt="2023-07-27T11:09:37.095" v="7902" actId="20577"/>
          <ac:spMkLst>
            <pc:docMk/>
            <pc:sldMk cId="3032884691" sldId="418"/>
            <ac:spMk id="11" creationId="{00000000-0000-0000-0000-000000000000}"/>
          </ac:spMkLst>
        </pc:spChg>
      </pc:sldChg>
      <pc:sldChg chg="modSp add del mod">
        <pc:chgData name="Muriel BORDE" userId="c170603111e0d29b" providerId="LiveId" clId="{88A39F71-90C1-4121-B360-2DDA4F102DCB}" dt="2023-07-27T11:46:36.603" v="8764" actId="47"/>
        <pc:sldMkLst>
          <pc:docMk/>
          <pc:sldMk cId="1244478848" sldId="419"/>
        </pc:sldMkLst>
        <pc:spChg chg="mod">
          <ac:chgData name="Muriel BORDE" userId="c170603111e0d29b" providerId="LiveId" clId="{88A39F71-90C1-4121-B360-2DDA4F102DCB}" dt="2023-07-27T11:26:13.152" v="8061" actId="20577"/>
          <ac:spMkLst>
            <pc:docMk/>
            <pc:sldMk cId="1244478848" sldId="419"/>
            <ac:spMk id="7" creationId="{00000000-0000-0000-0000-000000000000}"/>
          </ac:spMkLst>
        </pc:spChg>
        <pc:spChg chg="mod">
          <ac:chgData name="Muriel BORDE" userId="c170603111e0d29b" providerId="LiveId" clId="{88A39F71-90C1-4121-B360-2DDA4F102DCB}" dt="2023-07-27T11:33:24.705" v="8108" actId="20577"/>
          <ac:spMkLst>
            <pc:docMk/>
            <pc:sldMk cId="1244478848" sldId="419"/>
            <ac:spMk id="44" creationId="{8DA89578-605D-D270-5E4A-2D640EDF5AD1}"/>
          </ac:spMkLst>
        </pc:spChg>
      </pc:sldChg>
      <pc:sldChg chg="add del">
        <pc:chgData name="Muriel BORDE" userId="c170603111e0d29b" providerId="LiveId" clId="{88A39F71-90C1-4121-B360-2DDA4F102DCB}" dt="2023-07-28T12:08:58.370" v="15070" actId="47"/>
        <pc:sldMkLst>
          <pc:docMk/>
          <pc:sldMk cId="2935906399" sldId="420"/>
        </pc:sldMkLst>
      </pc:sldChg>
      <pc:sldChg chg="modSp add del mod">
        <pc:chgData name="Muriel BORDE" userId="c170603111e0d29b" providerId="LiveId" clId="{88A39F71-90C1-4121-B360-2DDA4F102DCB}" dt="2023-09-22T15:18:36.934" v="20075" actId="47"/>
        <pc:sldMkLst>
          <pc:docMk/>
          <pc:sldMk cId="835500232" sldId="421"/>
        </pc:sldMkLst>
        <pc:spChg chg="mod">
          <ac:chgData name="Muriel BORDE" userId="c170603111e0d29b" providerId="LiveId" clId="{88A39F71-90C1-4121-B360-2DDA4F102DCB}" dt="2023-07-27T11:38:52.676" v="8334" actId="6549"/>
          <ac:spMkLst>
            <pc:docMk/>
            <pc:sldMk cId="835500232" sldId="421"/>
            <ac:spMk id="6" creationId="{00000000-0000-0000-0000-000000000000}"/>
          </ac:spMkLst>
        </pc:spChg>
      </pc:sldChg>
      <pc:sldChg chg="addSp delSp modSp add del mod modClrScheme chgLayout">
        <pc:chgData name="Muriel BORDE" userId="c170603111e0d29b" providerId="LiveId" clId="{88A39F71-90C1-4121-B360-2DDA4F102DCB}" dt="2023-09-27T15:39:54.225" v="21196" actId="47"/>
        <pc:sldMkLst>
          <pc:docMk/>
          <pc:sldMk cId="1427905174" sldId="422"/>
        </pc:sldMkLst>
        <pc:spChg chg="add del mod ord">
          <ac:chgData name="Muriel BORDE" userId="c170603111e0d29b" providerId="LiveId" clId="{88A39F71-90C1-4121-B360-2DDA4F102DCB}" dt="2023-09-27T15:09:54.133" v="20657" actId="478"/>
          <ac:spMkLst>
            <pc:docMk/>
            <pc:sldMk cId="1427905174" sldId="422"/>
            <ac:spMk id="2" creationId="{4C13DE16-64AC-0483-2026-64D063E29C27}"/>
          </ac:spMkLst>
        </pc:spChg>
        <pc:spChg chg="add del mod ord">
          <ac:chgData name="Muriel BORDE" userId="c170603111e0d29b" providerId="LiveId" clId="{88A39F71-90C1-4121-B360-2DDA4F102DCB}" dt="2023-09-27T15:09:55.981" v="20658" actId="478"/>
          <ac:spMkLst>
            <pc:docMk/>
            <pc:sldMk cId="1427905174" sldId="422"/>
            <ac:spMk id="3" creationId="{63781E3C-EDAE-596F-B7EF-C18953D8B5DC}"/>
          </ac:spMkLst>
        </pc:spChg>
        <pc:spChg chg="mod ord">
          <ac:chgData name="Muriel BORDE" userId="c170603111e0d29b" providerId="LiveId" clId="{88A39F71-90C1-4121-B360-2DDA4F102DCB}" dt="2023-09-27T15:09:51.040" v="20656" actId="27636"/>
          <ac:spMkLst>
            <pc:docMk/>
            <pc:sldMk cId="1427905174" sldId="422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09:57.503" v="20659" actId="207"/>
          <ac:spMkLst>
            <pc:docMk/>
            <pc:sldMk cId="1427905174" sldId="422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9:50.993" v="20655" actId="700"/>
          <ac:spMkLst>
            <pc:docMk/>
            <pc:sldMk cId="1427905174" sldId="422"/>
            <ac:spMk id="8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09:45.139" v="20654" actId="478"/>
        <pc:sldMkLst>
          <pc:docMk/>
          <pc:sldMk cId="2306991966" sldId="423"/>
        </pc:sldMkLst>
        <pc:spChg chg="mod ord">
          <ac:chgData name="Muriel BORDE" userId="c170603111e0d29b" providerId="LiveId" clId="{88A39F71-90C1-4121-B360-2DDA4F102DCB}" dt="2023-09-27T15:09:38.874" v="20651" actId="700"/>
          <ac:spMkLst>
            <pc:docMk/>
            <pc:sldMk cId="2306991966" sldId="423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09:40.550" v="20652" actId="478"/>
          <ac:spMkLst>
            <pc:docMk/>
            <pc:sldMk cId="2306991966" sldId="423"/>
            <ac:spMk id="3" creationId="{24F459E6-6592-88A7-D114-05D72DBDBA5C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" creationId="{9753EBF9-F546-6865-5759-A84E4F2D5D3B}"/>
          </ac:spMkLst>
        </pc:spChg>
        <pc:spChg chg="add del mod ord">
          <ac:chgData name="Muriel BORDE" userId="c170603111e0d29b" providerId="LiveId" clId="{88A39F71-90C1-4121-B360-2DDA4F102DCB}" dt="2023-09-27T15:09:42.600" v="20653" actId="478"/>
          <ac:spMkLst>
            <pc:docMk/>
            <pc:sldMk cId="2306991966" sldId="423"/>
            <ac:spMk id="4" creationId="{302C2B43-3942-F0CE-1EBF-BB8FA222EE19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4" creationId="{D29B2103-1FA0-F328-A3B9-FBE5CAE398F3}"/>
          </ac:spMkLst>
        </pc:spChg>
        <pc:spChg chg="add del mod ord">
          <ac:chgData name="Muriel BORDE" userId="c170603111e0d29b" providerId="LiveId" clId="{88A39F71-90C1-4121-B360-2DDA4F102DCB}" dt="2023-09-27T15:09:45.139" v="20654" actId="478"/>
          <ac:spMkLst>
            <pc:docMk/>
            <pc:sldMk cId="2306991966" sldId="423"/>
            <ac:spMk id="5" creationId="{DC327BFD-FC30-6717-8342-1EBB5AD4C8DE}"/>
          </ac:spMkLst>
        </pc:spChg>
        <pc:spChg chg="add del mod">
          <ac:chgData name="Muriel BORDE" userId="c170603111e0d29b" providerId="LiveId" clId="{88A39F71-90C1-4121-B360-2DDA4F102DCB}" dt="2023-07-27T11:49:47.400" v="8807" actId="478"/>
          <ac:spMkLst>
            <pc:docMk/>
            <pc:sldMk cId="2306991966" sldId="423"/>
            <ac:spMk id="6" creationId="{B334654C-E8F1-D596-15E8-C31181B1F8E7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7" creationId="{00000000-0000-0000-0000-000000000000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17" creationId="{CBC2B0C9-1528-21D4-B372-83599AA4A52A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18" creationId="{EC9CFFF2-52EF-62E6-6FDD-18603B05E88D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19" creationId="{162AF59F-5D9F-7DE5-0D11-6FC096C3D860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0" creationId="{023FB537-2BF3-2B02-8539-1522E4EABE79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1" creationId="{84405DD0-A9FA-64A4-B86D-3E35171E2864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2" creationId="{710ACEF6-5860-E181-0237-3C6572258A0C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3" creationId="{A0AE5BF3-1FF9-316A-0EE6-088363AFB358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4" creationId="{B567EA7C-570C-083C-ABD4-21A1BE02F41F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5" creationId="{A5770E35-476E-A53E-D55A-78264B850300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6" creationId="{69E10526-E080-3931-A930-5A7098E2C59A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7" creationId="{B8FC9CB3-9F29-5FD6-6B34-B1AF57F401F3}"/>
          </ac:spMkLst>
        </pc:spChg>
        <pc:spChg chg="del">
          <ac:chgData name="Muriel BORDE" userId="c170603111e0d29b" providerId="LiveId" clId="{88A39F71-90C1-4121-B360-2DDA4F102DCB}" dt="2023-07-27T11:49:43.442" v="8805" actId="478"/>
          <ac:spMkLst>
            <pc:docMk/>
            <pc:sldMk cId="2306991966" sldId="423"/>
            <ac:spMk id="28" creationId="{903718B5-50A1-9B24-F3EC-7DA1225CACBF}"/>
          </ac:spMkLst>
        </pc:spChg>
        <pc:spChg chg="mod">
          <ac:chgData name="Muriel BORDE" userId="c170603111e0d29b" providerId="LiveId" clId="{88A39F71-90C1-4121-B360-2DDA4F102DCB}" dt="2023-07-27T11:50:06.694" v="8812" actId="6549"/>
          <ac:spMkLst>
            <pc:docMk/>
            <pc:sldMk cId="2306991966" sldId="423"/>
            <ac:spMk id="31" creationId="{669E6BE8-8277-3909-786D-D84E7B839A0D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2" creationId="{CAB30F6F-2E7E-D1F4-9978-53A300F47092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3" creationId="{9EBC9118-F9EC-D43E-7B24-5D4E49745F4E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4" creationId="{F7986277-4679-EE2C-D8AA-8B3B31540735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5" creationId="{0564700C-BF99-CA4F-7B8A-AEFD4C348083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6" creationId="{FD7DC094-C8C9-3653-A776-7C18A2472636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7" creationId="{033CA9C4-2FED-6E50-054E-90DCB09C112C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8" creationId="{D77EF57A-455A-6569-DD5B-69219A5ECA22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39" creationId="{D89B7730-DC28-7E13-D864-87D87B480F0A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40" creationId="{8E17FE17-8081-E7F8-E5E6-D2D019FB88AB}"/>
          </ac:spMkLst>
        </pc:spChg>
        <pc:spChg chg="del">
          <ac:chgData name="Muriel BORDE" userId="c170603111e0d29b" providerId="LiveId" clId="{88A39F71-90C1-4121-B360-2DDA4F102DCB}" dt="2023-07-27T11:49:45.558" v="8806" actId="478"/>
          <ac:spMkLst>
            <pc:docMk/>
            <pc:sldMk cId="2306991966" sldId="423"/>
            <ac:spMk id="41" creationId="{89EDD195-E206-7B18-A648-FBEEC37D418F}"/>
          </ac:spMkLst>
        </pc:spChg>
        <pc:spChg chg="mod">
          <ac:chgData name="Muriel BORDE" userId="c170603111e0d29b" providerId="LiveId" clId="{88A39F71-90C1-4121-B360-2DDA4F102DCB}" dt="2023-07-27T12:02:00.344" v="9185" actId="115"/>
          <ac:spMkLst>
            <pc:docMk/>
            <pc:sldMk cId="2306991966" sldId="423"/>
            <ac:spMk id="48" creationId="{2AED7DF4-FA2E-6B85-996F-A8C37D546BC1}"/>
          </ac:spMkLst>
        </pc:spChg>
      </pc:sldChg>
      <pc:sldChg chg="delSp add del mod">
        <pc:chgData name="Muriel BORDE" userId="c170603111e0d29b" providerId="LiveId" clId="{88A39F71-90C1-4121-B360-2DDA4F102DCB}" dt="2023-07-27T12:05:49.344" v="9500" actId="47"/>
        <pc:sldMkLst>
          <pc:docMk/>
          <pc:sldMk cId="4211916719" sldId="424"/>
        </pc:sldMkLst>
        <pc:spChg chg="del">
          <ac:chgData name="Muriel BORDE" userId="c170603111e0d29b" providerId="LiveId" clId="{88A39F71-90C1-4121-B360-2DDA4F102DCB}" dt="2023-07-27T12:05:34.562" v="9497" actId="478"/>
          <ac:spMkLst>
            <pc:docMk/>
            <pc:sldMk cId="4211916719" sldId="424"/>
            <ac:spMk id="7" creationId="{2B26B72B-901A-1796-48CE-C5B6C700D10F}"/>
          </ac:spMkLst>
        </pc:spChg>
        <pc:spChg chg="del">
          <ac:chgData name="Muriel BORDE" userId="c170603111e0d29b" providerId="LiveId" clId="{88A39F71-90C1-4121-B360-2DDA4F102DCB}" dt="2023-07-27T12:05:34.562" v="9497" actId="478"/>
          <ac:spMkLst>
            <pc:docMk/>
            <pc:sldMk cId="4211916719" sldId="424"/>
            <ac:spMk id="11" creationId="{A5AA5E44-A1A8-0330-910D-589F9BD3D34F}"/>
          </ac:spMkLst>
        </pc:spChg>
        <pc:picChg chg="del">
          <ac:chgData name="Muriel BORDE" userId="c170603111e0d29b" providerId="LiveId" clId="{88A39F71-90C1-4121-B360-2DDA4F102DCB}" dt="2023-07-27T12:05:25.462" v="9496" actId="478"/>
          <ac:picMkLst>
            <pc:docMk/>
            <pc:sldMk cId="4211916719" sldId="424"/>
            <ac:picMk id="3" creationId="{70E25EDD-DD71-C30F-BF89-F6207E054D29}"/>
          </ac:picMkLst>
        </pc:picChg>
      </pc:sldChg>
      <pc:sldChg chg="addSp delSp modSp add mod ord modClrScheme chgLayout">
        <pc:chgData name="Muriel BORDE" userId="c170603111e0d29b" providerId="LiveId" clId="{88A39F71-90C1-4121-B360-2DDA4F102DCB}" dt="2023-12-11T08:24:56.916" v="21326" actId="207"/>
        <pc:sldMkLst>
          <pc:docMk/>
          <pc:sldMk cId="826839492" sldId="425"/>
        </pc:sldMkLst>
        <pc:spChg chg="mod ord">
          <ac:chgData name="Muriel BORDE" userId="c170603111e0d29b" providerId="LiveId" clId="{88A39F71-90C1-4121-B360-2DDA4F102DCB}" dt="2023-09-27T15:10:49.552" v="20671" actId="700"/>
          <ac:spMkLst>
            <pc:docMk/>
            <pc:sldMk cId="826839492" sldId="425"/>
            <ac:spMk id="2" creationId="{00000000-0000-0000-0000-000000000000}"/>
          </ac:spMkLst>
        </pc:spChg>
        <pc:spChg chg="mod">
          <ac:chgData name="Muriel BORDE" userId="c170603111e0d29b" providerId="LiveId" clId="{88A39F71-90C1-4121-B360-2DDA4F102DCB}" dt="2023-07-27T12:10:25.899" v="9556" actId="1076"/>
          <ac:spMkLst>
            <pc:docMk/>
            <pc:sldMk cId="826839492" sldId="425"/>
            <ac:spMk id="4" creationId="{3AB24B50-6017-D98E-2A37-EB665597F68D}"/>
          </ac:spMkLst>
        </pc:spChg>
        <pc:spChg chg="mod">
          <ac:chgData name="Muriel BORDE" userId="c170603111e0d29b" providerId="LiveId" clId="{88A39F71-90C1-4121-B360-2DDA4F102DCB}" dt="2023-07-27T12:10:25.899" v="9556" actId="1076"/>
          <ac:spMkLst>
            <pc:docMk/>
            <pc:sldMk cId="826839492" sldId="425"/>
            <ac:spMk id="5" creationId="{05818732-0CD8-4809-2153-EFC308F4B51F}"/>
          </ac:spMkLst>
        </pc:spChg>
        <pc:spChg chg="mod ord">
          <ac:chgData name="Muriel BORDE" userId="c170603111e0d29b" providerId="LiveId" clId="{88A39F71-90C1-4121-B360-2DDA4F102DCB}" dt="2023-09-27T15:11:27.227" v="20685" actId="255"/>
          <ac:spMkLst>
            <pc:docMk/>
            <pc:sldMk cId="826839492" sldId="425"/>
            <ac:spMk id="6" creationId="{00000000-0000-0000-0000-000000000000}"/>
          </ac:spMkLst>
        </pc:spChg>
        <pc:spChg chg="del">
          <ac:chgData name="Muriel BORDE" userId="c170603111e0d29b" providerId="LiveId" clId="{88A39F71-90C1-4121-B360-2DDA4F102DCB}" dt="2023-07-27T12:06:00.330" v="9502" actId="478"/>
          <ac:spMkLst>
            <pc:docMk/>
            <pc:sldMk cId="826839492" sldId="425"/>
            <ac:spMk id="7" creationId="{2B26B72B-901A-1796-48CE-C5B6C700D10F}"/>
          </ac:spMkLst>
        </pc:spChg>
        <pc:spChg chg="add mod">
          <ac:chgData name="Muriel BORDE" userId="c170603111e0d29b" providerId="LiveId" clId="{88A39F71-90C1-4121-B360-2DDA4F102DCB}" dt="2023-07-28T12:51:20.581" v="16463"/>
          <ac:spMkLst>
            <pc:docMk/>
            <pc:sldMk cId="826839492" sldId="425"/>
            <ac:spMk id="7" creationId="{A43D259E-2CA9-11F7-665A-F3B25EBE773A}"/>
          </ac:spMkLst>
        </pc:spChg>
        <pc:spChg chg="add mod">
          <ac:chgData name="Muriel BORDE" userId="c170603111e0d29b" providerId="LiveId" clId="{88A39F71-90C1-4121-B360-2DDA4F102DCB}" dt="2023-07-27T12:11:23.544" v="9576" actId="2711"/>
          <ac:spMkLst>
            <pc:docMk/>
            <pc:sldMk cId="826839492" sldId="425"/>
            <ac:spMk id="8" creationId="{739E30B4-41EB-A2BB-60A9-CBE4C4B5ABF8}"/>
          </ac:spMkLst>
        </pc:spChg>
        <pc:spChg chg="add mod ord">
          <ac:chgData name="Muriel BORDE" userId="c170603111e0d29b" providerId="LiveId" clId="{88A39F71-90C1-4121-B360-2DDA4F102DCB}" dt="2023-07-27T12:10:34.061" v="9558" actId="2085"/>
          <ac:spMkLst>
            <pc:docMk/>
            <pc:sldMk cId="826839492" sldId="425"/>
            <ac:spMk id="10" creationId="{56EBBB61-CBD1-5F5E-3E78-E291A6D997C4}"/>
          </ac:spMkLst>
        </pc:spChg>
        <pc:spChg chg="add mod">
          <ac:chgData name="Muriel BORDE" userId="c170603111e0d29b" providerId="LiveId" clId="{88A39F71-90C1-4121-B360-2DDA4F102DCB}" dt="2023-07-28T12:52:22.512" v="16555" actId="1076"/>
          <ac:spMkLst>
            <pc:docMk/>
            <pc:sldMk cId="826839492" sldId="425"/>
            <ac:spMk id="11" creationId="{2BF1394C-5499-BC8E-7323-15A94780F176}"/>
          </ac:spMkLst>
        </pc:spChg>
        <pc:spChg chg="del">
          <ac:chgData name="Muriel BORDE" userId="c170603111e0d29b" providerId="LiveId" clId="{88A39F71-90C1-4121-B360-2DDA4F102DCB}" dt="2023-07-27T12:06:02.067" v="9503" actId="478"/>
          <ac:spMkLst>
            <pc:docMk/>
            <pc:sldMk cId="826839492" sldId="425"/>
            <ac:spMk id="11" creationId="{A5AA5E44-A1A8-0330-910D-589F9BD3D34F}"/>
          </ac:spMkLst>
        </pc:spChg>
        <pc:spChg chg="add del mod">
          <ac:chgData name="Muriel BORDE" userId="c170603111e0d29b" providerId="LiveId" clId="{88A39F71-90C1-4121-B360-2DDA4F102DCB}" dt="2023-09-27T15:11:29.433" v="20686" actId="478"/>
          <ac:spMkLst>
            <pc:docMk/>
            <pc:sldMk cId="826839492" sldId="425"/>
            <ac:spMk id="12" creationId="{2ABF614F-24AC-C176-C9CF-7A1AF6D89E34}"/>
          </ac:spMkLst>
        </pc:spChg>
        <pc:spChg chg="add del mod ord">
          <ac:chgData name="Muriel BORDE" userId="c170603111e0d29b" providerId="LiveId" clId="{88A39F71-90C1-4121-B360-2DDA4F102DCB}" dt="2023-09-27T15:10:53.894" v="20674" actId="478"/>
          <ac:spMkLst>
            <pc:docMk/>
            <pc:sldMk cId="826839492" sldId="425"/>
            <ac:spMk id="13" creationId="{C46F2E19-E815-61DA-B551-5CE6F765D242}"/>
          </ac:spMkLst>
        </pc:spChg>
        <pc:spChg chg="add del mod">
          <ac:chgData name="Muriel BORDE" userId="c170603111e0d29b" providerId="LiveId" clId="{88A39F71-90C1-4121-B360-2DDA4F102DCB}" dt="2023-07-27T12:14:23.477" v="9593" actId="478"/>
          <ac:spMkLst>
            <pc:docMk/>
            <pc:sldMk cId="826839492" sldId="425"/>
            <ac:spMk id="13" creationId="{EE05E517-657E-3426-E6C1-852F34DB72CB}"/>
          </ac:spMkLst>
        </pc:spChg>
        <pc:spChg chg="add mod">
          <ac:chgData name="Muriel BORDE" userId="c170603111e0d29b" providerId="LiveId" clId="{88A39F71-90C1-4121-B360-2DDA4F102DCB}" dt="2023-12-11T08:24:56.916" v="21326" actId="207"/>
          <ac:spMkLst>
            <pc:docMk/>
            <pc:sldMk cId="826839492" sldId="425"/>
            <ac:spMk id="14" creationId="{BEAB46E3-39A8-8E0A-236A-FBF8F3A78945}"/>
          </ac:spMkLst>
        </pc:spChg>
        <pc:spChg chg="add del mod ord">
          <ac:chgData name="Muriel BORDE" userId="c170603111e0d29b" providerId="LiveId" clId="{88A39F71-90C1-4121-B360-2DDA4F102DCB}" dt="2023-12-11T08:17:21.773" v="21311" actId="478"/>
          <ac:spMkLst>
            <pc:docMk/>
            <pc:sldMk cId="826839492" sldId="425"/>
            <ac:spMk id="15" creationId="{13B1E6B5-D2D7-6CED-0F94-32F4C151220C}"/>
          </ac:spMkLst>
        </pc:spChg>
        <pc:picChg chg="mod">
          <ac:chgData name="Muriel BORDE" userId="c170603111e0d29b" providerId="LiveId" clId="{88A39F71-90C1-4121-B360-2DDA4F102DCB}" dt="2023-07-27T12:10:25.899" v="9556" actId="1076"/>
          <ac:picMkLst>
            <pc:docMk/>
            <pc:sldMk cId="826839492" sldId="425"/>
            <ac:picMk id="3" creationId="{70E25EDD-DD71-C30F-BF89-F6207E054D29}"/>
          </ac:picMkLst>
        </pc:picChg>
        <pc:picChg chg="add del">
          <ac:chgData name="Muriel BORDE" userId="c170603111e0d29b" providerId="LiveId" clId="{88A39F71-90C1-4121-B360-2DDA4F102DCB}" dt="2023-07-27T12:08:12.152" v="9520" actId="478"/>
          <ac:picMkLst>
            <pc:docMk/>
            <pc:sldMk cId="826839492" sldId="425"/>
            <ac:picMk id="12290" creationId="{676B4ED3-74E9-A6C6-D891-4A2B66868DE9}"/>
          </ac:picMkLst>
        </pc:picChg>
        <pc:picChg chg="add mod">
          <ac:chgData name="Muriel BORDE" userId="c170603111e0d29b" providerId="LiveId" clId="{88A39F71-90C1-4121-B360-2DDA4F102DCB}" dt="2023-07-27T12:10:37.187" v="9559" actId="1076"/>
          <ac:picMkLst>
            <pc:docMk/>
            <pc:sldMk cId="826839492" sldId="425"/>
            <ac:picMk id="12292" creationId="{24690945-8FA8-6AF3-BA8D-D3B3E02EA731}"/>
          </ac:picMkLst>
        </pc:picChg>
      </pc:sldChg>
      <pc:sldChg chg="addSp delSp modSp add del mod modClrScheme chgLayout">
        <pc:chgData name="Muriel BORDE" userId="c170603111e0d29b" providerId="LiveId" clId="{88A39F71-90C1-4121-B360-2DDA4F102DCB}" dt="2023-09-27T15:38:53.386" v="21176" actId="47"/>
        <pc:sldMkLst>
          <pc:docMk/>
          <pc:sldMk cId="2634270034" sldId="426"/>
        </pc:sldMkLst>
        <pc:spChg chg="add del mod ord">
          <ac:chgData name="Muriel BORDE" userId="c170603111e0d29b" providerId="LiveId" clId="{88A39F71-90C1-4121-B360-2DDA4F102DCB}" dt="2023-09-27T15:06:00.606" v="20609" actId="700"/>
          <ac:spMkLst>
            <pc:docMk/>
            <pc:sldMk cId="2634270034" sldId="426"/>
            <ac:spMk id="2" creationId="{BE1DC4A6-496B-4E57-8BC9-91945D8D5871}"/>
          </ac:spMkLst>
        </pc:spChg>
        <pc:spChg chg="add del mod ord">
          <ac:chgData name="Muriel BORDE" userId="c170603111e0d29b" providerId="LiveId" clId="{88A39F71-90C1-4121-B360-2DDA4F102DCB}" dt="2023-09-27T15:06:00.606" v="20609" actId="700"/>
          <ac:spMkLst>
            <pc:docMk/>
            <pc:sldMk cId="2634270034" sldId="426"/>
            <ac:spMk id="3" creationId="{6082287A-47B9-2291-2D7E-4B4D1BA084A5}"/>
          </ac:spMkLst>
        </pc:spChg>
        <pc:spChg chg="add del mod ord">
          <ac:chgData name="Muriel BORDE" userId="c170603111e0d29b" providerId="LiveId" clId="{88A39F71-90C1-4121-B360-2DDA4F102DCB}" dt="2023-09-27T15:06:06.734" v="20613" actId="478"/>
          <ac:spMkLst>
            <pc:docMk/>
            <pc:sldMk cId="2634270034" sldId="426"/>
            <ac:spMk id="4" creationId="{D64C3EE2-3BE2-943A-CE73-FF534549A125}"/>
          </ac:spMkLst>
        </pc:spChg>
        <pc:spChg chg="add del mod ord">
          <ac:chgData name="Muriel BORDE" userId="c170603111e0d29b" providerId="LiveId" clId="{88A39F71-90C1-4121-B360-2DDA4F102DCB}" dt="2023-09-27T15:06:05.070" v="20612" actId="478"/>
          <ac:spMkLst>
            <pc:docMk/>
            <pc:sldMk cId="2634270034" sldId="426"/>
            <ac:spMk id="5" creationId="{95869352-44B3-69E9-AA5D-617F8300D9C7}"/>
          </ac:spMkLst>
        </pc:spChg>
        <pc:spChg chg="mod">
          <ac:chgData name="Muriel BORDE" userId="c170603111e0d29b" providerId="LiveId" clId="{88A39F71-90C1-4121-B360-2DDA4F102DCB}" dt="2023-09-27T15:28:21.122" v="21024" actId="207"/>
          <ac:spMkLst>
            <pc:docMk/>
            <pc:sldMk cId="2634270034" sldId="426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6:03.344" v="20610" actId="700"/>
          <ac:spMkLst>
            <pc:docMk/>
            <pc:sldMk cId="2634270034" sldId="426"/>
            <ac:spMk id="8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6:11.045" v="20614" actId="255"/>
          <ac:spMkLst>
            <pc:docMk/>
            <pc:sldMk cId="2634270034" sldId="426"/>
            <ac:spMk id="11" creationId="{00000000-0000-0000-0000-000000000000}"/>
          </ac:spMkLst>
        </pc:spChg>
      </pc:sldChg>
      <pc:sldChg chg="addSp delSp modSp add mod ord modClrScheme chgLayout">
        <pc:chgData name="Muriel BORDE" userId="c170603111e0d29b" providerId="LiveId" clId="{88A39F71-90C1-4121-B360-2DDA4F102DCB}" dt="2023-09-27T15:15:22.928" v="20781" actId="478"/>
        <pc:sldMkLst>
          <pc:docMk/>
          <pc:sldMk cId="1705316243" sldId="427"/>
        </pc:sldMkLst>
        <pc:spChg chg="mod ord">
          <ac:chgData name="Muriel BORDE" userId="c170603111e0d29b" providerId="LiveId" clId="{88A39F71-90C1-4121-B360-2DDA4F102DCB}" dt="2023-09-27T15:14:41.777" v="20768" actId="700"/>
          <ac:spMkLst>
            <pc:docMk/>
            <pc:sldMk cId="1705316243" sldId="427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5:21.895" v="20780" actId="478"/>
          <ac:spMkLst>
            <pc:docMk/>
            <pc:sldMk cId="1705316243" sldId="427"/>
            <ac:spMk id="3" creationId="{B6A92887-34DD-D001-B462-CC8A4EBAC0AE}"/>
          </ac:spMkLst>
        </pc:spChg>
        <pc:spChg chg="add del mod ord">
          <ac:chgData name="Muriel BORDE" userId="c170603111e0d29b" providerId="LiveId" clId="{88A39F71-90C1-4121-B360-2DDA4F102DCB}" dt="2023-09-27T15:15:22.928" v="20781" actId="478"/>
          <ac:spMkLst>
            <pc:docMk/>
            <pc:sldMk cId="1705316243" sldId="427"/>
            <ac:spMk id="4" creationId="{EBD31ABA-CB3A-0BAE-C8C0-A25557ECDDE4}"/>
          </ac:spMkLst>
        </pc:spChg>
        <pc:spChg chg="add del mod">
          <ac:chgData name="Muriel BORDE" userId="c170603111e0d29b" providerId="LiveId" clId="{88A39F71-90C1-4121-B360-2DDA4F102DCB}" dt="2023-07-28T14:49:34.396" v="17773" actId="478"/>
          <ac:spMkLst>
            <pc:docMk/>
            <pc:sldMk cId="1705316243" sldId="427"/>
            <ac:spMk id="4" creationId="{EFBFBD25-2456-92A8-C0E2-AB2B81309027}"/>
          </ac:spMkLst>
        </pc:spChg>
        <pc:spChg chg="del">
          <ac:chgData name="Muriel BORDE" userId="c170603111e0d29b" providerId="LiveId" clId="{88A39F71-90C1-4121-B360-2DDA4F102DCB}" dt="2023-07-27T12:31:34.109" v="9950" actId="478"/>
          <ac:spMkLst>
            <pc:docMk/>
            <pc:sldMk cId="1705316243" sldId="427"/>
            <ac:spMk id="5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1:55.509" v="20176" actId="1035"/>
          <ac:spMkLst>
            <pc:docMk/>
            <pc:sldMk cId="1705316243" sldId="427"/>
            <ac:spMk id="5" creationId="{3B140088-7321-EBB8-1AD3-C6C4BDE9ABCC}"/>
          </ac:spMkLst>
        </pc:spChg>
        <pc:spChg chg="del">
          <ac:chgData name="Muriel BORDE" userId="c170603111e0d29b" providerId="LiveId" clId="{88A39F71-90C1-4121-B360-2DDA4F102DCB}" dt="2023-07-28T14:49:33.005" v="17771" actId="478"/>
          <ac:spMkLst>
            <pc:docMk/>
            <pc:sldMk cId="1705316243" sldId="427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5:17.029" v="20778" actId="478"/>
          <ac:spMkLst>
            <pc:docMk/>
            <pc:sldMk cId="1705316243" sldId="427"/>
            <ac:spMk id="6" creationId="{D0608C21-E8CE-CC5D-752D-C011622B93DC}"/>
          </ac:spMkLst>
        </pc:spChg>
        <pc:spChg chg="mod">
          <ac:chgData name="Muriel BORDE" userId="c170603111e0d29b" providerId="LiveId" clId="{88A39F71-90C1-4121-B360-2DDA4F102DCB}" dt="2023-09-27T15:15:20.581" v="20779" actId="207"/>
          <ac:spMkLst>
            <pc:docMk/>
            <pc:sldMk cId="1705316243" sldId="427"/>
            <ac:spMk id="8" creationId="{00000000-0000-0000-0000-000000000000}"/>
          </ac:spMkLst>
        </pc:spChg>
        <pc:spChg chg="del">
          <ac:chgData name="Muriel BORDE" userId="c170603111e0d29b" providerId="LiveId" clId="{88A39F71-90C1-4121-B360-2DDA4F102DCB}" dt="2023-07-27T12:31:34.109" v="9950" actId="478"/>
          <ac:spMkLst>
            <pc:docMk/>
            <pc:sldMk cId="1705316243" sldId="427"/>
            <ac:spMk id="57" creationId="{00000000-0000-0000-0000-000000000000}"/>
          </ac:spMkLst>
        </pc:spChg>
        <pc:picChg chg="del">
          <ac:chgData name="Muriel BORDE" userId="c170603111e0d29b" providerId="LiveId" clId="{88A39F71-90C1-4121-B360-2DDA4F102DCB}" dt="2023-07-27T12:31:34.109" v="9950" actId="478"/>
          <ac:picMkLst>
            <pc:docMk/>
            <pc:sldMk cId="1705316243" sldId="427"/>
            <ac:picMk id="4" creationId="{00000000-0000-0000-0000-000000000000}"/>
          </ac:picMkLst>
        </pc:picChg>
      </pc:sldChg>
      <pc:sldChg chg="modSp add del mod">
        <pc:chgData name="Muriel BORDE" userId="c170603111e0d29b" providerId="LiveId" clId="{88A39F71-90C1-4121-B360-2DDA4F102DCB}" dt="2023-07-27T12:29:18.306" v="9945" actId="47"/>
        <pc:sldMkLst>
          <pc:docMk/>
          <pc:sldMk cId="3242032555" sldId="427"/>
        </pc:sldMkLst>
        <pc:spChg chg="mod">
          <ac:chgData name="Muriel BORDE" userId="c170603111e0d29b" providerId="LiveId" clId="{88A39F71-90C1-4121-B360-2DDA4F102DCB}" dt="2023-07-27T12:29:13.315" v="9944" actId="6549"/>
          <ac:spMkLst>
            <pc:docMk/>
            <pc:sldMk cId="3242032555" sldId="427"/>
            <ac:spMk id="4" creationId="{C0B5477F-ED33-A8D1-C96C-EE6253487277}"/>
          </ac:spMkLst>
        </pc:spChg>
        <pc:spChg chg="mod">
          <ac:chgData name="Muriel BORDE" userId="c170603111e0d29b" providerId="LiveId" clId="{88A39F71-90C1-4121-B360-2DDA4F102DCB}" dt="2023-07-27T12:28:45.594" v="9930" actId="6549"/>
          <ac:spMkLst>
            <pc:docMk/>
            <pc:sldMk cId="3242032555" sldId="427"/>
            <ac:spMk id="8" creationId="{1F0ADD39-21BE-70DA-8AE8-579E403715F4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6:55.981" v="20817" actId="478"/>
        <pc:sldMkLst>
          <pc:docMk/>
          <pc:sldMk cId="2337908375" sldId="428"/>
        </pc:sldMkLst>
        <pc:spChg chg="mod ord">
          <ac:chgData name="Muriel BORDE" userId="c170603111e0d29b" providerId="LiveId" clId="{88A39F71-90C1-4121-B360-2DDA4F102DCB}" dt="2023-09-27T15:16:17.830" v="20800" actId="700"/>
          <ac:spMkLst>
            <pc:docMk/>
            <pc:sldMk cId="2337908375" sldId="428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6:54.668" v="20816" actId="478"/>
          <ac:spMkLst>
            <pc:docMk/>
            <pc:sldMk cId="2337908375" sldId="428"/>
            <ac:spMk id="3" creationId="{4F7D60AB-7578-C9CD-120D-4AE26DEEB8B2}"/>
          </ac:spMkLst>
        </pc:spChg>
        <pc:spChg chg="add del mod ord">
          <ac:chgData name="Muriel BORDE" userId="c170603111e0d29b" providerId="LiveId" clId="{88A39F71-90C1-4121-B360-2DDA4F102DCB}" dt="2023-09-27T15:16:55.981" v="20817" actId="478"/>
          <ac:spMkLst>
            <pc:docMk/>
            <pc:sldMk cId="2337908375" sldId="428"/>
            <ac:spMk id="4" creationId="{1F2FD829-309D-A377-683E-5B9B21C433A1}"/>
          </ac:spMkLst>
        </pc:spChg>
        <pc:spChg chg="add del mod">
          <ac:chgData name="Muriel BORDE" userId="c170603111e0d29b" providerId="LiveId" clId="{88A39F71-90C1-4121-B360-2DDA4F102DCB}" dt="2023-07-28T14:50:13.160" v="17810" actId="478"/>
          <ac:spMkLst>
            <pc:docMk/>
            <pc:sldMk cId="2337908375" sldId="428"/>
            <ac:spMk id="4" creationId="{97D8A9D3-D58D-40F0-436D-C02DA6A39748}"/>
          </ac:spMkLst>
        </pc:spChg>
        <pc:spChg chg="add mod">
          <ac:chgData name="Muriel BORDE" userId="c170603111e0d29b" providerId="LiveId" clId="{88A39F71-90C1-4121-B360-2DDA4F102DCB}" dt="2023-09-22T15:22:49.219" v="20227" actId="255"/>
          <ac:spMkLst>
            <pc:docMk/>
            <pc:sldMk cId="2337908375" sldId="428"/>
            <ac:spMk id="5" creationId="{012ED864-808D-6EBF-6CB3-D526CBFE19EB}"/>
          </ac:spMkLst>
        </pc:spChg>
        <pc:spChg chg="del">
          <ac:chgData name="Muriel BORDE" userId="c170603111e0d29b" providerId="LiveId" clId="{88A39F71-90C1-4121-B360-2DDA4F102DCB}" dt="2023-07-28T14:50:11.501" v="17808" actId="478"/>
          <ac:spMkLst>
            <pc:docMk/>
            <pc:sldMk cId="2337908375" sldId="428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6:48.396" v="20814" actId="478"/>
          <ac:spMkLst>
            <pc:docMk/>
            <pc:sldMk cId="2337908375" sldId="428"/>
            <ac:spMk id="6" creationId="{DDEC5A0F-807B-5C11-7491-5112EB83FF88}"/>
          </ac:spMkLst>
        </pc:spChg>
        <pc:spChg chg="mod">
          <ac:chgData name="Muriel BORDE" userId="c170603111e0d29b" providerId="LiveId" clId="{88A39F71-90C1-4121-B360-2DDA4F102DCB}" dt="2023-09-27T15:16:53.303" v="20815" actId="207"/>
          <ac:spMkLst>
            <pc:docMk/>
            <pc:sldMk cId="2337908375" sldId="428"/>
            <ac:spMk id="8" creationId="{00000000-0000-0000-0000-000000000000}"/>
          </ac:spMkLst>
        </pc:spChg>
      </pc:sldChg>
      <pc:sldChg chg="addSp delSp modSp add mod ord">
        <pc:chgData name="Muriel BORDE" userId="c170603111e0d29b" providerId="LiveId" clId="{88A39F71-90C1-4121-B360-2DDA4F102DCB}" dt="2023-09-27T15:29:16.963" v="21029" actId="207"/>
        <pc:sldMkLst>
          <pc:docMk/>
          <pc:sldMk cId="268974922" sldId="429"/>
        </pc:sldMkLst>
        <pc:spChg chg="add mod">
          <ac:chgData name="Muriel BORDE" userId="c170603111e0d29b" providerId="LiveId" clId="{88A39F71-90C1-4121-B360-2DDA4F102DCB}" dt="2023-07-28T12:53:26.356" v="16556"/>
          <ac:spMkLst>
            <pc:docMk/>
            <pc:sldMk cId="268974922" sldId="429"/>
            <ac:spMk id="3" creationId="{3AEB5AFD-9B84-6302-0145-EFE654080413}"/>
          </ac:spMkLst>
        </pc:spChg>
        <pc:spChg chg="add mod">
          <ac:chgData name="Muriel BORDE" userId="c170603111e0d29b" providerId="LiveId" clId="{88A39F71-90C1-4121-B360-2DDA4F102DCB}" dt="2023-09-22T15:24:55.453" v="20244"/>
          <ac:spMkLst>
            <pc:docMk/>
            <pc:sldMk cId="268974922" sldId="429"/>
            <ac:spMk id="5" creationId="{52055B45-3BA4-3AD0-7A77-C7423FCE31ED}"/>
          </ac:spMkLst>
        </pc:spChg>
        <pc:spChg chg="del">
          <ac:chgData name="Muriel BORDE" userId="c170603111e0d29b" providerId="LiveId" clId="{88A39F71-90C1-4121-B360-2DDA4F102DCB}" dt="2023-07-28T14:50:57.610" v="17859" actId="478"/>
          <ac:spMkLst>
            <pc:docMk/>
            <pc:sldMk cId="268974922" sldId="429"/>
            <ac:spMk id="6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9:16.963" v="21029" actId="207"/>
          <ac:spMkLst>
            <pc:docMk/>
            <pc:sldMk cId="268974922" sldId="429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4:50:59.932" v="17862" actId="478"/>
          <ac:spMkLst>
            <pc:docMk/>
            <pc:sldMk cId="268974922" sldId="429"/>
            <ac:spMk id="8" creationId="{E2F1738D-0787-AB53-6519-0FEFD59CE9A4}"/>
          </ac:spMkLst>
        </pc:spChg>
        <pc:spChg chg="add del mod">
          <ac:chgData name="Muriel BORDE" userId="c170603111e0d29b" providerId="LiveId" clId="{88A39F71-90C1-4121-B360-2DDA4F102DCB}" dt="2023-09-22T15:24:55.156" v="20243" actId="478"/>
          <ac:spMkLst>
            <pc:docMk/>
            <pc:sldMk cId="268974922" sldId="429"/>
            <ac:spMk id="9" creationId="{852582B3-CD2E-DFA7-1655-D42500A5E2B5}"/>
          </ac:spMkLst>
        </pc:spChg>
        <pc:spChg chg="add del mod">
          <ac:chgData name="Muriel BORDE" userId="c170603111e0d29b" providerId="LiveId" clId="{88A39F71-90C1-4121-B360-2DDA4F102DCB}" dt="2023-07-27T13:50:57.627" v="11062" actId="478"/>
          <ac:spMkLst>
            <pc:docMk/>
            <pc:sldMk cId="268974922" sldId="429"/>
            <ac:spMk id="9" creationId="{C75E89CA-B465-B458-D417-2E55C7664E9D}"/>
          </ac:spMkLst>
        </pc:spChg>
        <pc:spChg chg="add del mod">
          <ac:chgData name="Muriel BORDE" userId="c170603111e0d29b" providerId="LiveId" clId="{88A39F71-90C1-4121-B360-2DDA4F102DCB}" dt="2023-07-27T13:50:31.642" v="11025" actId="478"/>
          <ac:spMkLst>
            <pc:docMk/>
            <pc:sldMk cId="268974922" sldId="429"/>
            <ac:spMk id="12" creationId="{08B3BD85-02E1-472C-5245-55792C3937FA}"/>
          </ac:spMkLst>
        </pc:spChg>
        <pc:spChg chg="add del mod">
          <ac:chgData name="Muriel BORDE" userId="c170603111e0d29b" providerId="LiveId" clId="{88A39F71-90C1-4121-B360-2DDA4F102DCB}" dt="2023-07-27T13:42:31.968" v="10771" actId="478"/>
          <ac:spMkLst>
            <pc:docMk/>
            <pc:sldMk cId="268974922" sldId="429"/>
            <ac:spMk id="14" creationId="{3ACFA98D-FCFA-95FE-F64D-D3778BB63432}"/>
          </ac:spMkLst>
        </pc:spChg>
        <pc:spChg chg="add del">
          <ac:chgData name="Muriel BORDE" userId="c170603111e0d29b" providerId="LiveId" clId="{88A39F71-90C1-4121-B360-2DDA4F102DCB}" dt="2023-07-27T13:36:46.873" v="10739" actId="478"/>
          <ac:spMkLst>
            <pc:docMk/>
            <pc:sldMk cId="268974922" sldId="429"/>
            <ac:spMk id="15" creationId="{4A272EEB-9158-F850-6CDD-169E9840E5A6}"/>
          </ac:spMkLst>
        </pc:spChg>
        <pc:spChg chg="add mod">
          <ac:chgData name="Muriel BORDE" userId="c170603111e0d29b" providerId="LiveId" clId="{88A39F71-90C1-4121-B360-2DDA4F102DCB}" dt="2023-07-27T13:50:59.674" v="11063" actId="1076"/>
          <ac:spMkLst>
            <pc:docMk/>
            <pc:sldMk cId="268974922" sldId="429"/>
            <ac:spMk id="16" creationId="{1B6CB5A8-0D94-FCA0-42D2-D1742D91B4D4}"/>
          </ac:spMkLst>
        </pc:spChg>
        <pc:spChg chg="add del mod">
          <ac:chgData name="Muriel BORDE" userId="c170603111e0d29b" providerId="LiveId" clId="{88A39F71-90C1-4121-B360-2DDA4F102DCB}" dt="2023-07-27T13:50:39.425" v="11031" actId="478"/>
          <ac:spMkLst>
            <pc:docMk/>
            <pc:sldMk cId="268974922" sldId="429"/>
            <ac:spMk id="18" creationId="{39A2E7AD-31FC-8245-9858-07A7D23F058A}"/>
          </ac:spMkLst>
        </pc:spChg>
        <pc:picChg chg="add del mod">
          <ac:chgData name="Muriel BORDE" userId="c170603111e0d29b" providerId="LiveId" clId="{88A39F71-90C1-4121-B360-2DDA4F102DCB}" dt="2023-07-27T13:50:37.420" v="11030" actId="478"/>
          <ac:picMkLst>
            <pc:docMk/>
            <pc:sldMk cId="268974922" sldId="429"/>
            <ac:picMk id="4" creationId="{CF90A125-A5EE-25D8-D87F-A78A9C29F4D0}"/>
          </ac:picMkLst>
        </pc:picChg>
        <pc:picChg chg="del">
          <ac:chgData name="Muriel BORDE" userId="c170603111e0d29b" providerId="LiveId" clId="{88A39F71-90C1-4121-B360-2DDA4F102DCB}" dt="2023-07-27T13:04:53.213" v="10561" actId="478"/>
          <ac:picMkLst>
            <pc:docMk/>
            <pc:sldMk cId="268974922" sldId="429"/>
            <ac:picMk id="8" creationId="{00000000-0000-0000-0000-000000000000}"/>
          </ac:picMkLst>
        </pc:picChg>
        <pc:cxnChg chg="add del mod">
          <ac:chgData name="Muriel BORDE" userId="c170603111e0d29b" providerId="LiveId" clId="{88A39F71-90C1-4121-B360-2DDA4F102DCB}" dt="2023-07-27T13:50:44.993" v="11033" actId="478"/>
          <ac:cxnSpMkLst>
            <pc:docMk/>
            <pc:sldMk cId="268974922" sldId="429"/>
            <ac:cxnSpMk id="5" creationId="{9A4435C7-B77F-CF9E-BD7D-243BEE8FF912}"/>
          </ac:cxnSpMkLst>
        </pc:cxnChg>
        <pc:cxnChg chg="add del mod">
          <ac:chgData name="Muriel BORDE" userId="c170603111e0d29b" providerId="LiveId" clId="{88A39F71-90C1-4121-B360-2DDA4F102DCB}" dt="2023-07-27T13:50:33.626" v="11028" actId="478"/>
          <ac:cxnSpMkLst>
            <pc:docMk/>
            <pc:sldMk cId="268974922" sldId="429"/>
            <ac:cxnSpMk id="11" creationId="{81AFBFC9-6D26-1E92-090A-0150078CA224}"/>
          </ac:cxnSpMkLst>
        </pc:cxnChg>
        <pc:cxnChg chg="add del mod">
          <ac:chgData name="Muriel BORDE" userId="c170603111e0d29b" providerId="LiveId" clId="{88A39F71-90C1-4121-B360-2DDA4F102DCB}" dt="2023-07-27T13:50:32.703" v="11027" actId="478"/>
          <ac:cxnSpMkLst>
            <pc:docMk/>
            <pc:sldMk cId="268974922" sldId="429"/>
            <ac:cxnSpMk id="17" creationId="{252C9B76-4574-AF23-64C5-A5758A0CBECA}"/>
          </ac:cxnSpMkLst>
        </pc:cxnChg>
      </pc:sldChg>
      <pc:sldChg chg="addSp delSp modSp add del mod">
        <pc:chgData name="Muriel BORDE" userId="c170603111e0d29b" providerId="LiveId" clId="{88A39F71-90C1-4121-B360-2DDA4F102DCB}" dt="2023-07-27T13:51:51.531" v="11065" actId="47"/>
        <pc:sldMkLst>
          <pc:docMk/>
          <pc:sldMk cId="1049894112" sldId="430"/>
        </pc:sldMkLst>
        <pc:spChg chg="del">
          <ac:chgData name="Muriel BORDE" userId="c170603111e0d29b" providerId="LiveId" clId="{88A39F71-90C1-4121-B360-2DDA4F102DCB}" dt="2023-07-27T13:36:53.202" v="10742" actId="478"/>
          <ac:spMkLst>
            <pc:docMk/>
            <pc:sldMk cId="1049894112" sldId="430"/>
            <ac:spMk id="14" creationId="{3ACFA98D-FCFA-95FE-F64D-D3778BB63432}"/>
          </ac:spMkLst>
        </pc:spChg>
        <pc:picChg chg="add del mod">
          <ac:chgData name="Muriel BORDE" userId="c170603111e0d29b" providerId="LiveId" clId="{88A39F71-90C1-4121-B360-2DDA4F102DCB}" dt="2023-07-27T13:37:32.310" v="10747" actId="478"/>
          <ac:picMkLst>
            <pc:docMk/>
            <pc:sldMk cId="1049894112" sldId="430"/>
            <ac:picMk id="3" creationId="{465DA325-5242-6936-1D6E-22C9A7958104}"/>
          </ac:picMkLst>
        </pc:picChg>
        <pc:picChg chg="del">
          <ac:chgData name="Muriel BORDE" userId="c170603111e0d29b" providerId="LiveId" clId="{88A39F71-90C1-4121-B360-2DDA4F102DCB}" dt="2023-07-27T13:36:51.631" v="10741" actId="478"/>
          <ac:picMkLst>
            <pc:docMk/>
            <pc:sldMk cId="1049894112" sldId="430"/>
            <ac:picMk id="4" creationId="{CF90A125-A5EE-25D8-D87F-A78A9C29F4D0}"/>
          </ac:picMkLst>
        </pc:picChg>
        <pc:picChg chg="add mod">
          <ac:chgData name="Muriel BORDE" userId="c170603111e0d29b" providerId="LiveId" clId="{88A39F71-90C1-4121-B360-2DDA4F102DCB}" dt="2023-07-27T13:39:48.271" v="10752" actId="1076"/>
          <ac:picMkLst>
            <pc:docMk/>
            <pc:sldMk cId="1049894112" sldId="430"/>
            <ac:picMk id="23554" creationId="{F7641472-CF95-6BDA-66F2-022832B3362B}"/>
          </ac:picMkLst>
        </pc:picChg>
      </pc:sldChg>
      <pc:sldChg chg="addSp delSp modSp add mod">
        <pc:chgData name="Muriel BORDE" userId="c170603111e0d29b" providerId="LiveId" clId="{88A39F71-90C1-4121-B360-2DDA4F102DCB}" dt="2023-09-27T15:29:21.394" v="21030" actId="207"/>
        <pc:sldMkLst>
          <pc:docMk/>
          <pc:sldMk cId="1295296417" sldId="431"/>
        </pc:sldMkLst>
        <pc:spChg chg="add mod">
          <ac:chgData name="Muriel BORDE" userId="c170603111e0d29b" providerId="LiveId" clId="{88A39F71-90C1-4121-B360-2DDA4F102DCB}" dt="2023-09-05T08:39:01.475" v="18614"/>
          <ac:spMkLst>
            <pc:docMk/>
            <pc:sldMk cId="1295296417" sldId="431"/>
            <ac:spMk id="3" creationId="{8AB40A89-290F-D917-6303-87FA368084C7}"/>
          </ac:spMkLst>
        </pc:spChg>
        <pc:spChg chg="add mod">
          <ac:chgData name="Muriel BORDE" userId="c170603111e0d29b" providerId="LiveId" clId="{88A39F71-90C1-4121-B360-2DDA4F102DCB}" dt="2023-09-27T15:29:21.394" v="21030" actId="207"/>
          <ac:spMkLst>
            <pc:docMk/>
            <pc:sldMk cId="1295296417" sldId="431"/>
            <ac:spMk id="4" creationId="{E960174F-17EF-24A9-E433-84E2939136E7}"/>
          </ac:spMkLst>
        </pc:spChg>
        <pc:spChg chg="add mod">
          <ac:chgData name="Muriel BORDE" userId="c170603111e0d29b" providerId="LiveId" clId="{88A39F71-90C1-4121-B360-2DDA4F102DCB}" dt="2023-09-22T15:24:58.600" v="20246"/>
          <ac:spMkLst>
            <pc:docMk/>
            <pc:sldMk cId="1295296417" sldId="431"/>
            <ac:spMk id="5" creationId="{29285C1B-1C14-0379-D428-A4B838C6AE19}"/>
          </ac:spMkLst>
        </pc:spChg>
        <pc:spChg chg="add del mod">
          <ac:chgData name="Muriel BORDE" userId="c170603111e0d29b" providerId="LiveId" clId="{88A39F71-90C1-4121-B360-2DDA4F102DCB}" dt="2023-07-28T14:51:03.346" v="17865" actId="478"/>
          <ac:spMkLst>
            <pc:docMk/>
            <pc:sldMk cId="1295296417" sldId="431"/>
            <ac:spMk id="5" creationId="{DD588B87-ABB8-98B3-418F-D421DF7AC75C}"/>
          </ac:spMkLst>
        </pc:spChg>
        <pc:spChg chg="del">
          <ac:chgData name="Muriel BORDE" userId="c170603111e0d29b" providerId="LiveId" clId="{88A39F71-90C1-4121-B360-2DDA4F102DCB}" dt="2023-07-28T14:51:02.223" v="17863" actId="478"/>
          <ac:spMkLst>
            <pc:docMk/>
            <pc:sldMk cId="1295296417" sldId="431"/>
            <ac:spMk id="6" creationId="{00000000-0000-0000-0000-000000000000}"/>
          </ac:spMkLst>
        </pc:spChg>
        <pc:spChg chg="del">
          <ac:chgData name="Muriel BORDE" userId="c170603111e0d29b" providerId="LiveId" clId="{88A39F71-90C1-4121-B360-2DDA4F102DCB}" dt="2023-07-27T13:52:04.290" v="11066" actId="478"/>
          <ac:spMkLst>
            <pc:docMk/>
            <pc:sldMk cId="1295296417" sldId="431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2T15:24:58.320" v="20245" actId="478"/>
          <ac:spMkLst>
            <pc:docMk/>
            <pc:sldMk cId="1295296417" sldId="431"/>
            <ac:spMk id="7" creationId="{B29883A3-3F0E-4315-CE44-36E20CC08916}"/>
          </ac:spMkLst>
        </pc:spChg>
        <pc:spChg chg="add mod">
          <ac:chgData name="Muriel BORDE" userId="c170603111e0d29b" providerId="LiveId" clId="{88A39F71-90C1-4121-B360-2DDA4F102DCB}" dt="2023-07-27T13:56:32.891" v="11093" actId="1036"/>
          <ac:spMkLst>
            <pc:docMk/>
            <pc:sldMk cId="1295296417" sldId="431"/>
            <ac:spMk id="8" creationId="{D1B53A2B-B497-4A84-FE84-9FE745AECCAB}"/>
          </ac:spMkLst>
        </pc:spChg>
        <pc:spChg chg="del">
          <ac:chgData name="Muriel BORDE" userId="c170603111e0d29b" providerId="LiveId" clId="{88A39F71-90C1-4121-B360-2DDA4F102DCB}" dt="2023-07-27T13:37:36.807" v="10748" actId="478"/>
          <ac:spMkLst>
            <pc:docMk/>
            <pc:sldMk cId="1295296417" sldId="431"/>
            <ac:spMk id="9" creationId="{C75E89CA-B465-B458-D417-2E55C7664E9D}"/>
          </ac:spMkLst>
        </pc:spChg>
        <pc:spChg chg="del">
          <ac:chgData name="Muriel BORDE" userId="c170603111e0d29b" providerId="LiveId" clId="{88A39F71-90C1-4121-B360-2DDA4F102DCB}" dt="2023-07-27T13:37:39.337" v="10749" actId="478"/>
          <ac:spMkLst>
            <pc:docMk/>
            <pc:sldMk cId="1295296417" sldId="431"/>
            <ac:spMk id="12" creationId="{08B3BD85-02E1-472C-5245-55792C3937FA}"/>
          </ac:spMkLst>
        </pc:spChg>
        <pc:picChg chg="del mod">
          <ac:chgData name="Muriel BORDE" userId="c170603111e0d29b" providerId="LiveId" clId="{88A39F71-90C1-4121-B360-2DDA4F102DCB}" dt="2023-07-27T13:53:46.968" v="11080" actId="478"/>
          <ac:picMkLst>
            <pc:docMk/>
            <pc:sldMk cId="1295296417" sldId="431"/>
            <ac:picMk id="3" creationId="{465DA325-5242-6936-1D6E-22C9A7958104}"/>
          </ac:picMkLst>
        </pc:picChg>
        <pc:picChg chg="add del mod">
          <ac:chgData name="Muriel BORDE" userId="c170603111e0d29b" providerId="LiveId" clId="{88A39F71-90C1-4121-B360-2DDA4F102DCB}" dt="2023-07-27T14:01:56.383" v="11109" actId="478"/>
          <ac:picMkLst>
            <pc:docMk/>
            <pc:sldMk cId="1295296417" sldId="431"/>
            <ac:picMk id="13" creationId="{847931F5-040D-5C80-123B-DD9A03718BCE}"/>
          </ac:picMkLst>
        </pc:picChg>
        <pc:picChg chg="add del mod">
          <ac:chgData name="Muriel BORDE" userId="c170603111e0d29b" providerId="LiveId" clId="{88A39F71-90C1-4121-B360-2DDA4F102DCB}" dt="2023-07-27T13:57:59.687" v="11098"/>
          <ac:picMkLst>
            <pc:docMk/>
            <pc:sldMk cId="1295296417" sldId="431"/>
            <ac:picMk id="22530" creationId="{8AF02184-AA43-16B7-4BA7-E298564A239F}"/>
          </ac:picMkLst>
        </pc:picChg>
        <pc:picChg chg="add del mod">
          <ac:chgData name="Muriel BORDE" userId="c170603111e0d29b" providerId="LiveId" clId="{88A39F71-90C1-4121-B360-2DDA4F102DCB}" dt="2023-07-27T13:59:33.212" v="11104" actId="478"/>
          <ac:picMkLst>
            <pc:docMk/>
            <pc:sldMk cId="1295296417" sldId="431"/>
            <ac:picMk id="22532" creationId="{9D3118D6-7EE6-53C6-196B-BBAA90309701}"/>
          </ac:picMkLst>
        </pc:picChg>
        <pc:picChg chg="add mod">
          <ac:chgData name="Muriel BORDE" userId="c170603111e0d29b" providerId="LiveId" clId="{88A39F71-90C1-4121-B360-2DDA4F102DCB}" dt="2023-07-27T14:02:01.247" v="11111" actId="1076"/>
          <ac:picMkLst>
            <pc:docMk/>
            <pc:sldMk cId="1295296417" sldId="431"/>
            <ac:picMk id="22534" creationId="{CF41E108-9F0F-F0BB-2228-1470DFD065D2}"/>
          </ac:picMkLst>
        </pc:picChg>
        <pc:cxnChg chg="del">
          <ac:chgData name="Muriel BORDE" userId="c170603111e0d29b" providerId="LiveId" clId="{88A39F71-90C1-4121-B360-2DDA4F102DCB}" dt="2023-07-27T13:37:36.807" v="10748" actId="478"/>
          <ac:cxnSpMkLst>
            <pc:docMk/>
            <pc:sldMk cId="1295296417" sldId="431"/>
            <ac:cxnSpMk id="5" creationId="{9A4435C7-B77F-CF9E-BD7D-243BEE8FF912}"/>
          </ac:cxnSpMkLst>
        </pc:cxnChg>
        <pc:cxnChg chg="del">
          <ac:chgData name="Muriel BORDE" userId="c170603111e0d29b" providerId="LiveId" clId="{88A39F71-90C1-4121-B360-2DDA4F102DCB}" dt="2023-07-27T13:37:36.807" v="10748" actId="478"/>
          <ac:cxnSpMkLst>
            <pc:docMk/>
            <pc:sldMk cId="1295296417" sldId="431"/>
            <ac:cxnSpMk id="11" creationId="{81AFBFC9-6D26-1E92-090A-0150078CA224}"/>
          </ac:cxnSpMkLst>
        </pc:cxnChg>
      </pc:sldChg>
      <pc:sldChg chg="addSp delSp modSp new mod">
        <pc:chgData name="Muriel BORDE" userId="c170603111e0d29b" providerId="LiveId" clId="{88A39F71-90C1-4121-B360-2DDA4F102DCB}" dt="2023-09-27T15:29:08.303" v="21027" actId="207"/>
        <pc:sldMkLst>
          <pc:docMk/>
          <pc:sldMk cId="147725858" sldId="432"/>
        </pc:sldMkLst>
        <pc:spChg chg="del">
          <ac:chgData name="Muriel BORDE" userId="c170603111e0d29b" providerId="LiveId" clId="{88A39F71-90C1-4121-B360-2DDA4F102DCB}" dt="2023-07-28T14:50:48.192" v="17855" actId="478"/>
          <ac:spMkLst>
            <pc:docMk/>
            <pc:sldMk cId="147725858" sldId="432"/>
            <ac:spMk id="2" creationId="{14883B87-76CB-BE15-F2B0-5F089820AC37}"/>
          </ac:spMkLst>
        </pc:spChg>
        <pc:spChg chg="add mod">
          <ac:chgData name="Muriel BORDE" userId="c170603111e0d29b" providerId="LiveId" clId="{88A39F71-90C1-4121-B360-2DDA4F102DCB}" dt="2023-09-05T08:38:54.264" v="18612"/>
          <ac:spMkLst>
            <pc:docMk/>
            <pc:sldMk cId="147725858" sldId="432"/>
            <ac:spMk id="2" creationId="{14974ECE-4E56-8688-5FFC-449016169D63}"/>
          </ac:spMkLst>
        </pc:spChg>
        <pc:spChg chg="add mod">
          <ac:chgData name="Muriel BORDE" userId="c170603111e0d29b" providerId="LiveId" clId="{88A39F71-90C1-4121-B360-2DDA4F102DCB}" dt="2023-09-22T15:24:49.768" v="20240"/>
          <ac:spMkLst>
            <pc:docMk/>
            <pc:sldMk cId="147725858" sldId="432"/>
            <ac:spMk id="3" creationId="{66DC5F97-DA75-AEA5-8E67-16E80B63ECB5}"/>
          </ac:spMkLst>
        </pc:spChg>
        <pc:spChg chg="del">
          <ac:chgData name="Muriel BORDE" userId="c170603111e0d29b" providerId="LiveId" clId="{88A39F71-90C1-4121-B360-2DDA4F102DCB}" dt="2023-07-28T14:50:48.192" v="17855" actId="478"/>
          <ac:spMkLst>
            <pc:docMk/>
            <pc:sldMk cId="147725858" sldId="432"/>
            <ac:spMk id="3" creationId="{AF982715-27E3-6149-D08D-0435FD4B0D02}"/>
          </ac:spMkLst>
        </pc:spChg>
        <pc:spChg chg="add del mod">
          <ac:chgData name="Muriel BORDE" userId="c170603111e0d29b" providerId="LiveId" clId="{88A39F71-90C1-4121-B360-2DDA4F102DCB}" dt="2023-07-28T09:22:29.134" v="12805" actId="478"/>
          <ac:spMkLst>
            <pc:docMk/>
            <pc:sldMk cId="147725858" sldId="432"/>
            <ac:spMk id="4" creationId="{3740F112-D14E-DFCD-AAD5-4E41CA477170}"/>
          </ac:spMkLst>
        </pc:spChg>
        <pc:spChg chg="add del mod">
          <ac:chgData name="Muriel BORDE" userId="c170603111e0d29b" providerId="LiveId" clId="{88A39F71-90C1-4121-B360-2DDA4F102DCB}" dt="2023-09-22T15:24:49.330" v="20239" actId="478"/>
          <ac:spMkLst>
            <pc:docMk/>
            <pc:sldMk cId="147725858" sldId="432"/>
            <ac:spMk id="4" creationId="{C0DBA251-78A7-F0A5-210F-6D3C57A09606}"/>
          </ac:spMkLst>
        </pc:spChg>
        <pc:spChg chg="del">
          <ac:chgData name="Muriel BORDE" userId="c170603111e0d29b" providerId="LiveId" clId="{88A39F71-90C1-4121-B360-2DDA4F102DCB}" dt="2023-07-27T13:41:12.727" v="10754" actId="478"/>
          <ac:spMkLst>
            <pc:docMk/>
            <pc:sldMk cId="147725858" sldId="432"/>
            <ac:spMk id="4" creationId="{F3F76B65-361B-5FF2-E5AA-78254D0B21EE}"/>
          </ac:spMkLst>
        </pc:spChg>
        <pc:spChg chg="add mod">
          <ac:chgData name="Muriel BORDE" userId="c170603111e0d29b" providerId="LiveId" clId="{88A39F71-90C1-4121-B360-2DDA4F102DCB}" dt="2023-09-27T15:29:08.303" v="21027" actId="207"/>
          <ac:spMkLst>
            <pc:docMk/>
            <pc:sldMk cId="147725858" sldId="432"/>
            <ac:spMk id="5" creationId="{1663A404-C4C5-7B1C-E8A1-E6B6E2FF91A9}"/>
          </ac:spMkLst>
        </pc:spChg>
        <pc:spChg chg="add mod">
          <ac:chgData name="Muriel BORDE" userId="c170603111e0d29b" providerId="LiveId" clId="{88A39F71-90C1-4121-B360-2DDA4F102DCB}" dt="2023-07-27T13:51:06.916" v="11064" actId="1076"/>
          <ac:spMkLst>
            <pc:docMk/>
            <pc:sldMk cId="147725858" sldId="432"/>
            <ac:spMk id="6" creationId="{4AD9A242-3236-F06F-C15D-5C900E544028}"/>
          </ac:spMkLst>
        </pc:spChg>
        <pc:spChg chg="add mod">
          <ac:chgData name="Muriel BORDE" userId="c170603111e0d29b" providerId="LiveId" clId="{88A39F71-90C1-4121-B360-2DDA4F102DCB}" dt="2023-07-28T09:22:14.501" v="12802" actId="1076"/>
          <ac:spMkLst>
            <pc:docMk/>
            <pc:sldMk cId="147725858" sldId="432"/>
            <ac:spMk id="8" creationId="{63323969-0E5C-31E4-A5A5-09342A46C0BB}"/>
          </ac:spMkLst>
        </pc:spChg>
        <pc:spChg chg="add mod">
          <ac:chgData name="Muriel BORDE" userId="c170603111e0d29b" providerId="LiveId" clId="{88A39F71-90C1-4121-B360-2DDA4F102DCB}" dt="2023-07-27T13:49:53.262" v="10997" actId="1076"/>
          <ac:spMkLst>
            <pc:docMk/>
            <pc:sldMk cId="147725858" sldId="432"/>
            <ac:spMk id="10" creationId="{B60D5244-31E3-3AB2-B801-77B19DC1C0D7}"/>
          </ac:spMkLst>
        </pc:spChg>
        <pc:spChg chg="add mod">
          <ac:chgData name="Muriel BORDE" userId="c170603111e0d29b" providerId="LiveId" clId="{88A39F71-90C1-4121-B360-2DDA4F102DCB}" dt="2023-07-27T13:50:03.661" v="11010" actId="14100"/>
          <ac:spMkLst>
            <pc:docMk/>
            <pc:sldMk cId="147725858" sldId="432"/>
            <ac:spMk id="13" creationId="{552A36D3-C844-9BCE-0FD0-3FEF3B60CA6D}"/>
          </ac:spMkLst>
        </pc:spChg>
        <pc:spChg chg="add mod">
          <ac:chgData name="Muriel BORDE" userId="c170603111e0d29b" providerId="LiveId" clId="{88A39F71-90C1-4121-B360-2DDA4F102DCB}" dt="2023-07-28T09:22:07.695" v="12800" actId="1076"/>
          <ac:spMkLst>
            <pc:docMk/>
            <pc:sldMk cId="147725858" sldId="432"/>
            <ac:spMk id="18" creationId="{C0DE2D85-2895-B73A-FE2B-368FED2CC103}"/>
          </ac:spMkLst>
        </pc:spChg>
        <pc:picChg chg="add del mod">
          <ac:chgData name="Muriel BORDE" userId="c170603111e0d29b" providerId="LiveId" clId="{88A39F71-90C1-4121-B360-2DDA4F102DCB}" dt="2023-07-27T13:41:34.128" v="10763" actId="478"/>
          <ac:picMkLst>
            <pc:docMk/>
            <pc:sldMk cId="147725858" sldId="432"/>
            <ac:picMk id="24578" creationId="{60A59A4D-9846-8624-5835-022C99A4C972}"/>
          </ac:picMkLst>
        </pc:picChg>
        <pc:picChg chg="add del mod">
          <ac:chgData name="Muriel BORDE" userId="c170603111e0d29b" providerId="LiveId" clId="{88A39F71-90C1-4121-B360-2DDA4F102DCB}" dt="2023-07-27T13:42:16.380" v="10770" actId="478"/>
          <ac:picMkLst>
            <pc:docMk/>
            <pc:sldMk cId="147725858" sldId="432"/>
            <ac:picMk id="24580" creationId="{FE434F4E-55E1-CF2F-C8B2-499DF0CC5ABF}"/>
          </ac:picMkLst>
        </pc:picChg>
        <pc:picChg chg="add del mod">
          <ac:chgData name="Muriel BORDE" userId="c170603111e0d29b" providerId="LiveId" clId="{88A39F71-90C1-4121-B360-2DDA4F102DCB}" dt="2023-07-27T13:47:37.565" v="10936" actId="478"/>
          <ac:picMkLst>
            <pc:docMk/>
            <pc:sldMk cId="147725858" sldId="432"/>
            <ac:picMk id="24582" creationId="{CFC360E6-9F47-D900-9FA1-A11ECEC5DB92}"/>
          </ac:picMkLst>
        </pc:picChg>
        <pc:picChg chg="add del mod">
          <ac:chgData name="Muriel BORDE" userId="c170603111e0d29b" providerId="LiveId" clId="{88A39F71-90C1-4121-B360-2DDA4F102DCB}" dt="2023-07-27T13:47:21.052" v="10935" actId="478"/>
          <ac:picMkLst>
            <pc:docMk/>
            <pc:sldMk cId="147725858" sldId="432"/>
            <ac:picMk id="24584" creationId="{3E704364-2A8C-EFA4-4CD2-18B024A6ED27}"/>
          </ac:picMkLst>
        </pc:picChg>
        <pc:picChg chg="add mod">
          <ac:chgData name="Muriel BORDE" userId="c170603111e0d29b" providerId="LiveId" clId="{88A39F71-90C1-4121-B360-2DDA4F102DCB}" dt="2023-07-27T13:48:07.657" v="10952" actId="1076"/>
          <ac:picMkLst>
            <pc:docMk/>
            <pc:sldMk cId="147725858" sldId="432"/>
            <ac:picMk id="24586" creationId="{C2B7ABFE-5728-16E5-5089-1EFB559E5D5F}"/>
          </ac:picMkLst>
        </pc:picChg>
        <pc:cxnChg chg="add mod">
          <ac:chgData name="Muriel BORDE" userId="c170603111e0d29b" providerId="LiveId" clId="{88A39F71-90C1-4121-B360-2DDA4F102DCB}" dt="2023-07-28T09:22:11.843" v="12801" actId="14100"/>
          <ac:cxnSpMkLst>
            <pc:docMk/>
            <pc:sldMk cId="147725858" sldId="432"/>
            <ac:cxnSpMk id="7" creationId="{7BE476F3-3C79-9275-348F-3C2611FF008D}"/>
          </ac:cxnSpMkLst>
        </pc:cxnChg>
        <pc:cxnChg chg="add mod">
          <ac:chgData name="Muriel BORDE" userId="c170603111e0d29b" providerId="LiveId" clId="{88A39F71-90C1-4121-B360-2DDA4F102DCB}" dt="2023-07-27T13:49:50.705" v="10996" actId="1076"/>
          <ac:cxnSpMkLst>
            <pc:docMk/>
            <pc:sldMk cId="147725858" sldId="432"/>
            <ac:cxnSpMk id="9" creationId="{CFFE25C5-4A9A-962A-A862-670C96C8B23C}"/>
          </ac:cxnSpMkLst>
        </pc:cxnChg>
        <pc:cxnChg chg="add mod">
          <ac:chgData name="Muriel BORDE" userId="c170603111e0d29b" providerId="LiveId" clId="{88A39F71-90C1-4121-B360-2DDA4F102DCB}" dt="2023-07-27T13:50:03.661" v="11010" actId="14100"/>
          <ac:cxnSpMkLst>
            <pc:docMk/>
            <pc:sldMk cId="147725858" sldId="432"/>
            <ac:cxnSpMk id="12" creationId="{2015B6E2-41B3-6222-503C-B72A89622B8A}"/>
          </ac:cxnSpMkLst>
        </pc:cxnChg>
        <pc:cxnChg chg="add mod">
          <ac:chgData name="Muriel BORDE" userId="c170603111e0d29b" providerId="LiveId" clId="{88A39F71-90C1-4121-B360-2DDA4F102DCB}" dt="2023-07-28T09:22:04.350" v="12799" actId="14100"/>
          <ac:cxnSpMkLst>
            <pc:docMk/>
            <pc:sldMk cId="147725858" sldId="432"/>
            <ac:cxnSpMk id="17" creationId="{CFC0F9AE-8069-2885-B526-AB65EDCEC470}"/>
          </ac:cxnSpMkLst>
        </pc:cxnChg>
      </pc:sldChg>
      <pc:sldChg chg="addSp delSp modSp add mod">
        <pc:chgData name="Muriel BORDE" userId="c170603111e0d29b" providerId="LiveId" clId="{88A39F71-90C1-4121-B360-2DDA4F102DCB}" dt="2023-09-27T15:29:26.661" v="21032" actId="207"/>
        <pc:sldMkLst>
          <pc:docMk/>
          <pc:sldMk cId="4285160046" sldId="433"/>
        </pc:sldMkLst>
        <pc:spChg chg="add mod">
          <ac:chgData name="Muriel BORDE" userId="c170603111e0d29b" providerId="LiveId" clId="{88A39F71-90C1-4121-B360-2DDA4F102DCB}" dt="2023-09-22T15:25:02.125" v="20248"/>
          <ac:spMkLst>
            <pc:docMk/>
            <pc:sldMk cId="4285160046" sldId="433"/>
            <ac:spMk id="3" creationId="{02BE8D52-9F41-B031-E59E-05375E48E2C2}"/>
          </ac:spMkLst>
        </pc:spChg>
        <pc:spChg chg="mod">
          <ac:chgData name="Muriel BORDE" userId="c170603111e0d29b" providerId="LiveId" clId="{88A39F71-90C1-4121-B360-2DDA4F102DCB}" dt="2023-09-27T15:29:26.661" v="21032" actId="207"/>
          <ac:spMkLst>
            <pc:docMk/>
            <pc:sldMk cId="4285160046" sldId="433"/>
            <ac:spMk id="4" creationId="{E960174F-17EF-24A9-E433-84E2939136E7}"/>
          </ac:spMkLst>
        </pc:spChg>
        <pc:spChg chg="add del mod">
          <ac:chgData name="Muriel BORDE" userId="c170603111e0d29b" providerId="LiveId" clId="{88A39F71-90C1-4121-B360-2DDA4F102DCB}" dt="2023-07-28T11:11:07.894" v="13418" actId="478"/>
          <ac:spMkLst>
            <pc:docMk/>
            <pc:sldMk cId="4285160046" sldId="433"/>
            <ac:spMk id="5" creationId="{6CC2DF1A-5C10-B759-7EC6-A7CD052FCA24}"/>
          </ac:spMkLst>
        </pc:spChg>
        <pc:spChg chg="add del mod">
          <ac:chgData name="Muriel BORDE" userId="c170603111e0d29b" providerId="LiveId" clId="{88A39F71-90C1-4121-B360-2DDA4F102DCB}" dt="2023-07-28T14:51:08.039" v="17869" actId="478"/>
          <ac:spMkLst>
            <pc:docMk/>
            <pc:sldMk cId="4285160046" sldId="433"/>
            <ac:spMk id="5" creationId="{7CA59B66-E574-0315-D5FD-FEE5EF88D21C}"/>
          </ac:spMkLst>
        </pc:spChg>
        <pc:spChg chg="del">
          <ac:chgData name="Muriel BORDE" userId="c170603111e0d29b" providerId="LiveId" clId="{88A39F71-90C1-4121-B360-2DDA4F102DCB}" dt="2023-07-28T14:51:06.869" v="17867" actId="478"/>
          <ac:spMkLst>
            <pc:docMk/>
            <pc:sldMk cId="4285160046" sldId="433"/>
            <ac:spMk id="6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9-22T15:25:01.856" v="20247" actId="478"/>
          <ac:spMkLst>
            <pc:docMk/>
            <pc:sldMk cId="4285160046" sldId="433"/>
            <ac:spMk id="7" creationId="{5FF727F2-524B-A391-62D2-51E828C8A261}"/>
          </ac:spMkLst>
        </pc:spChg>
        <pc:spChg chg="add del mod">
          <ac:chgData name="Muriel BORDE" userId="c170603111e0d29b" providerId="LiveId" clId="{88A39F71-90C1-4121-B360-2DDA4F102DCB}" dt="2023-07-28T11:20:32.110" v="13434" actId="478"/>
          <ac:spMkLst>
            <pc:docMk/>
            <pc:sldMk cId="4285160046" sldId="433"/>
            <ac:spMk id="7" creationId="{FA974AD4-747A-068C-304F-36388030A403}"/>
          </ac:spMkLst>
        </pc:spChg>
        <pc:spChg chg="del">
          <ac:chgData name="Muriel BORDE" userId="c170603111e0d29b" providerId="LiveId" clId="{88A39F71-90C1-4121-B360-2DDA4F102DCB}" dt="2023-07-27T14:04:11.375" v="11180" actId="478"/>
          <ac:spMkLst>
            <pc:docMk/>
            <pc:sldMk cId="4285160046" sldId="433"/>
            <ac:spMk id="8" creationId="{D1B53A2B-B497-4A84-FE84-9FE745AECCAB}"/>
          </ac:spMkLst>
        </pc:spChg>
        <pc:spChg chg="add mod">
          <ac:chgData name="Muriel BORDE" userId="c170603111e0d29b" providerId="LiveId" clId="{88A39F71-90C1-4121-B360-2DDA4F102DCB}" dt="2023-07-28T14:58:17.389" v="18160" actId="404"/>
          <ac:spMkLst>
            <pc:docMk/>
            <pc:sldMk cId="4285160046" sldId="433"/>
            <ac:spMk id="8" creationId="{F08FF867-7588-6B3E-022A-C99F3C571C62}"/>
          </ac:spMkLst>
        </pc:spChg>
        <pc:spChg chg="add mod">
          <ac:chgData name="Muriel BORDE" userId="c170603111e0d29b" providerId="LiveId" clId="{88A39F71-90C1-4121-B360-2DDA4F102DCB}" dt="2023-07-28T14:58:17.389" v="18160" actId="404"/>
          <ac:spMkLst>
            <pc:docMk/>
            <pc:sldMk cId="4285160046" sldId="433"/>
            <ac:spMk id="10" creationId="{3B412159-F5DE-EEE1-CA70-761E04C45CDB}"/>
          </ac:spMkLst>
        </pc:spChg>
        <pc:spChg chg="add mod">
          <ac:chgData name="Muriel BORDE" userId="c170603111e0d29b" providerId="LiveId" clId="{88A39F71-90C1-4121-B360-2DDA4F102DCB}" dt="2023-07-28T14:58:17.389" v="18160" actId="404"/>
          <ac:spMkLst>
            <pc:docMk/>
            <pc:sldMk cId="4285160046" sldId="433"/>
            <ac:spMk id="12" creationId="{E4218E8E-82A7-DA6F-3D9B-112B67217E74}"/>
          </ac:spMkLst>
        </pc:spChg>
        <pc:picChg chg="del">
          <ac:chgData name="Muriel BORDE" userId="c170603111e0d29b" providerId="LiveId" clId="{88A39F71-90C1-4121-B360-2DDA4F102DCB}" dt="2023-07-27T14:04:10.246" v="11179" actId="478"/>
          <ac:picMkLst>
            <pc:docMk/>
            <pc:sldMk cId="4285160046" sldId="433"/>
            <ac:picMk id="22534" creationId="{CF41E108-9F0F-F0BB-2228-1470DFD065D2}"/>
          </ac:picMkLst>
        </pc:picChg>
      </pc:sldChg>
      <pc:sldChg chg="addSp delSp modSp add mod">
        <pc:chgData name="Muriel BORDE" userId="c170603111e0d29b" providerId="LiveId" clId="{88A39F71-90C1-4121-B360-2DDA4F102DCB}" dt="2023-09-27T15:30:23.734" v="21048" actId="208"/>
        <pc:sldMkLst>
          <pc:docMk/>
          <pc:sldMk cId="2381294663" sldId="434"/>
        </pc:sldMkLst>
        <pc:spChg chg="mod">
          <ac:chgData name="Muriel BORDE" userId="c170603111e0d29b" providerId="LiveId" clId="{88A39F71-90C1-4121-B360-2DDA4F102DCB}" dt="2023-09-05T08:41:13.303" v="18629" actId="1038"/>
          <ac:spMkLst>
            <pc:docMk/>
            <pc:sldMk cId="2381294663" sldId="434"/>
            <ac:spMk id="4" creationId="{69126F33-58D9-6F4A-77C9-0985AE7786F3}"/>
          </ac:spMkLst>
        </pc:spChg>
        <pc:spChg chg="del">
          <ac:chgData name="Muriel BORDE" userId="c170603111e0d29b" providerId="LiveId" clId="{88A39F71-90C1-4121-B360-2DDA4F102DCB}" dt="2023-07-28T14:51:46.792" v="17899" actId="478"/>
          <ac:spMkLst>
            <pc:docMk/>
            <pc:sldMk cId="2381294663" sldId="434"/>
            <ac:spMk id="5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7T15:30:19.524" v="21047" actId="207"/>
          <ac:spMkLst>
            <pc:docMk/>
            <pc:sldMk cId="2381294663" sldId="434"/>
            <ac:spMk id="5" creationId="{A831B702-CD7A-59F1-9F10-577FCF878E2A}"/>
          </ac:spMkLst>
        </pc:spChg>
        <pc:spChg chg="mod">
          <ac:chgData name="Muriel BORDE" userId="c170603111e0d29b" providerId="LiveId" clId="{88A39F71-90C1-4121-B360-2DDA4F102DCB}" dt="2023-09-05T08:41:13.303" v="18629" actId="1038"/>
          <ac:spMkLst>
            <pc:docMk/>
            <pc:sldMk cId="2381294663" sldId="434"/>
            <ac:spMk id="7" creationId="{C5EEB10F-180F-F671-A8D0-0D58F81699AA}"/>
          </ac:spMkLst>
        </pc:spChg>
        <pc:spChg chg="add mod">
          <ac:chgData name="Muriel BORDE" userId="c170603111e0d29b" providerId="LiveId" clId="{88A39F71-90C1-4121-B360-2DDA4F102DCB}" dt="2023-09-27T15:30:17.294" v="21046" actId="207"/>
          <ac:spMkLst>
            <pc:docMk/>
            <pc:sldMk cId="2381294663" sldId="434"/>
            <ac:spMk id="8" creationId="{4D44A642-97ED-FB75-2B8F-E08692C5156F}"/>
          </ac:spMkLst>
        </pc:spChg>
        <pc:spChg chg="mod">
          <ac:chgData name="Muriel BORDE" userId="c170603111e0d29b" providerId="LiveId" clId="{88A39F71-90C1-4121-B360-2DDA4F102DCB}" dt="2023-09-05T08:41:13.303" v="18629" actId="1038"/>
          <ac:spMkLst>
            <pc:docMk/>
            <pc:sldMk cId="2381294663" sldId="434"/>
            <ac:spMk id="9" creationId="{AC1A4C9A-1D27-427F-DCE1-5A1F02EE1054}"/>
          </ac:spMkLst>
        </pc:spChg>
        <pc:spChg chg="mod">
          <ac:chgData name="Muriel BORDE" userId="c170603111e0d29b" providerId="LiveId" clId="{88A39F71-90C1-4121-B360-2DDA4F102DCB}" dt="2023-09-05T08:41:13.303" v="18629" actId="1038"/>
          <ac:spMkLst>
            <pc:docMk/>
            <pc:sldMk cId="2381294663" sldId="434"/>
            <ac:spMk id="10" creationId="{6E0A8A07-76E1-EF38-A468-3D4055284C01}"/>
          </ac:spMkLst>
        </pc:spChg>
        <pc:spChg chg="mod">
          <ac:chgData name="Muriel BORDE" userId="c170603111e0d29b" providerId="LiveId" clId="{88A39F71-90C1-4121-B360-2DDA4F102DCB}" dt="2023-09-05T08:41:13.303" v="18629" actId="1038"/>
          <ac:spMkLst>
            <pc:docMk/>
            <pc:sldMk cId="2381294663" sldId="434"/>
            <ac:spMk id="11" creationId="{E39498B0-CE51-9AE8-48B8-FD68A8B68995}"/>
          </ac:spMkLst>
        </pc:spChg>
        <pc:spChg chg="mod">
          <ac:chgData name="Muriel BORDE" userId="c170603111e0d29b" providerId="LiveId" clId="{88A39F71-90C1-4121-B360-2DDA4F102DCB}" dt="2023-09-27T15:30:23.734" v="21048" actId="208"/>
          <ac:spMkLst>
            <pc:docMk/>
            <pc:sldMk cId="2381294663" sldId="434"/>
            <ac:spMk id="12" creationId="{EE776E0A-DAFB-7352-17EE-805841CDD67D}"/>
          </ac:spMkLst>
        </pc:spChg>
        <pc:spChg chg="del">
          <ac:chgData name="Muriel BORDE" userId="c170603111e0d29b" providerId="LiveId" clId="{88A39F71-90C1-4121-B360-2DDA4F102DCB}" dt="2023-09-05T08:41:05.703" v="18615" actId="478"/>
          <ac:spMkLst>
            <pc:docMk/>
            <pc:sldMk cId="2381294663" sldId="434"/>
            <ac:spMk id="13" creationId="{14F0D373-CBA1-4855-894A-C93547DB9231}"/>
          </ac:spMkLst>
        </pc:spChg>
        <pc:spChg chg="mod">
          <ac:chgData name="Muriel BORDE" userId="c170603111e0d29b" providerId="LiveId" clId="{88A39F71-90C1-4121-B360-2DDA4F102DCB}" dt="2023-09-05T08:41:13.303" v="18629" actId="1038"/>
          <ac:spMkLst>
            <pc:docMk/>
            <pc:sldMk cId="2381294663" sldId="434"/>
            <ac:spMk id="14" creationId="{4440BFC5-F852-956D-D94F-417065DF718C}"/>
          </ac:spMkLst>
        </pc:spChg>
        <pc:spChg chg="mod">
          <ac:chgData name="Muriel BORDE" userId="c170603111e0d29b" providerId="LiveId" clId="{88A39F71-90C1-4121-B360-2DDA4F102DCB}" dt="2023-09-27T15:30:19.524" v="21047" actId="207"/>
          <ac:spMkLst>
            <pc:docMk/>
            <pc:sldMk cId="2381294663" sldId="434"/>
            <ac:spMk id="15" creationId="{85FAEC60-6027-2929-93B7-D3D753C6D90D}"/>
          </ac:spMkLst>
        </pc:spChg>
        <pc:spChg chg="add del mod">
          <ac:chgData name="Muriel BORDE" userId="c170603111e0d29b" providerId="LiveId" clId="{88A39F71-90C1-4121-B360-2DDA4F102DCB}" dt="2023-07-28T14:51:49.153" v="17901" actId="478"/>
          <ac:spMkLst>
            <pc:docMk/>
            <pc:sldMk cId="2381294663" sldId="434"/>
            <ac:spMk id="17" creationId="{6F9D134A-49FE-4CBD-2640-F673D294FA9C}"/>
          </ac:spMkLst>
        </pc:spChg>
        <pc:spChg chg="add mod">
          <ac:chgData name="Muriel BORDE" userId="c170603111e0d29b" providerId="LiveId" clId="{88A39F71-90C1-4121-B360-2DDA4F102DCB}" dt="2023-09-22T15:26:55.654" v="20336" actId="1035"/>
          <ac:spMkLst>
            <pc:docMk/>
            <pc:sldMk cId="2381294663" sldId="434"/>
            <ac:spMk id="18" creationId="{945BBAC0-D792-6EB2-D4C8-1883E88CD89F}"/>
          </ac:spMkLst>
        </pc:spChg>
        <pc:picChg chg="mod">
          <ac:chgData name="Muriel BORDE" userId="c170603111e0d29b" providerId="LiveId" clId="{88A39F71-90C1-4121-B360-2DDA4F102DCB}" dt="2023-09-05T08:41:13.303" v="18629" actId="1038"/>
          <ac:picMkLst>
            <pc:docMk/>
            <pc:sldMk cId="2381294663" sldId="434"/>
            <ac:picMk id="3" creationId="{625AC2D1-A9F2-AD35-F33F-C131667DBCC9}"/>
          </ac:picMkLst>
        </pc:picChg>
        <pc:picChg chg="mod">
          <ac:chgData name="Muriel BORDE" userId="c170603111e0d29b" providerId="LiveId" clId="{88A39F71-90C1-4121-B360-2DDA4F102DCB}" dt="2023-09-05T08:41:13.303" v="18629" actId="1038"/>
          <ac:picMkLst>
            <pc:docMk/>
            <pc:sldMk cId="2381294663" sldId="434"/>
            <ac:picMk id="2054" creationId="{1061E907-B650-BC8F-EB42-1B870C75C8B3}"/>
          </ac:picMkLst>
        </pc:picChg>
        <pc:picChg chg="mod">
          <ac:chgData name="Muriel BORDE" userId="c170603111e0d29b" providerId="LiveId" clId="{88A39F71-90C1-4121-B360-2DDA4F102DCB}" dt="2023-09-05T08:41:13.303" v="18629" actId="1038"/>
          <ac:picMkLst>
            <pc:docMk/>
            <pc:sldMk cId="2381294663" sldId="434"/>
            <ac:picMk id="2056" creationId="{8A47BFF9-E32C-9076-22FD-F91441A59410}"/>
          </ac:picMkLst>
        </pc:picChg>
        <pc:picChg chg="mod">
          <ac:chgData name="Muriel BORDE" userId="c170603111e0d29b" providerId="LiveId" clId="{88A39F71-90C1-4121-B360-2DDA4F102DCB}" dt="2023-09-05T08:41:13.303" v="18629" actId="1038"/>
          <ac:picMkLst>
            <pc:docMk/>
            <pc:sldMk cId="2381294663" sldId="434"/>
            <ac:picMk id="2060" creationId="{099BA785-86D6-F1A0-C052-632601E94028}"/>
          </ac:picMkLst>
        </pc:picChg>
        <pc:picChg chg="mod">
          <ac:chgData name="Muriel BORDE" userId="c170603111e0d29b" providerId="LiveId" clId="{88A39F71-90C1-4121-B360-2DDA4F102DCB}" dt="2023-09-05T08:41:13.303" v="18629" actId="1038"/>
          <ac:picMkLst>
            <pc:docMk/>
            <pc:sldMk cId="2381294663" sldId="434"/>
            <ac:picMk id="2066" creationId="{81E7DE00-820F-33EB-BACB-FDA82B3FFC95}"/>
          </ac:picMkLst>
        </pc:picChg>
        <pc:picChg chg="mod">
          <ac:chgData name="Muriel BORDE" userId="c170603111e0d29b" providerId="LiveId" clId="{88A39F71-90C1-4121-B360-2DDA4F102DCB}" dt="2023-09-05T08:41:13.303" v="18629" actId="1038"/>
          <ac:picMkLst>
            <pc:docMk/>
            <pc:sldMk cId="2381294663" sldId="434"/>
            <ac:picMk id="2068" creationId="{87BF142B-7266-70E6-5752-A0F8AE89BA24}"/>
          </ac:picMkLst>
        </pc:picChg>
      </pc:sldChg>
      <pc:sldChg chg="addSp delSp modSp add del mod ord">
        <pc:chgData name="Muriel BORDE" userId="c170603111e0d29b" providerId="LiveId" clId="{88A39F71-90C1-4121-B360-2DDA4F102DCB}" dt="2023-07-27T14:23:32.947" v="11690" actId="47"/>
        <pc:sldMkLst>
          <pc:docMk/>
          <pc:sldMk cId="2861836698" sldId="435"/>
        </pc:sldMkLst>
        <pc:spChg chg="mod">
          <ac:chgData name="Muriel BORDE" userId="c170603111e0d29b" providerId="LiveId" clId="{88A39F71-90C1-4121-B360-2DDA4F102DCB}" dt="2023-07-27T14:09:50.468" v="11231" actId="1076"/>
          <ac:spMkLst>
            <pc:docMk/>
            <pc:sldMk cId="2861836698" sldId="435"/>
            <ac:spMk id="4" creationId="{69126F33-58D9-6F4A-77C9-0985AE7786F3}"/>
          </ac:spMkLst>
        </pc:spChg>
        <pc:spChg chg="mod">
          <ac:chgData name="Muriel BORDE" userId="c170603111e0d29b" providerId="LiveId" clId="{88A39F71-90C1-4121-B360-2DDA4F102DCB}" dt="2023-07-27T14:09:59.308" v="11233" actId="1076"/>
          <ac:spMkLst>
            <pc:docMk/>
            <pc:sldMk cId="2861836698" sldId="435"/>
            <ac:spMk id="7" creationId="{C5EEB10F-180F-F671-A8D0-0D58F81699AA}"/>
          </ac:spMkLst>
        </pc:spChg>
        <pc:spChg chg="add mod">
          <ac:chgData name="Muriel BORDE" userId="c170603111e0d29b" providerId="LiveId" clId="{88A39F71-90C1-4121-B360-2DDA4F102DCB}" dt="2023-07-27T14:10:10.899" v="11235" actId="1076"/>
          <ac:spMkLst>
            <pc:docMk/>
            <pc:sldMk cId="2861836698" sldId="435"/>
            <ac:spMk id="8" creationId="{850A650E-0FEA-BCBD-B91D-7184D92C06ED}"/>
          </ac:spMkLst>
        </pc:spChg>
        <pc:spChg chg="mod">
          <ac:chgData name="Muriel BORDE" userId="c170603111e0d29b" providerId="LiveId" clId="{88A39F71-90C1-4121-B360-2DDA4F102DCB}" dt="2023-07-27T14:09:50.468" v="11231" actId="1076"/>
          <ac:spMkLst>
            <pc:docMk/>
            <pc:sldMk cId="2861836698" sldId="435"/>
            <ac:spMk id="9" creationId="{AC1A4C9A-1D27-427F-DCE1-5A1F02EE1054}"/>
          </ac:spMkLst>
        </pc:spChg>
        <pc:spChg chg="mod">
          <ac:chgData name="Muriel BORDE" userId="c170603111e0d29b" providerId="LiveId" clId="{88A39F71-90C1-4121-B360-2DDA4F102DCB}" dt="2023-07-27T14:09:50.468" v="11231" actId="1076"/>
          <ac:spMkLst>
            <pc:docMk/>
            <pc:sldMk cId="2861836698" sldId="435"/>
            <ac:spMk id="10" creationId="{6E0A8A07-76E1-EF38-A468-3D4055284C01}"/>
          </ac:spMkLst>
        </pc:spChg>
        <pc:spChg chg="mod">
          <ac:chgData name="Muriel BORDE" userId="c170603111e0d29b" providerId="LiveId" clId="{88A39F71-90C1-4121-B360-2DDA4F102DCB}" dt="2023-07-27T14:09:50.468" v="11231" actId="1076"/>
          <ac:spMkLst>
            <pc:docMk/>
            <pc:sldMk cId="2861836698" sldId="435"/>
            <ac:spMk id="11" creationId="{E39498B0-CE51-9AE8-48B8-FD68A8B68995}"/>
          </ac:spMkLst>
        </pc:spChg>
        <pc:spChg chg="del">
          <ac:chgData name="Muriel BORDE" userId="c170603111e0d29b" providerId="LiveId" clId="{88A39F71-90C1-4121-B360-2DDA4F102DCB}" dt="2023-07-27T14:09:09.206" v="11223" actId="478"/>
          <ac:spMkLst>
            <pc:docMk/>
            <pc:sldMk cId="2861836698" sldId="435"/>
            <ac:spMk id="12" creationId="{EE776E0A-DAFB-7352-17EE-805841CDD67D}"/>
          </ac:spMkLst>
        </pc:spChg>
        <pc:spChg chg="add del">
          <ac:chgData name="Muriel BORDE" userId="c170603111e0d29b" providerId="LiveId" clId="{88A39F71-90C1-4121-B360-2DDA4F102DCB}" dt="2023-07-27T14:09:46.201" v="11230" actId="478"/>
          <ac:spMkLst>
            <pc:docMk/>
            <pc:sldMk cId="2861836698" sldId="435"/>
            <ac:spMk id="13" creationId="{14F0D373-CBA1-4855-894A-C93547DB9231}"/>
          </ac:spMkLst>
        </pc:spChg>
        <pc:spChg chg="mod">
          <ac:chgData name="Muriel BORDE" userId="c170603111e0d29b" providerId="LiveId" clId="{88A39F71-90C1-4121-B360-2DDA4F102DCB}" dt="2023-07-27T14:10:48.902" v="11240" actId="14100"/>
          <ac:spMkLst>
            <pc:docMk/>
            <pc:sldMk cId="2861836698" sldId="435"/>
            <ac:spMk id="14" creationId="{4440BFC5-F852-956D-D94F-417065DF718C}"/>
          </ac:spMkLst>
        </pc:spChg>
        <pc:spChg chg="del mod">
          <ac:chgData name="Muriel BORDE" userId="c170603111e0d29b" providerId="LiveId" clId="{88A39F71-90C1-4121-B360-2DDA4F102DCB}" dt="2023-07-27T14:10:43.697" v="11238" actId="478"/>
          <ac:spMkLst>
            <pc:docMk/>
            <pc:sldMk cId="2861836698" sldId="435"/>
            <ac:spMk id="15" creationId="{85FAEC60-6027-2929-93B7-D3D753C6D90D}"/>
          </ac:spMkLst>
        </pc:spChg>
        <pc:spChg chg="add mod">
          <ac:chgData name="Muriel BORDE" userId="c170603111e0d29b" providerId="LiveId" clId="{88A39F71-90C1-4121-B360-2DDA4F102DCB}" dt="2023-07-27T14:10:50.558" v="11241" actId="1076"/>
          <ac:spMkLst>
            <pc:docMk/>
            <pc:sldMk cId="2861836698" sldId="435"/>
            <ac:spMk id="17" creationId="{51748E16-FA01-3044-7CB0-7F08CC7AC0D2}"/>
          </ac:spMkLst>
        </pc:spChg>
        <pc:spChg chg="add mod">
          <ac:chgData name="Muriel BORDE" userId="c170603111e0d29b" providerId="LiveId" clId="{88A39F71-90C1-4121-B360-2DDA4F102DCB}" dt="2023-07-27T14:15:33.914" v="11484" actId="1076"/>
          <ac:spMkLst>
            <pc:docMk/>
            <pc:sldMk cId="2861836698" sldId="435"/>
            <ac:spMk id="18" creationId="{67A38A7F-07EE-E6B9-72CE-DBE3A0D3608D}"/>
          </ac:spMkLst>
        </pc:spChg>
        <pc:picChg chg="mod">
          <ac:chgData name="Muriel BORDE" userId="c170603111e0d29b" providerId="LiveId" clId="{88A39F71-90C1-4121-B360-2DDA4F102DCB}" dt="2023-07-27T14:09:59.308" v="11233" actId="1076"/>
          <ac:picMkLst>
            <pc:docMk/>
            <pc:sldMk cId="2861836698" sldId="435"/>
            <ac:picMk id="3" creationId="{625AC2D1-A9F2-AD35-F33F-C131667DBCC9}"/>
          </ac:picMkLst>
        </pc:picChg>
        <pc:picChg chg="mod">
          <ac:chgData name="Muriel BORDE" userId="c170603111e0d29b" providerId="LiveId" clId="{88A39F71-90C1-4121-B360-2DDA4F102DCB}" dt="2023-07-27T14:09:55.933" v="11232" actId="1076"/>
          <ac:picMkLst>
            <pc:docMk/>
            <pc:sldMk cId="2861836698" sldId="435"/>
            <ac:picMk id="2054" creationId="{1061E907-B650-BC8F-EB42-1B870C75C8B3}"/>
          </ac:picMkLst>
        </pc:picChg>
        <pc:picChg chg="mod">
          <ac:chgData name="Muriel BORDE" userId="c170603111e0d29b" providerId="LiveId" clId="{88A39F71-90C1-4121-B360-2DDA4F102DCB}" dt="2023-07-27T14:09:50.468" v="11231" actId="1076"/>
          <ac:picMkLst>
            <pc:docMk/>
            <pc:sldMk cId="2861836698" sldId="435"/>
            <ac:picMk id="2056" creationId="{8A47BFF9-E32C-9076-22FD-F91441A59410}"/>
          </ac:picMkLst>
        </pc:picChg>
        <pc:picChg chg="mod">
          <ac:chgData name="Muriel BORDE" userId="c170603111e0d29b" providerId="LiveId" clId="{88A39F71-90C1-4121-B360-2DDA4F102DCB}" dt="2023-07-27T14:09:50.468" v="11231" actId="1076"/>
          <ac:picMkLst>
            <pc:docMk/>
            <pc:sldMk cId="2861836698" sldId="435"/>
            <ac:picMk id="2060" creationId="{099BA785-86D6-F1A0-C052-632601E94028}"/>
          </ac:picMkLst>
        </pc:picChg>
        <pc:picChg chg="mod">
          <ac:chgData name="Muriel BORDE" userId="c170603111e0d29b" providerId="LiveId" clId="{88A39F71-90C1-4121-B360-2DDA4F102DCB}" dt="2023-07-27T14:09:55.933" v="11232" actId="1076"/>
          <ac:picMkLst>
            <pc:docMk/>
            <pc:sldMk cId="2861836698" sldId="435"/>
            <ac:picMk id="2066" creationId="{81E7DE00-820F-33EB-BACB-FDA82B3FFC95}"/>
          </ac:picMkLst>
        </pc:picChg>
        <pc:picChg chg="mod">
          <ac:chgData name="Muriel BORDE" userId="c170603111e0d29b" providerId="LiveId" clId="{88A39F71-90C1-4121-B360-2DDA4F102DCB}" dt="2023-07-27T14:09:50.468" v="11231" actId="1076"/>
          <ac:picMkLst>
            <pc:docMk/>
            <pc:sldMk cId="2861836698" sldId="435"/>
            <ac:picMk id="2068" creationId="{87BF142B-7266-70E6-5752-A0F8AE89BA24}"/>
          </ac:picMkLst>
        </pc:picChg>
      </pc:sldChg>
      <pc:sldChg chg="add del">
        <pc:chgData name="Muriel BORDE" userId="c170603111e0d29b" providerId="LiveId" clId="{88A39F71-90C1-4121-B360-2DDA4F102DCB}" dt="2023-07-27T14:23:35.855" v="11691" actId="47"/>
        <pc:sldMkLst>
          <pc:docMk/>
          <pc:sldMk cId="1783978278" sldId="436"/>
        </pc:sldMkLst>
      </pc:sldChg>
      <pc:sldChg chg="addSp delSp modSp add mod modClrScheme chgLayout">
        <pc:chgData name="Muriel BORDE" userId="c170603111e0d29b" providerId="LiveId" clId="{88A39F71-90C1-4121-B360-2DDA4F102DCB}" dt="2023-09-27T15:17:37.911" v="20830" actId="478"/>
        <pc:sldMkLst>
          <pc:docMk/>
          <pc:sldMk cId="4114581776" sldId="437"/>
        </pc:sldMkLst>
        <pc:spChg chg="add del mod ord">
          <ac:chgData name="Muriel BORDE" userId="c170603111e0d29b" providerId="LiveId" clId="{88A39F71-90C1-4121-B360-2DDA4F102DCB}" dt="2023-09-27T15:17:34.796" v="20828" actId="478"/>
          <ac:spMkLst>
            <pc:docMk/>
            <pc:sldMk cId="4114581776" sldId="437"/>
            <ac:spMk id="2" creationId="{17A3826D-4EA7-9F51-ED94-2C45743ECEF4}"/>
          </ac:spMkLst>
        </pc:spChg>
        <pc:spChg chg="add del mod">
          <ac:chgData name="Muriel BORDE" userId="c170603111e0d29b" providerId="LiveId" clId="{88A39F71-90C1-4121-B360-2DDA4F102DCB}" dt="2023-09-22T15:26:46.696" v="20326" actId="478"/>
          <ac:spMkLst>
            <pc:docMk/>
            <pc:sldMk cId="4114581776" sldId="437"/>
            <ac:spMk id="2" creationId="{4BAA9141-E7A3-1861-F8BA-38145240A701}"/>
          </ac:spMkLst>
        </pc:spChg>
        <pc:spChg chg="add mod">
          <ac:chgData name="Muriel BORDE" userId="c170603111e0d29b" providerId="LiveId" clId="{88A39F71-90C1-4121-B360-2DDA4F102DCB}" dt="2023-09-22T15:26:49.090" v="20331" actId="1035"/>
          <ac:spMkLst>
            <pc:docMk/>
            <pc:sldMk cId="4114581776" sldId="437"/>
            <ac:spMk id="4" creationId="{CD462A6E-4AC7-CD74-8BA9-49A5E1169A48}"/>
          </ac:spMkLst>
        </pc:spChg>
        <pc:spChg chg="add del mod">
          <ac:chgData name="Muriel BORDE" userId="c170603111e0d29b" providerId="LiveId" clId="{88A39F71-90C1-4121-B360-2DDA4F102DCB}" dt="2023-09-05T13:18:46.145" v="18675" actId="478"/>
          <ac:spMkLst>
            <pc:docMk/>
            <pc:sldMk cId="4114581776" sldId="437"/>
            <ac:spMk id="4" creationId="{FCA78C5C-61E2-F3F6-BA04-AFED03C35A70}"/>
          </ac:spMkLst>
        </pc:spChg>
        <pc:spChg chg="del">
          <ac:chgData name="Muriel BORDE" userId="c170603111e0d29b" providerId="LiveId" clId="{88A39F71-90C1-4121-B360-2DDA4F102DCB}" dt="2023-07-28T14:52:09.337" v="17924" actId="478"/>
          <ac:spMkLst>
            <pc:docMk/>
            <pc:sldMk cId="4114581776" sldId="437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9-05T13:18:46.618" v="18676"/>
          <ac:spMkLst>
            <pc:docMk/>
            <pc:sldMk cId="4114581776" sldId="437"/>
            <ac:spMk id="7" creationId="{BBD10A4D-49A1-963D-F22F-38736C74E415}"/>
          </ac:spMkLst>
        </pc:spChg>
        <pc:spChg chg="mod">
          <ac:chgData name="Muriel BORDE" userId="c170603111e0d29b" providerId="LiveId" clId="{88A39F71-90C1-4121-B360-2DDA4F102DCB}" dt="2023-07-27T14:21:28.033" v="11660" actId="1076"/>
          <ac:spMkLst>
            <pc:docMk/>
            <pc:sldMk cId="4114581776" sldId="437"/>
            <ac:spMk id="20" creationId="{00000000-0000-0000-0000-000000000000}"/>
          </ac:spMkLst>
        </pc:spChg>
        <pc:spChg chg="mod">
          <ac:chgData name="Muriel BORDE" userId="c170603111e0d29b" providerId="LiveId" clId="{88A39F71-90C1-4121-B360-2DDA4F102DCB}" dt="2023-07-28T11:23:11.692" v="13524" actId="3064"/>
          <ac:spMkLst>
            <pc:docMk/>
            <pc:sldMk cId="4114581776" sldId="437"/>
            <ac:spMk id="24" creationId="{7199F3D1-85AC-77BA-C9C9-50BB415C14E7}"/>
          </ac:spMkLst>
        </pc:spChg>
        <pc:spChg chg="del">
          <ac:chgData name="Muriel BORDE" userId="c170603111e0d29b" providerId="LiveId" clId="{88A39F71-90C1-4121-B360-2DDA4F102DCB}" dt="2023-09-05T13:18:46.145" v="18675" actId="478"/>
          <ac:spMkLst>
            <pc:docMk/>
            <pc:sldMk cId="4114581776" sldId="437"/>
            <ac:spMk id="25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36.033" v="20829" actId="478"/>
          <ac:spMkLst>
            <pc:docMk/>
            <pc:sldMk cId="4114581776" sldId="437"/>
            <ac:spMk id="25" creationId="{BBF8C141-AB89-26B5-01AE-DA5AF6A4FF3E}"/>
          </ac:spMkLst>
        </pc:spChg>
        <pc:spChg chg="add del mod">
          <ac:chgData name="Muriel BORDE" userId="c170603111e0d29b" providerId="LiveId" clId="{88A39F71-90C1-4121-B360-2DDA4F102DCB}" dt="2023-07-27T14:22:25.055" v="11678" actId="478"/>
          <ac:spMkLst>
            <pc:docMk/>
            <pc:sldMk cId="4114581776" sldId="437"/>
            <ac:spMk id="26" creationId="{F7591A9F-8C94-8066-1EAA-561E2C425F9C}"/>
          </ac:spMkLst>
        </pc:spChg>
        <pc:spChg chg="add del mod">
          <ac:chgData name="Muriel BORDE" userId="c170603111e0d29b" providerId="LiveId" clId="{88A39F71-90C1-4121-B360-2DDA4F102DCB}" dt="2023-07-28T14:52:11.300" v="17926" actId="478"/>
          <ac:spMkLst>
            <pc:docMk/>
            <pc:sldMk cId="4114581776" sldId="437"/>
            <ac:spMk id="35" creationId="{04967301-6A6B-05F7-9708-CA486E56E7EC}"/>
          </ac:spMkLst>
        </pc:spChg>
        <pc:spChg chg="add mod">
          <ac:chgData name="Muriel BORDE" userId="c170603111e0d29b" providerId="LiveId" clId="{88A39F71-90C1-4121-B360-2DDA4F102DCB}" dt="2023-09-05T13:18:46.618" v="18676"/>
          <ac:spMkLst>
            <pc:docMk/>
            <pc:sldMk cId="4114581776" sldId="437"/>
            <ac:spMk id="35" creationId="{8AAF88BF-3BF4-D5A7-4F51-0C6C56B05466}"/>
          </ac:spMkLst>
        </pc:spChg>
        <pc:spChg chg="add del mod">
          <ac:chgData name="Muriel BORDE" userId="c170603111e0d29b" providerId="LiveId" clId="{88A39F71-90C1-4121-B360-2DDA4F102DCB}" dt="2023-07-27T14:22:21.949" v="11676" actId="478"/>
          <ac:spMkLst>
            <pc:docMk/>
            <pc:sldMk cId="4114581776" sldId="437"/>
            <ac:spMk id="35" creationId="{AE676B38-E3FC-94FF-4AA8-87A5A38CEC90}"/>
          </ac:spMkLst>
        </pc:spChg>
        <pc:spChg chg="add del mod">
          <ac:chgData name="Muriel BORDE" userId="c170603111e0d29b" providerId="LiveId" clId="{88A39F71-90C1-4121-B360-2DDA4F102DCB}" dt="2023-07-27T14:22:23.782" v="11677" actId="478"/>
          <ac:spMkLst>
            <pc:docMk/>
            <pc:sldMk cId="4114581776" sldId="437"/>
            <ac:spMk id="38" creationId="{0F9E79B5-A175-22C6-5593-61336C0789F0}"/>
          </ac:spMkLst>
        </pc:spChg>
        <pc:spChg chg="add del mod">
          <ac:chgData name="Muriel BORDE" userId="c170603111e0d29b" providerId="LiveId" clId="{88A39F71-90C1-4121-B360-2DDA4F102DCB}" dt="2023-09-22T15:26:47.915" v="20327" actId="478"/>
          <ac:spMkLst>
            <pc:docMk/>
            <pc:sldMk cId="4114581776" sldId="437"/>
            <ac:spMk id="38" creationId="{3692722F-4115-6FB4-5852-FB04F6DCD8B9}"/>
          </ac:spMkLst>
        </pc:spChg>
        <pc:spChg chg="add del mod ord">
          <ac:chgData name="Muriel BORDE" userId="c170603111e0d29b" providerId="LiveId" clId="{88A39F71-90C1-4121-B360-2DDA4F102DCB}" dt="2023-09-27T15:17:37.911" v="20830" actId="478"/>
          <ac:spMkLst>
            <pc:docMk/>
            <pc:sldMk cId="4114581776" sldId="437"/>
            <ac:spMk id="38" creationId="{603FDA2A-6287-2889-F224-DA9DDD1BA547}"/>
          </ac:spMkLst>
        </pc:spChg>
        <pc:spChg chg="add mod">
          <ac:chgData name="Muriel BORDE" userId="c170603111e0d29b" providerId="LiveId" clId="{88A39F71-90C1-4121-B360-2DDA4F102DCB}" dt="2023-07-27T14:22:05.040" v="11670" actId="1076"/>
          <ac:spMkLst>
            <pc:docMk/>
            <pc:sldMk cId="4114581776" sldId="437"/>
            <ac:spMk id="39" creationId="{360043DC-27AA-8A18-78D8-90959D727024}"/>
          </ac:spMkLst>
        </pc:spChg>
        <pc:picChg chg="add del mod">
          <ac:chgData name="Muriel BORDE" userId="c170603111e0d29b" providerId="LiveId" clId="{88A39F71-90C1-4121-B360-2DDA4F102DCB}" dt="2023-09-05T13:18:46.145" v="18675" actId="478"/>
          <ac:picMkLst>
            <pc:docMk/>
            <pc:sldMk cId="4114581776" sldId="437"/>
            <ac:picMk id="2" creationId="{E3B2C742-FE18-43F0-0923-124083ABB75A}"/>
          </ac:picMkLst>
        </pc:picChg>
        <pc:picChg chg="add mod">
          <ac:chgData name="Muriel BORDE" userId="c170603111e0d29b" providerId="LiveId" clId="{88A39F71-90C1-4121-B360-2DDA4F102DCB}" dt="2023-07-27T14:21:25.880" v="11659" actId="1076"/>
          <ac:picMkLst>
            <pc:docMk/>
            <pc:sldMk cId="4114581776" sldId="437"/>
            <ac:picMk id="6" creationId="{59FE8F12-C7AE-063D-3522-18F07BD5C22D}"/>
          </ac:picMkLst>
        </pc:picChg>
        <pc:picChg chg="add mod">
          <ac:chgData name="Muriel BORDE" userId="c170603111e0d29b" providerId="LiveId" clId="{88A39F71-90C1-4121-B360-2DDA4F102DCB}" dt="2023-07-27T14:21:29.994" v="11661" actId="1076"/>
          <ac:picMkLst>
            <pc:docMk/>
            <pc:sldMk cId="4114581776" sldId="437"/>
            <ac:picMk id="19" creationId="{2E967D2B-7A0D-0CFB-09BB-7063001CC8CB}"/>
          </ac:picMkLst>
        </pc:picChg>
        <pc:picChg chg="add mod">
          <ac:chgData name="Muriel BORDE" userId="c170603111e0d29b" providerId="LiveId" clId="{88A39F71-90C1-4121-B360-2DDA4F102DCB}" dt="2023-07-27T14:22:45.012" v="11684" actId="14100"/>
          <ac:picMkLst>
            <pc:docMk/>
            <pc:sldMk cId="4114581776" sldId="437"/>
            <ac:picMk id="23" creationId="{16767653-541A-3D7D-6FA7-EDB76CCC0BDA}"/>
          </ac:picMkLst>
        </pc:picChg>
        <pc:picChg chg="add mod">
          <ac:chgData name="Muriel BORDE" userId="c170603111e0d29b" providerId="LiveId" clId="{88A39F71-90C1-4121-B360-2DDA4F102DCB}" dt="2023-09-05T13:19:01.703" v="18678" actId="14100"/>
          <ac:picMkLst>
            <pc:docMk/>
            <pc:sldMk cId="4114581776" sldId="437"/>
            <ac:picMk id="26" creationId="{22DFD828-2B0D-F2E0-4A9C-D33ECE71367C}"/>
          </ac:picMkLst>
        </pc:picChg>
        <pc:picChg chg="add mod">
          <ac:chgData name="Muriel BORDE" userId="c170603111e0d29b" providerId="LiveId" clId="{88A39F71-90C1-4121-B360-2DDA4F102DCB}" dt="2023-07-27T14:22:41.557" v="11683" actId="14100"/>
          <ac:picMkLst>
            <pc:docMk/>
            <pc:sldMk cId="4114581776" sldId="437"/>
            <ac:picMk id="32" creationId="{2A3B6348-6B84-E5BC-A78B-28B802899D6A}"/>
          </ac:picMkLst>
        </pc:picChg>
        <pc:picChg chg="add mod">
          <ac:chgData name="Muriel BORDE" userId="c170603111e0d29b" providerId="LiveId" clId="{88A39F71-90C1-4121-B360-2DDA4F102DCB}" dt="2023-07-27T14:22:38.955" v="11682" actId="14100"/>
          <ac:picMkLst>
            <pc:docMk/>
            <pc:sldMk cId="4114581776" sldId="437"/>
            <ac:picMk id="36" creationId="{11E581E5-4789-7085-2DEB-A1E9CAC0D47D}"/>
          </ac:picMkLst>
        </pc:picChg>
        <pc:cxnChg chg="add mod">
          <ac:chgData name="Muriel BORDE" userId="c170603111e0d29b" providerId="LiveId" clId="{88A39F71-90C1-4121-B360-2DDA4F102DCB}" dt="2023-07-27T14:22:10.381" v="11673" actId="14100"/>
          <ac:cxnSpMkLst>
            <pc:docMk/>
            <pc:sldMk cId="4114581776" sldId="437"/>
            <ac:cxnSpMk id="40" creationId="{90253ABB-F590-20FE-195A-C014BBBD793E}"/>
          </ac:cxnSpMkLst>
        </pc:cxnChg>
      </pc:sldChg>
      <pc:sldChg chg="addSp delSp modSp add mod modClrScheme chgLayout">
        <pc:chgData name="Muriel BORDE" userId="c170603111e0d29b" providerId="LiveId" clId="{88A39F71-90C1-4121-B360-2DDA4F102DCB}" dt="2023-09-27T15:18:03.753" v="20840" actId="207"/>
        <pc:sldMkLst>
          <pc:docMk/>
          <pc:sldMk cId="2994453029" sldId="438"/>
        </pc:sldMkLst>
        <pc:spChg chg="add mod">
          <ac:chgData name="Muriel BORDE" userId="c170603111e0d29b" providerId="LiveId" clId="{88A39F71-90C1-4121-B360-2DDA4F102DCB}" dt="2023-07-28T12:53:39.113" v="16557"/>
          <ac:spMkLst>
            <pc:docMk/>
            <pc:sldMk cId="2994453029" sldId="438"/>
            <ac:spMk id="2" creationId="{9F087405-C54E-D8BA-D456-6ABEB510237D}"/>
          </ac:spMkLst>
        </pc:spChg>
        <pc:spChg chg="add mod">
          <ac:chgData name="Muriel BORDE" userId="c170603111e0d29b" providerId="LiveId" clId="{88A39F71-90C1-4121-B360-2DDA4F102DCB}" dt="2023-09-22T15:27:03.364" v="20340"/>
          <ac:spMkLst>
            <pc:docMk/>
            <pc:sldMk cId="2994453029" sldId="438"/>
            <ac:spMk id="3" creationId="{C600BE94-FA0E-0B9F-35DE-8D6B24513893}"/>
          </ac:spMkLst>
        </pc:spChg>
        <pc:spChg chg="add del mod">
          <ac:chgData name="Muriel BORDE" userId="c170603111e0d29b" providerId="LiveId" clId="{88A39F71-90C1-4121-B360-2DDA4F102DCB}" dt="2023-07-28T14:52:20.547" v="17934" actId="478"/>
          <ac:spMkLst>
            <pc:docMk/>
            <pc:sldMk cId="2994453029" sldId="438"/>
            <ac:spMk id="5" creationId="{084F4A1A-51FF-1140-27FA-F5AF601AA62D}"/>
          </ac:spMkLst>
        </pc:spChg>
        <pc:spChg chg="add del mod ord">
          <ac:chgData name="Muriel BORDE" userId="c170603111e0d29b" providerId="LiveId" clId="{88A39F71-90C1-4121-B360-2DDA4F102DCB}" dt="2023-09-27T15:17:58.537" v="20837" actId="478"/>
          <ac:spMkLst>
            <pc:docMk/>
            <pc:sldMk cId="2994453029" sldId="438"/>
            <ac:spMk id="5" creationId="{48A8A695-3F37-855F-7758-9FB84F8ED656}"/>
          </ac:spMkLst>
        </pc:spChg>
        <pc:spChg chg="mod">
          <ac:chgData name="Muriel BORDE" userId="c170603111e0d29b" providerId="LiveId" clId="{88A39F71-90C1-4121-B360-2DDA4F102DCB}" dt="2023-09-27T15:18:03.753" v="20840" actId="207"/>
          <ac:spMkLst>
            <pc:docMk/>
            <pc:sldMk cId="2994453029" sldId="438"/>
            <ac:spMk id="6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2:19.267" v="17932" actId="478"/>
          <ac:spMkLst>
            <pc:docMk/>
            <pc:sldMk cId="2994453029" sldId="438"/>
            <ac:spMk id="7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7:59.976" v="20838" actId="478"/>
          <ac:spMkLst>
            <pc:docMk/>
            <pc:sldMk cId="2994453029" sldId="438"/>
            <ac:spMk id="7" creationId="{BB21DDFF-44E3-E6A1-3632-7ADFA65D0B7F}"/>
          </ac:spMkLst>
        </pc:spChg>
        <pc:spChg chg="add del mod ord">
          <ac:chgData name="Muriel BORDE" userId="c170603111e0d29b" providerId="LiveId" clId="{88A39F71-90C1-4121-B360-2DDA4F102DCB}" dt="2023-09-27T15:18:01.654" v="20839" actId="478"/>
          <ac:spMkLst>
            <pc:docMk/>
            <pc:sldMk cId="2994453029" sldId="438"/>
            <ac:spMk id="8" creationId="{40DB66A2-7BB7-B1F6-6623-0A6C080D7ACB}"/>
          </ac:spMkLst>
        </pc:spChg>
        <pc:spChg chg="add del mod">
          <ac:chgData name="Muriel BORDE" userId="c170603111e0d29b" providerId="LiveId" clId="{88A39F71-90C1-4121-B360-2DDA4F102DCB}" dt="2023-09-22T15:27:03.086" v="20339" actId="478"/>
          <ac:spMkLst>
            <pc:docMk/>
            <pc:sldMk cId="2994453029" sldId="438"/>
            <ac:spMk id="8" creationId="{A66C7C65-BF6D-25CB-F3CE-0CC4845D340D}"/>
          </ac:spMkLst>
        </pc:spChg>
        <pc:spChg chg="add mod">
          <ac:chgData name="Muriel BORDE" userId="c170603111e0d29b" providerId="LiveId" clId="{88A39F71-90C1-4121-B360-2DDA4F102DCB}" dt="2023-07-27T14:35:51.153" v="11818" actId="1076"/>
          <ac:spMkLst>
            <pc:docMk/>
            <pc:sldMk cId="2994453029" sldId="438"/>
            <ac:spMk id="11" creationId="{48DF7E86-B87C-A1C9-8FBE-A0CB00A7CEAA}"/>
          </ac:spMkLst>
        </pc:spChg>
        <pc:graphicFrameChg chg="del">
          <ac:chgData name="Muriel BORDE" userId="c170603111e0d29b" providerId="LiveId" clId="{88A39F71-90C1-4121-B360-2DDA4F102DCB}" dt="2023-07-27T14:32:57.195" v="11701" actId="478"/>
          <ac:graphicFrameMkLst>
            <pc:docMk/>
            <pc:sldMk cId="2994453029" sldId="438"/>
            <ac:graphicFrameMk id="2" creationId="{00000000-0000-0000-0000-000000000000}"/>
          </ac:graphicFrameMkLst>
        </pc:graphicFrameChg>
        <pc:picChg chg="add mod">
          <ac:chgData name="Muriel BORDE" userId="c170603111e0d29b" providerId="LiveId" clId="{88A39F71-90C1-4121-B360-2DDA4F102DCB}" dt="2023-07-27T14:35:58.709" v="11844" actId="1035"/>
          <ac:picMkLst>
            <pc:docMk/>
            <pc:sldMk cId="2994453029" sldId="438"/>
            <ac:picMk id="4" creationId="{A1A6CBB5-584B-C2C6-950F-2BB9DD9AFC2A}"/>
          </ac:picMkLst>
        </pc:picChg>
        <pc:picChg chg="add del">
          <ac:chgData name="Muriel BORDE" userId="c170603111e0d29b" providerId="LiveId" clId="{88A39F71-90C1-4121-B360-2DDA4F102DCB}" dt="2023-07-27T14:35:24.138" v="11763" actId="478"/>
          <ac:picMkLst>
            <pc:docMk/>
            <pc:sldMk cId="2994453029" sldId="438"/>
            <ac:picMk id="8" creationId="{9475EC6A-B7B0-F8E0-B4AF-6D4C869CC491}"/>
          </ac:picMkLst>
        </pc:picChg>
        <pc:picChg chg="add mod">
          <ac:chgData name="Muriel BORDE" userId="c170603111e0d29b" providerId="LiveId" clId="{88A39F71-90C1-4121-B360-2DDA4F102DCB}" dt="2023-07-27T14:35:36.967" v="11807" actId="1036"/>
          <ac:picMkLst>
            <pc:docMk/>
            <pc:sldMk cId="2994453029" sldId="438"/>
            <ac:picMk id="10" creationId="{49D46FDC-9FD4-850D-6A6C-98D3F3F18AEB}"/>
          </ac:picMkLst>
        </pc:picChg>
        <pc:picChg chg="add del">
          <ac:chgData name="Muriel BORDE" userId="c170603111e0d29b" providerId="LiveId" clId="{88A39F71-90C1-4121-B360-2DDA4F102DCB}" dt="2023-07-27T14:33:48.678" v="11704" actId="478"/>
          <ac:picMkLst>
            <pc:docMk/>
            <pc:sldMk cId="2994453029" sldId="438"/>
            <ac:picMk id="25602" creationId="{47E38F6C-CF40-B533-C09E-9DFB142C3873}"/>
          </ac:picMkLst>
        </pc:picChg>
        <pc:picChg chg="add del mod">
          <ac:chgData name="Muriel BORDE" userId="c170603111e0d29b" providerId="LiveId" clId="{88A39F71-90C1-4121-B360-2DDA4F102DCB}" dt="2023-07-27T14:35:21.449" v="11762" actId="478"/>
          <ac:picMkLst>
            <pc:docMk/>
            <pc:sldMk cId="2994453029" sldId="438"/>
            <ac:picMk id="25604" creationId="{44E1318A-A62C-495B-6F4F-3C00EA390B66}"/>
          </ac:picMkLst>
        </pc:picChg>
      </pc:sldChg>
      <pc:sldChg chg="addSp delSp modSp add mod ord modClrScheme chgLayout">
        <pc:chgData name="Muriel BORDE" userId="c170603111e0d29b" providerId="LiveId" clId="{88A39F71-90C1-4121-B360-2DDA4F102DCB}" dt="2023-09-27T15:24:53.623" v="21005" actId="12385"/>
        <pc:sldMkLst>
          <pc:docMk/>
          <pc:sldMk cId="1898844940" sldId="439"/>
        </pc:sldMkLst>
        <pc:spChg chg="mod ord">
          <ac:chgData name="Muriel BORDE" userId="c170603111e0d29b" providerId="LiveId" clId="{88A39F71-90C1-4121-B360-2DDA4F102DCB}" dt="2023-09-27T15:23:18.975" v="20952" actId="700"/>
          <ac:spMkLst>
            <pc:docMk/>
            <pc:sldMk cId="1898844940" sldId="439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4:08.184" v="20996" actId="478"/>
          <ac:spMkLst>
            <pc:docMk/>
            <pc:sldMk cId="1898844940" sldId="439"/>
            <ac:spMk id="3" creationId="{EDA7760C-5784-B1D4-E4B1-CE766749B7E7}"/>
          </ac:spMkLst>
        </pc:spChg>
        <pc:spChg chg="add del mod ord">
          <ac:chgData name="Muriel BORDE" userId="c170603111e0d29b" providerId="LiveId" clId="{88A39F71-90C1-4121-B360-2DDA4F102DCB}" dt="2023-09-27T15:24:10.501" v="20997" actId="478"/>
          <ac:spMkLst>
            <pc:docMk/>
            <pc:sldMk cId="1898844940" sldId="439"/>
            <ac:spMk id="4" creationId="{9F788AD3-424C-9CA2-512D-F6216078A943}"/>
          </ac:spMkLst>
        </pc:spChg>
        <pc:spChg chg="add del mod">
          <ac:chgData name="Muriel BORDE" userId="c170603111e0d29b" providerId="LiveId" clId="{88A39F71-90C1-4121-B360-2DDA4F102DCB}" dt="2023-07-28T14:54:18.884" v="18067" actId="478"/>
          <ac:spMkLst>
            <pc:docMk/>
            <pc:sldMk cId="1898844940" sldId="439"/>
            <ac:spMk id="4" creationId="{B7D208F4-BDB2-F6CC-9BEF-806EA856249E}"/>
          </ac:spMkLst>
        </pc:spChg>
        <pc:spChg chg="add mod">
          <ac:chgData name="Muriel BORDE" userId="c170603111e0d29b" providerId="LiveId" clId="{88A39F71-90C1-4121-B360-2DDA4F102DCB}" dt="2023-07-28T14:54:25.211" v="18087" actId="20577"/>
          <ac:spMkLst>
            <pc:docMk/>
            <pc:sldMk cId="1898844940" sldId="439"/>
            <ac:spMk id="5" creationId="{A39DAD16-FBB3-0ACC-9CA4-CF6638F31FCC}"/>
          </ac:spMkLst>
        </pc:spChg>
        <pc:spChg chg="del">
          <ac:chgData name="Muriel BORDE" userId="c170603111e0d29b" providerId="LiveId" clId="{88A39F71-90C1-4121-B360-2DDA4F102DCB}" dt="2023-07-28T14:54:14.901" v="18065" actId="478"/>
          <ac:spMkLst>
            <pc:docMk/>
            <pc:sldMk cId="1898844940" sldId="439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4:12.506" v="20998" actId="478"/>
          <ac:spMkLst>
            <pc:docMk/>
            <pc:sldMk cId="1898844940" sldId="439"/>
            <ac:spMk id="6" creationId="{1A7D4819-5026-85DC-EC8A-9DED5A1FEAD7}"/>
          </ac:spMkLst>
        </pc:spChg>
        <pc:spChg chg="mod">
          <ac:chgData name="Muriel BORDE" userId="c170603111e0d29b" providerId="LiveId" clId="{88A39F71-90C1-4121-B360-2DDA4F102DCB}" dt="2023-09-27T15:24:14.184" v="20999" actId="207"/>
          <ac:spMkLst>
            <pc:docMk/>
            <pc:sldMk cId="1898844940" sldId="439"/>
            <ac:spMk id="7" creationId="{00000000-0000-0000-0000-000000000000}"/>
          </ac:spMkLst>
        </pc:spChg>
        <pc:graphicFrameChg chg="modGraphic">
          <ac:chgData name="Muriel BORDE" userId="c170603111e0d29b" providerId="LiveId" clId="{88A39F71-90C1-4121-B360-2DDA4F102DCB}" dt="2023-09-27T15:24:53.623" v="21005" actId="12385"/>
          <ac:graphicFrameMkLst>
            <pc:docMk/>
            <pc:sldMk cId="1898844940" sldId="439"/>
            <ac:graphicFrameMk id="12" creationId="{00000000-0000-0000-0000-000000000000}"/>
          </ac:graphicFrameMkLst>
        </pc:graphicFrameChg>
      </pc:sldChg>
      <pc:sldChg chg="addSp delSp modSp add mod ord modClrScheme chgLayout">
        <pc:chgData name="Muriel BORDE" userId="c170603111e0d29b" providerId="LiveId" clId="{88A39F71-90C1-4121-B360-2DDA4F102DCB}" dt="2023-09-27T15:18:36.450" v="20855" actId="478"/>
        <pc:sldMkLst>
          <pc:docMk/>
          <pc:sldMk cId="3094019554" sldId="440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3094019554" sldId="440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7T14:40:59.064" v="11954" actId="1038"/>
          <ac:spMkLst>
            <pc:docMk/>
            <pc:sldMk cId="3094019554" sldId="440"/>
            <ac:spMk id="3" creationId="{86EC97B3-EC90-349F-D394-4E60A9CD28C7}"/>
          </ac:spMkLst>
        </pc:spChg>
        <pc:spChg chg="add mod">
          <ac:chgData name="Muriel BORDE" userId="c170603111e0d29b" providerId="LiveId" clId="{88A39F71-90C1-4121-B360-2DDA4F102DCB}" dt="2023-07-27T14:40:59.064" v="11954" actId="1038"/>
          <ac:spMkLst>
            <pc:docMk/>
            <pc:sldMk cId="3094019554" sldId="440"/>
            <ac:spMk id="5" creationId="{6830BC36-E055-9C65-7209-F777432F36AA}"/>
          </ac:spMkLst>
        </pc:spChg>
        <pc:spChg chg="del">
          <ac:chgData name="Muriel BORDE" userId="c170603111e0d29b" providerId="LiveId" clId="{88A39F71-90C1-4121-B360-2DDA4F102DCB}" dt="2023-07-28T14:52:44.370" v="17973" actId="478"/>
          <ac:spMkLst>
            <pc:docMk/>
            <pc:sldMk cId="3094019554" sldId="440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8:35.650" v="20854" actId="478"/>
          <ac:spMkLst>
            <pc:docMk/>
            <pc:sldMk cId="3094019554" sldId="440"/>
            <ac:spMk id="6" creationId="{CFF22B6C-F09E-5A48-4E7E-B5BF1AB014DB}"/>
          </ac:spMkLst>
        </pc:spChg>
        <pc:spChg chg="mod">
          <ac:chgData name="Muriel BORDE" userId="c170603111e0d29b" providerId="LiveId" clId="{88A39F71-90C1-4121-B360-2DDA4F102DCB}" dt="2023-09-27T15:18:34.256" v="20853" actId="207"/>
          <ac:spMkLst>
            <pc:docMk/>
            <pc:sldMk cId="3094019554" sldId="440"/>
            <ac:spMk id="7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39:57.352" v="11882" actId="478"/>
          <ac:spMkLst>
            <pc:docMk/>
            <pc:sldMk cId="3094019554" sldId="440"/>
            <ac:spMk id="8" creationId="{16E0D0A1-E06A-A685-BC13-954DD8F74EDC}"/>
          </ac:spMkLst>
        </pc:spChg>
        <pc:spChg chg="add del mod">
          <ac:chgData name="Muriel BORDE" userId="c170603111e0d29b" providerId="LiveId" clId="{88A39F71-90C1-4121-B360-2DDA4F102DCB}" dt="2023-07-28T11:25:08.536" v="13526" actId="21"/>
          <ac:spMkLst>
            <pc:docMk/>
            <pc:sldMk cId="3094019554" sldId="440"/>
            <ac:spMk id="8" creationId="{579DA4CF-16EB-44A8-2F5D-B455B425DB01}"/>
          </ac:spMkLst>
        </pc:spChg>
        <pc:spChg chg="add del mod ord">
          <ac:chgData name="Muriel BORDE" userId="c170603111e0d29b" providerId="LiveId" clId="{88A39F71-90C1-4121-B360-2DDA4F102DCB}" dt="2023-09-27T15:18:36.450" v="20855" actId="478"/>
          <ac:spMkLst>
            <pc:docMk/>
            <pc:sldMk cId="3094019554" sldId="440"/>
            <ac:spMk id="8" creationId="{F770131F-A439-CB68-6543-8307BE7C1161}"/>
          </ac:spMkLst>
        </pc:spChg>
        <pc:spChg chg="add mod">
          <ac:chgData name="Muriel BORDE" userId="c170603111e0d29b" providerId="LiveId" clId="{88A39F71-90C1-4121-B360-2DDA4F102DCB}" dt="2023-07-27T14:40:59.064" v="11954" actId="1038"/>
          <ac:spMkLst>
            <pc:docMk/>
            <pc:sldMk cId="3094019554" sldId="440"/>
            <ac:spMk id="9" creationId="{CE08141B-BC90-E338-B731-BDCB995721D5}"/>
          </ac:spMkLst>
        </pc:spChg>
        <pc:spChg chg="add del mod">
          <ac:chgData name="Muriel BORDE" userId="c170603111e0d29b" providerId="LiveId" clId="{88A39F71-90C1-4121-B360-2DDA4F102DCB}" dt="2023-07-28T14:52:46.230" v="17975" actId="478"/>
          <ac:spMkLst>
            <pc:docMk/>
            <pc:sldMk cId="3094019554" sldId="440"/>
            <ac:spMk id="10" creationId="{05AAEA72-1DE0-A9F1-0433-7D0E7EC4E6AD}"/>
          </ac:spMkLst>
        </pc:spChg>
        <pc:spChg chg="del">
          <ac:chgData name="Muriel BORDE" userId="c170603111e0d29b" providerId="LiveId" clId="{88A39F71-90C1-4121-B360-2DDA4F102DCB}" dt="2023-07-27T14:39:56.228" v="11881" actId="478"/>
          <ac:spMkLst>
            <pc:docMk/>
            <pc:sldMk cId="3094019554" sldId="440"/>
            <ac:spMk id="10" creationId="{0D4AC9DF-E363-620C-1DE9-AB60183807DD}"/>
          </ac:spMkLst>
        </pc:spChg>
        <pc:spChg chg="add del mod ord">
          <ac:chgData name="Muriel BORDE" userId="c170603111e0d29b" providerId="LiveId" clId="{88A39F71-90C1-4121-B360-2DDA4F102DCB}" dt="2023-09-27T15:18:32.506" v="20852" actId="478"/>
          <ac:spMkLst>
            <pc:docMk/>
            <pc:sldMk cId="3094019554" sldId="440"/>
            <ac:spMk id="10" creationId="{86FA5C85-828E-9BC4-DC19-71F11EA2C089}"/>
          </ac:spMkLst>
        </pc:spChg>
        <pc:spChg chg="add mod">
          <ac:chgData name="Muriel BORDE" userId="c170603111e0d29b" providerId="LiveId" clId="{88A39F71-90C1-4121-B360-2DDA4F102DCB}" dt="2023-07-28T14:52:46.670" v="17976"/>
          <ac:spMkLst>
            <pc:docMk/>
            <pc:sldMk cId="3094019554" sldId="440"/>
            <ac:spMk id="11" creationId="{025B8E4A-0EFA-7500-D7ED-C647DBF79137}"/>
          </ac:spMkLst>
        </pc:spChg>
        <pc:picChg chg="mod">
          <ac:chgData name="Muriel BORDE" userId="c170603111e0d29b" providerId="LiveId" clId="{88A39F71-90C1-4121-B360-2DDA4F102DCB}" dt="2023-07-27T14:40:59.064" v="11954" actId="1038"/>
          <ac:picMkLst>
            <pc:docMk/>
            <pc:sldMk cId="3094019554" sldId="440"/>
            <ac:picMk id="4" creationId="{C98BB9E3-7454-1AB1-DA8E-5C2ECE749AC2}"/>
          </ac:picMkLst>
        </pc:picChg>
        <pc:picChg chg="mod">
          <ac:chgData name="Muriel BORDE" userId="c170603111e0d29b" providerId="LiveId" clId="{88A39F71-90C1-4121-B360-2DDA4F102DCB}" dt="2023-07-27T14:40:59.064" v="11954" actId="1038"/>
          <ac:picMkLst>
            <pc:docMk/>
            <pc:sldMk cId="3094019554" sldId="440"/>
            <ac:picMk id="31746" creationId="{2F6739AC-34FB-0D80-B209-F6A955C7BB12}"/>
          </ac:picMkLst>
        </pc:picChg>
        <pc:picChg chg="mod">
          <ac:chgData name="Muriel BORDE" userId="c170603111e0d29b" providerId="LiveId" clId="{88A39F71-90C1-4121-B360-2DDA4F102DCB}" dt="2023-07-27T14:41:04.204" v="11973" actId="1038"/>
          <ac:picMkLst>
            <pc:docMk/>
            <pc:sldMk cId="3094019554" sldId="440"/>
            <ac:picMk id="31750" creationId="{38C44047-B6B6-8F3E-776E-526112D68093}"/>
          </ac:picMkLst>
        </pc:picChg>
      </pc:sldChg>
      <pc:sldChg chg="addSp delSp modSp add mod modClrScheme chgLayout">
        <pc:chgData name="Muriel BORDE" userId="c170603111e0d29b" providerId="LiveId" clId="{88A39F71-90C1-4121-B360-2DDA4F102DCB}" dt="2023-09-27T15:30:34.892" v="21049" actId="207"/>
        <pc:sldMkLst>
          <pc:docMk/>
          <pc:sldMk cId="1761803462" sldId="441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1761803462" sldId="441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7T14:48:27.254" v="12268" actId="20577"/>
          <ac:spMkLst>
            <pc:docMk/>
            <pc:sldMk cId="1761803462" sldId="441"/>
            <ac:spMk id="3" creationId="{8602882D-723D-1A97-0E22-6A5017DD7293}"/>
          </ac:spMkLst>
        </pc:spChg>
        <pc:spChg chg="add del mod ord">
          <ac:chgData name="Muriel BORDE" userId="c170603111e0d29b" providerId="LiveId" clId="{88A39F71-90C1-4121-B360-2DDA4F102DCB}" dt="2023-09-27T15:19:03.553" v="20867" actId="478"/>
          <ac:spMkLst>
            <pc:docMk/>
            <pc:sldMk cId="1761803462" sldId="441"/>
            <ac:spMk id="4" creationId="{4A656494-F78E-4183-D5F6-9963A2F13213}"/>
          </ac:spMkLst>
        </pc:spChg>
        <pc:spChg chg="add del mod ord">
          <ac:chgData name="Muriel BORDE" userId="c170603111e0d29b" providerId="LiveId" clId="{88A39F71-90C1-4121-B360-2DDA4F102DCB}" dt="2023-09-27T15:19:04.632" v="20868" actId="478"/>
          <ac:spMkLst>
            <pc:docMk/>
            <pc:sldMk cId="1761803462" sldId="441"/>
            <ac:spMk id="5" creationId="{8A6E7520-7401-F16D-8164-1B262A916483}"/>
          </ac:spMkLst>
        </pc:spChg>
        <pc:spChg chg="add del mod">
          <ac:chgData name="Muriel BORDE" userId="c170603111e0d29b" providerId="LiveId" clId="{88A39F71-90C1-4121-B360-2DDA4F102DCB}" dt="2023-07-28T14:53:03.019" v="17988" actId="478"/>
          <ac:spMkLst>
            <pc:docMk/>
            <pc:sldMk cId="1761803462" sldId="441"/>
            <ac:spMk id="5" creationId="{AF1FB595-EEFC-43E6-5924-78460F188403}"/>
          </ac:spMkLst>
        </pc:spChg>
        <pc:spChg chg="del">
          <ac:chgData name="Muriel BORDE" userId="c170603111e0d29b" providerId="LiveId" clId="{88A39F71-90C1-4121-B360-2DDA4F102DCB}" dt="2023-07-28T14:53:00.884" v="17986" actId="478"/>
          <ac:spMkLst>
            <pc:docMk/>
            <pc:sldMk cId="1761803462" sldId="441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9:02.126" v="20866" actId="478"/>
          <ac:spMkLst>
            <pc:docMk/>
            <pc:sldMk cId="1761803462" sldId="441"/>
            <ac:spMk id="6" creationId="{FD31AEB8-B580-BAD2-6BD0-8991599D4E7B}"/>
          </ac:spMkLst>
        </pc:spChg>
        <pc:spChg chg="mod">
          <ac:chgData name="Muriel BORDE" userId="c170603111e0d29b" providerId="LiveId" clId="{88A39F71-90C1-4121-B360-2DDA4F102DCB}" dt="2023-09-27T15:30:34.892" v="21049" actId="207"/>
          <ac:spMkLst>
            <pc:docMk/>
            <pc:sldMk cId="1761803462" sldId="441"/>
            <ac:spMk id="7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43:30.237" v="12082" actId="478"/>
          <ac:spMkLst>
            <pc:docMk/>
            <pc:sldMk cId="1761803462" sldId="441"/>
            <ac:spMk id="8" creationId="{16E0D0A1-E06A-A685-BC13-954DD8F74EDC}"/>
          </ac:spMkLst>
        </pc:spChg>
        <pc:spChg chg="add mod">
          <ac:chgData name="Muriel BORDE" userId="c170603111e0d29b" providerId="LiveId" clId="{88A39F71-90C1-4121-B360-2DDA4F102DCB}" dt="2023-07-28T14:53:03.394" v="17989"/>
          <ac:spMkLst>
            <pc:docMk/>
            <pc:sldMk cId="1761803462" sldId="441"/>
            <ac:spMk id="8" creationId="{8CE553D0-EC24-BDBF-8158-AD5AFDBC8035}"/>
          </ac:spMkLst>
        </pc:spChg>
        <pc:spChg chg="del">
          <ac:chgData name="Muriel BORDE" userId="c170603111e0d29b" providerId="LiveId" clId="{88A39F71-90C1-4121-B360-2DDA4F102DCB}" dt="2023-07-27T14:43:30.237" v="12082" actId="478"/>
          <ac:spMkLst>
            <pc:docMk/>
            <pc:sldMk cId="1761803462" sldId="441"/>
            <ac:spMk id="10" creationId="{0D4AC9DF-E363-620C-1DE9-AB60183807DD}"/>
          </ac:spMkLst>
        </pc:spChg>
        <pc:picChg chg="del">
          <ac:chgData name="Muriel BORDE" userId="c170603111e0d29b" providerId="LiveId" clId="{88A39F71-90C1-4121-B360-2DDA4F102DCB}" dt="2023-07-27T14:43:30.237" v="12082" actId="478"/>
          <ac:picMkLst>
            <pc:docMk/>
            <pc:sldMk cId="1761803462" sldId="441"/>
            <ac:picMk id="4" creationId="{C98BB9E3-7454-1AB1-DA8E-5C2ECE749AC2}"/>
          </ac:picMkLst>
        </pc:picChg>
        <pc:picChg chg="add del">
          <ac:chgData name="Muriel BORDE" userId="c170603111e0d29b" providerId="LiveId" clId="{88A39F71-90C1-4121-B360-2DDA4F102DCB}" dt="2023-07-27T14:46:56.403" v="12215" actId="478"/>
          <ac:picMkLst>
            <pc:docMk/>
            <pc:sldMk cId="1761803462" sldId="441"/>
            <ac:picMk id="9" creationId="{CC7FD606-2D00-0C36-6A63-D11FB581A083}"/>
          </ac:picMkLst>
        </pc:picChg>
        <pc:picChg chg="add del mod">
          <ac:chgData name="Muriel BORDE" userId="c170603111e0d29b" providerId="LiveId" clId="{88A39F71-90C1-4121-B360-2DDA4F102DCB}" dt="2023-07-27T14:52:03.412" v="12432" actId="1076"/>
          <ac:picMkLst>
            <pc:docMk/>
            <pc:sldMk cId="1761803462" sldId="441"/>
            <ac:picMk id="12" creationId="{9B2E63DF-0777-EF31-E18D-13ED70AC1919}"/>
          </ac:picMkLst>
        </pc:picChg>
        <pc:picChg chg="add del mod">
          <ac:chgData name="Muriel BORDE" userId="c170603111e0d29b" providerId="LiveId" clId="{88A39F71-90C1-4121-B360-2DDA4F102DCB}" dt="2023-07-27T14:52:00.487" v="12431" actId="478"/>
          <ac:picMkLst>
            <pc:docMk/>
            <pc:sldMk cId="1761803462" sldId="441"/>
            <ac:picMk id="14" creationId="{1A14DD44-654A-AA8F-5BD4-4169DA0045FD}"/>
          </ac:picMkLst>
        </pc:picChg>
      </pc:sldChg>
      <pc:sldChg chg="addSp delSp modSp add del mod modClrScheme chgLayout">
        <pc:chgData name="Muriel BORDE" userId="c170603111e0d29b" providerId="LiveId" clId="{88A39F71-90C1-4121-B360-2DDA4F102DCB}" dt="2023-09-27T15:42:51.937" v="21250" actId="47"/>
        <pc:sldMkLst>
          <pc:docMk/>
          <pc:sldMk cId="2424559067" sldId="442"/>
        </pc:sldMkLst>
        <pc:spChg chg="add del mod ord">
          <ac:chgData name="Muriel BORDE" userId="c170603111e0d29b" providerId="LiveId" clId="{88A39F71-90C1-4121-B360-2DDA4F102DCB}" dt="2023-09-27T15:24:04.725" v="20995" actId="478"/>
          <ac:spMkLst>
            <pc:docMk/>
            <pc:sldMk cId="2424559067" sldId="442"/>
            <ac:spMk id="2" creationId="{FE308CEC-9B55-B17F-B013-42D0263B48CB}"/>
          </ac:spMkLst>
        </pc:spChg>
        <pc:spChg chg="add del mod ord">
          <ac:chgData name="Muriel BORDE" userId="c170603111e0d29b" providerId="LiveId" clId="{88A39F71-90C1-4121-B360-2DDA4F102DCB}" dt="2023-09-27T15:24:02.047" v="20993" actId="478"/>
          <ac:spMkLst>
            <pc:docMk/>
            <pc:sldMk cId="2424559067" sldId="442"/>
            <ac:spMk id="3" creationId="{412D791D-4B58-73B4-BBE9-86B3A4AF91A7}"/>
          </ac:spMkLst>
        </pc:spChg>
        <pc:spChg chg="mod ord">
          <ac:chgData name="Muriel BORDE" userId="c170603111e0d29b" providerId="LiveId" clId="{88A39F71-90C1-4121-B360-2DDA4F102DCB}" dt="2023-09-27T15:23:19.053" v="20954" actId="27636"/>
          <ac:spMkLst>
            <pc:docMk/>
            <pc:sldMk cId="2424559067" sldId="442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4:03.740" v="20994" actId="207"/>
          <ac:spMkLst>
            <pc:docMk/>
            <pc:sldMk cId="2424559067" sldId="442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23:18.975" v="20952" actId="700"/>
          <ac:spMkLst>
            <pc:docMk/>
            <pc:sldMk cId="2424559067" sldId="442"/>
            <ac:spMk id="8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9:25.605" v="20876" actId="478"/>
        <pc:sldMkLst>
          <pc:docMk/>
          <pc:sldMk cId="924615619" sldId="443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924615619" sldId="443"/>
            <ac:spMk id="2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2:25.547" v="12436" actId="478"/>
          <ac:spMkLst>
            <pc:docMk/>
            <pc:sldMk cId="924615619" sldId="443"/>
            <ac:spMk id="3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9:24.258" v="20875" actId="478"/>
          <ac:spMkLst>
            <pc:docMk/>
            <pc:sldMk cId="924615619" sldId="443"/>
            <ac:spMk id="3" creationId="{64AC1AF0-BCF7-5AC1-9F84-D246CE19C1B6}"/>
          </ac:spMkLst>
        </pc:spChg>
        <pc:spChg chg="add del mod">
          <ac:chgData name="Muriel BORDE" userId="c170603111e0d29b" providerId="LiveId" clId="{88A39F71-90C1-4121-B360-2DDA4F102DCB}" dt="2023-07-28T14:53:12.006" v="17996" actId="478"/>
          <ac:spMkLst>
            <pc:docMk/>
            <pc:sldMk cId="924615619" sldId="443"/>
            <ac:spMk id="4" creationId="{060441EA-4A56-EDCC-A8CA-FAE4D11C9606}"/>
          </ac:spMkLst>
        </pc:spChg>
        <pc:spChg chg="add del mod ord">
          <ac:chgData name="Muriel BORDE" userId="c170603111e0d29b" providerId="LiveId" clId="{88A39F71-90C1-4121-B360-2DDA4F102DCB}" dt="2023-09-27T15:19:25.605" v="20876" actId="478"/>
          <ac:spMkLst>
            <pc:docMk/>
            <pc:sldMk cId="924615619" sldId="443"/>
            <ac:spMk id="4" creationId="{DE6401AB-0C12-546B-100D-584475861D03}"/>
          </ac:spMkLst>
        </pc:spChg>
        <pc:spChg chg="del">
          <ac:chgData name="Muriel BORDE" userId="c170603111e0d29b" providerId="LiveId" clId="{88A39F71-90C1-4121-B360-2DDA4F102DCB}" dt="2023-07-27T14:52:27.070" v="12437" actId="478"/>
          <ac:spMkLst>
            <pc:docMk/>
            <pc:sldMk cId="924615619" sldId="443"/>
            <ac:spMk id="5" creationId="{00000000-0000-0000-0000-000000000000}"/>
          </ac:spMkLst>
        </pc:spChg>
        <pc:spChg chg="add mod">
          <ac:chgData name="Muriel BORDE" userId="c170603111e0d29b" providerId="LiveId" clId="{88A39F71-90C1-4121-B360-2DDA4F102DCB}" dt="2023-07-28T14:53:12.293" v="17997"/>
          <ac:spMkLst>
            <pc:docMk/>
            <pc:sldMk cId="924615619" sldId="443"/>
            <ac:spMk id="5" creationId="{ADB4A456-BDAE-C99E-C61B-919C173A6F78}"/>
          </ac:spMkLst>
        </pc:spChg>
        <pc:spChg chg="del">
          <ac:chgData name="Muriel BORDE" userId="c170603111e0d29b" providerId="LiveId" clId="{88A39F71-90C1-4121-B360-2DDA4F102DCB}" dt="2023-07-28T14:53:10.203" v="17994" actId="478"/>
          <ac:spMkLst>
            <pc:docMk/>
            <pc:sldMk cId="924615619" sldId="443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9:21.078" v="20873" actId="478"/>
          <ac:spMkLst>
            <pc:docMk/>
            <pc:sldMk cId="924615619" sldId="443"/>
            <ac:spMk id="6" creationId="{86D46813-3B46-C840-7E38-22D4FD178CC6}"/>
          </ac:spMkLst>
        </pc:spChg>
        <pc:spChg chg="mod">
          <ac:chgData name="Muriel BORDE" userId="c170603111e0d29b" providerId="LiveId" clId="{88A39F71-90C1-4121-B360-2DDA4F102DCB}" dt="2023-09-27T15:19:22.505" v="20874" actId="207"/>
          <ac:spMkLst>
            <pc:docMk/>
            <pc:sldMk cId="924615619" sldId="443"/>
            <ac:spMk id="7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7T14:52:28.677" v="12438" actId="478"/>
          <ac:spMkLst>
            <pc:docMk/>
            <pc:sldMk cId="924615619" sldId="443"/>
            <ac:spMk id="9" creationId="{4361A34A-79A0-508B-DED5-4E9C26F40BE5}"/>
          </ac:spMkLst>
        </pc:spChg>
        <pc:graphicFrameChg chg="del">
          <ac:chgData name="Muriel BORDE" userId="c170603111e0d29b" providerId="LiveId" clId="{88A39F71-90C1-4121-B360-2DDA4F102DCB}" dt="2023-07-27T14:52:25.547" v="12436" actId="478"/>
          <ac:graphicFrameMkLst>
            <pc:docMk/>
            <pc:sldMk cId="924615619" sldId="443"/>
            <ac:graphicFrameMk id="8" creationId="{00000000-0000-0000-0000-000000000000}"/>
          </ac:graphicFrameMkLst>
        </pc:graphicFrameChg>
        <pc:picChg chg="add mod">
          <ac:chgData name="Muriel BORDE" userId="c170603111e0d29b" providerId="LiveId" clId="{88A39F71-90C1-4121-B360-2DDA4F102DCB}" dt="2023-07-27T14:52:49.216" v="12442" actId="1076"/>
          <ac:picMkLst>
            <pc:docMk/>
            <pc:sldMk cId="924615619" sldId="443"/>
            <ac:picMk id="11" creationId="{63955A29-7C5B-5BCC-BE30-C17855965FD1}"/>
          </ac:picMkLst>
        </pc:picChg>
      </pc:sldChg>
      <pc:sldChg chg="delSp modSp add del mod">
        <pc:chgData name="Muriel BORDE" userId="c170603111e0d29b" providerId="LiveId" clId="{88A39F71-90C1-4121-B360-2DDA4F102DCB}" dt="2023-07-27T14:49:01.019" v="12291" actId="47"/>
        <pc:sldMkLst>
          <pc:docMk/>
          <pc:sldMk cId="4174552096" sldId="443"/>
        </pc:sldMkLst>
        <pc:spChg chg="del">
          <ac:chgData name="Muriel BORDE" userId="c170603111e0d29b" providerId="LiveId" clId="{88A39F71-90C1-4121-B360-2DDA4F102DCB}" dt="2023-07-27T14:48:51.481" v="12279" actId="478"/>
          <ac:spMkLst>
            <pc:docMk/>
            <pc:sldMk cId="4174552096" sldId="443"/>
            <ac:spMk id="3" creationId="{8602882D-723D-1A97-0E22-6A5017DD7293}"/>
          </ac:spMkLst>
        </pc:spChg>
        <pc:spChg chg="mod">
          <ac:chgData name="Muriel BORDE" userId="c170603111e0d29b" providerId="LiveId" clId="{88A39F71-90C1-4121-B360-2DDA4F102DCB}" dt="2023-07-27T14:48:48.428" v="12278" actId="20577"/>
          <ac:spMkLst>
            <pc:docMk/>
            <pc:sldMk cId="4174552096" sldId="443"/>
            <ac:spMk id="7" creationId="{00000000-0000-0000-0000-000000000000}"/>
          </ac:spMkLst>
        </pc:spChg>
        <pc:picChg chg="del">
          <ac:chgData name="Muriel BORDE" userId="c170603111e0d29b" providerId="LiveId" clId="{88A39F71-90C1-4121-B360-2DDA4F102DCB}" dt="2023-07-27T14:48:52.319" v="12280" actId="478"/>
          <ac:picMkLst>
            <pc:docMk/>
            <pc:sldMk cId="4174552096" sldId="443"/>
            <ac:picMk id="12" creationId="{9B2E63DF-0777-EF31-E18D-13ED70AC1919}"/>
          </ac:picMkLst>
        </pc:picChg>
      </pc:sldChg>
      <pc:sldChg chg="addSp delSp modSp add mod modClrScheme chgLayout">
        <pc:chgData name="Muriel BORDE" userId="c170603111e0d29b" providerId="LiveId" clId="{88A39F71-90C1-4121-B360-2DDA4F102DCB}" dt="2023-09-27T15:20:09.661" v="20895" actId="207"/>
        <pc:sldMkLst>
          <pc:docMk/>
          <pc:sldMk cId="0" sldId="444"/>
        </pc:sldMkLst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0" sldId="444"/>
            <ac:spMk id="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2:07:30.865" v="14982" actId="478"/>
          <ac:spMkLst>
            <pc:docMk/>
            <pc:sldMk cId="0" sldId="444"/>
            <ac:spMk id="3" creationId="{2ED4C829-7654-651C-BDE9-8B3239A6E653}"/>
          </ac:spMkLst>
        </pc:spChg>
        <pc:spChg chg="add del mod ord">
          <ac:chgData name="Muriel BORDE" userId="c170603111e0d29b" providerId="LiveId" clId="{88A39F71-90C1-4121-B360-2DDA4F102DCB}" dt="2023-09-27T15:20:03.190" v="20892" actId="478"/>
          <ac:spMkLst>
            <pc:docMk/>
            <pc:sldMk cId="0" sldId="444"/>
            <ac:spMk id="3" creationId="{9A785CF4-7F4E-B04E-0A79-0405A5F79E8B}"/>
          </ac:spMkLst>
        </pc:spChg>
        <pc:spChg chg="add del mod ord">
          <ac:chgData name="Muriel BORDE" userId="c170603111e0d29b" providerId="LiveId" clId="{88A39F71-90C1-4121-B360-2DDA4F102DCB}" dt="2023-09-27T15:20:04.333" v="20893" actId="478"/>
          <ac:spMkLst>
            <pc:docMk/>
            <pc:sldMk cId="0" sldId="444"/>
            <ac:spMk id="4" creationId="{2EE81F48-FB12-D533-6830-C29425DC42E6}"/>
          </ac:spMkLst>
        </pc:spChg>
        <pc:spChg chg="add del mod">
          <ac:chgData name="Muriel BORDE" userId="c170603111e0d29b" providerId="LiveId" clId="{88A39F71-90C1-4121-B360-2DDA4F102DCB}" dt="2023-07-28T14:53:30.980" v="18008" actId="478"/>
          <ac:spMkLst>
            <pc:docMk/>
            <pc:sldMk cId="0" sldId="444"/>
            <ac:spMk id="4" creationId="{71500046-60A8-7EA1-BED5-3C19BFA063D1}"/>
          </ac:spMkLst>
        </pc:spChg>
        <pc:spChg chg="add mod">
          <ac:chgData name="Muriel BORDE" userId="c170603111e0d29b" providerId="LiveId" clId="{88A39F71-90C1-4121-B360-2DDA4F102DCB}" dt="2023-07-28T14:53:45.934" v="18056" actId="27636"/>
          <ac:spMkLst>
            <pc:docMk/>
            <pc:sldMk cId="0" sldId="444"/>
            <ac:spMk id="5" creationId="{53374F5C-4248-26CA-741F-1D925266CB19}"/>
          </ac:spMkLst>
        </pc:spChg>
        <pc:spChg chg="add del mod ord">
          <ac:chgData name="Muriel BORDE" userId="c170603111e0d29b" providerId="LiveId" clId="{88A39F71-90C1-4121-B360-2DDA4F102DCB}" dt="2023-09-27T15:20:07.261" v="20894" actId="478"/>
          <ac:spMkLst>
            <pc:docMk/>
            <pc:sldMk cId="0" sldId="444"/>
            <ac:spMk id="6" creationId="{A7DBE9A5-BD1D-D3B3-CB6A-995BBBAAB9B8}"/>
          </ac:spMkLst>
        </pc:spChg>
        <pc:spChg chg="add mod">
          <ac:chgData name="Muriel BORDE" userId="c170603111e0d29b" providerId="LiveId" clId="{88A39F71-90C1-4121-B360-2DDA4F102DCB}" dt="2023-07-28T11:54:28.254" v="14652" actId="1076"/>
          <ac:spMkLst>
            <pc:docMk/>
            <pc:sldMk cId="0" sldId="444"/>
            <ac:spMk id="13" creationId="{45A76CA9-8901-528D-BED7-48123D8D9563}"/>
          </ac:spMkLst>
        </pc:spChg>
        <pc:spChg chg="add mod">
          <ac:chgData name="Muriel BORDE" userId="c170603111e0d29b" providerId="LiveId" clId="{88A39F71-90C1-4121-B360-2DDA4F102DCB}" dt="2023-07-28T11:54:36.071" v="14654" actId="1076"/>
          <ac:spMkLst>
            <pc:docMk/>
            <pc:sldMk cId="0" sldId="444"/>
            <ac:spMk id="15" creationId="{14F3526A-E25C-BD4A-DB3D-AFC51DE254BC}"/>
          </ac:spMkLst>
        </pc:spChg>
        <pc:spChg chg="add mod">
          <ac:chgData name="Muriel BORDE" userId="c170603111e0d29b" providerId="LiveId" clId="{88A39F71-90C1-4121-B360-2DDA4F102DCB}" dt="2023-07-28T11:54:44.362" v="14657" actId="167"/>
          <ac:spMkLst>
            <pc:docMk/>
            <pc:sldMk cId="0" sldId="444"/>
            <ac:spMk id="17" creationId="{AFD1BA8A-255B-12F9-1498-B83C890D87AB}"/>
          </ac:spMkLst>
        </pc:spChg>
        <pc:spChg chg="mod">
          <ac:chgData name="Muriel BORDE" userId="c170603111e0d29b" providerId="LiveId" clId="{88A39F71-90C1-4121-B360-2DDA4F102DCB}" dt="2023-07-28T11:47:59.863" v="14492" actId="1036"/>
          <ac:spMkLst>
            <pc:docMk/>
            <pc:sldMk cId="0" sldId="444"/>
            <ac:spMk id="18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1:57:45.684" v="14673" actId="478"/>
          <ac:spMkLst>
            <pc:docMk/>
            <pc:sldMk cId="0" sldId="444"/>
            <ac:spMk id="19" creationId="{D30BEC02-5FE3-A143-FA2A-9018EB44F6C5}"/>
          </ac:spMkLst>
        </pc:spChg>
        <pc:spChg chg="add del mod">
          <ac:chgData name="Muriel BORDE" userId="c170603111e0d29b" providerId="LiveId" clId="{88A39F71-90C1-4121-B360-2DDA4F102DCB}" dt="2023-07-28T11:57:47.735" v="14674" actId="478"/>
          <ac:spMkLst>
            <pc:docMk/>
            <pc:sldMk cId="0" sldId="444"/>
            <ac:spMk id="21" creationId="{42B11873-3A2D-C023-74A1-8F9F72BAE0C9}"/>
          </ac:spMkLst>
        </pc:spChg>
        <pc:spChg chg="add mod">
          <ac:chgData name="Muriel BORDE" userId="c170603111e0d29b" providerId="LiveId" clId="{88A39F71-90C1-4121-B360-2DDA4F102DCB}" dt="2023-07-28T11:58:36.737" v="14714" actId="207"/>
          <ac:spMkLst>
            <pc:docMk/>
            <pc:sldMk cId="0" sldId="444"/>
            <ac:spMk id="22" creationId="{58BFF756-74B7-29C5-4E6B-264077864F2C}"/>
          </ac:spMkLst>
        </pc:spChg>
        <pc:spChg chg="add mod">
          <ac:chgData name="Muriel BORDE" userId="c170603111e0d29b" providerId="LiveId" clId="{88A39F71-90C1-4121-B360-2DDA4F102DCB}" dt="2023-07-28T12:06:00.828" v="14921" actId="1036"/>
          <ac:spMkLst>
            <pc:docMk/>
            <pc:sldMk cId="0" sldId="444"/>
            <ac:spMk id="24" creationId="{EA3B412B-6633-532D-4877-EE142F3FC73D}"/>
          </ac:spMkLst>
        </pc:spChg>
        <pc:spChg chg="add del mod">
          <ac:chgData name="Muriel BORDE" userId="c170603111e0d29b" providerId="LiveId" clId="{88A39F71-90C1-4121-B360-2DDA4F102DCB}" dt="2023-07-28T12:54:07.802" v="16560" actId="478"/>
          <ac:spMkLst>
            <pc:docMk/>
            <pc:sldMk cId="0" sldId="444"/>
            <ac:spMk id="25" creationId="{013387A4-4B6E-A230-BDC4-314776B75D7F}"/>
          </ac:spMkLst>
        </pc:spChg>
        <pc:spChg chg="add mod">
          <ac:chgData name="Muriel BORDE" userId="c170603111e0d29b" providerId="LiveId" clId="{88A39F71-90C1-4121-B360-2DDA4F102DCB}" dt="2023-07-28T12:54:19.861" v="16566" actId="1076"/>
          <ac:spMkLst>
            <pc:docMk/>
            <pc:sldMk cId="0" sldId="444"/>
            <ac:spMk id="26" creationId="{BAFAF5C8-B049-312C-4780-94CEF9B79E40}"/>
          </ac:spMkLst>
        </pc:spChg>
        <pc:spChg chg="mod">
          <ac:chgData name="Muriel BORDE" userId="c170603111e0d29b" providerId="LiveId" clId="{88A39F71-90C1-4121-B360-2DDA4F102DCB}" dt="2023-07-28T11:46:18.564" v="14376" actId="20577"/>
          <ac:spMkLst>
            <pc:docMk/>
            <pc:sldMk cId="0" sldId="444"/>
            <ac:spMk id="32" creationId="{00000000-0000-0000-0000-000000000000}"/>
          </ac:spMkLst>
        </pc:spChg>
        <pc:spChg chg="mod">
          <ac:chgData name="Muriel BORDE" userId="c170603111e0d29b" providerId="LiveId" clId="{88A39F71-90C1-4121-B360-2DDA4F102DCB}" dt="2023-07-28T12:04:52.703" v="14875" actId="20577"/>
          <ac:spMkLst>
            <pc:docMk/>
            <pc:sldMk cId="0" sldId="444"/>
            <ac:spMk id="33" creationId="{00000000-0000-0000-0000-000000000000}"/>
          </ac:spMkLst>
        </pc:spChg>
        <pc:spChg chg="mod">
          <ac:chgData name="Muriel BORDE" userId="c170603111e0d29b" providerId="LiveId" clId="{88A39F71-90C1-4121-B360-2DDA4F102DCB}" dt="2023-07-28T12:05:26.733" v="14886" actId="6549"/>
          <ac:spMkLst>
            <pc:docMk/>
            <pc:sldMk cId="0" sldId="444"/>
            <ac:spMk id="34" creationId="{00000000-0000-0000-0000-000000000000}"/>
          </ac:spMkLst>
        </pc:spChg>
        <pc:spChg chg="mod">
          <ac:chgData name="Muriel BORDE" userId="c170603111e0d29b" providerId="LiveId" clId="{88A39F71-90C1-4121-B360-2DDA4F102DCB}" dt="2023-07-28T11:48:28.719" v="14510" actId="1035"/>
          <ac:spMkLst>
            <pc:docMk/>
            <pc:sldMk cId="0" sldId="444"/>
            <ac:spMk id="35" creationId="{00000000-0000-0000-0000-000000000000}"/>
          </ac:spMkLst>
        </pc:spChg>
        <pc:spChg chg="mod">
          <ac:chgData name="Muriel BORDE" userId="c170603111e0d29b" providerId="LiveId" clId="{88A39F71-90C1-4121-B360-2DDA4F102DCB}" dt="2023-07-28T11:48:28.719" v="14510" actId="1035"/>
          <ac:spMkLst>
            <pc:docMk/>
            <pc:sldMk cId="0" sldId="444"/>
            <ac:spMk id="36" creationId="{00000000-0000-0000-0000-000000000000}"/>
          </ac:spMkLst>
        </pc:spChg>
        <pc:spChg chg="mod ord">
          <ac:chgData name="Muriel BORDE" userId="c170603111e0d29b" providerId="LiveId" clId="{88A39F71-90C1-4121-B360-2DDA4F102DCB}" dt="2023-07-28T11:48:57.017" v="14530" actId="1036"/>
          <ac:spMkLst>
            <pc:docMk/>
            <pc:sldMk cId="0" sldId="444"/>
            <ac:spMk id="38" creationId="{00000000-0000-0000-0000-000000000000}"/>
          </ac:spMkLst>
        </pc:spChg>
        <pc:spChg chg="mod">
          <ac:chgData name="Muriel BORDE" userId="c170603111e0d29b" providerId="LiveId" clId="{88A39F71-90C1-4121-B360-2DDA4F102DCB}" dt="2023-07-28T11:49:05.423" v="14541" actId="1035"/>
          <ac:spMkLst>
            <pc:docMk/>
            <pc:sldMk cId="0" sldId="444"/>
            <ac:spMk id="40" creationId="{00000000-0000-0000-0000-000000000000}"/>
          </ac:spMkLst>
        </pc:spChg>
        <pc:spChg chg="mod">
          <ac:chgData name="Muriel BORDE" userId="c170603111e0d29b" providerId="LiveId" clId="{88A39F71-90C1-4121-B360-2DDA4F102DCB}" dt="2023-07-28T12:04:35.387" v="14862" actId="20577"/>
          <ac:spMkLst>
            <pc:docMk/>
            <pc:sldMk cId="0" sldId="444"/>
            <ac:spMk id="45" creationId="{00000000-0000-0000-0000-000000000000}"/>
          </ac:spMkLst>
        </pc:spChg>
        <pc:spChg chg="mod">
          <ac:chgData name="Muriel BORDE" userId="c170603111e0d29b" providerId="LiveId" clId="{88A39F71-90C1-4121-B360-2DDA4F102DCB}" dt="2023-07-28T12:07:59.414" v="15043" actId="20577"/>
          <ac:spMkLst>
            <pc:docMk/>
            <pc:sldMk cId="0" sldId="444"/>
            <ac:spMk id="46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3:27.542" v="18006" actId="478"/>
          <ac:spMkLst>
            <pc:docMk/>
            <pc:sldMk cId="0" sldId="444"/>
            <ac:spMk id="47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0:09.661" v="20895" actId="207"/>
          <ac:spMkLst>
            <pc:docMk/>
            <pc:sldMk cId="0" sldId="444"/>
            <ac:spMk id="48" creationId="{00000000-0000-0000-0000-000000000000}"/>
          </ac:spMkLst>
        </pc:spChg>
        <pc:picChg chg="add mod">
          <ac:chgData name="Muriel BORDE" userId="c170603111e0d29b" providerId="LiveId" clId="{88A39F71-90C1-4121-B360-2DDA4F102DCB}" dt="2023-07-28T11:54:44.362" v="14657" actId="167"/>
          <ac:picMkLst>
            <pc:docMk/>
            <pc:sldMk cId="0" sldId="444"/>
            <ac:picMk id="14" creationId="{0D25CE7B-4394-DF10-AA09-BE3D5CA0B58C}"/>
          </ac:picMkLst>
        </pc:picChg>
        <pc:picChg chg="add mod">
          <ac:chgData name="Muriel BORDE" userId="c170603111e0d29b" providerId="LiveId" clId="{88A39F71-90C1-4121-B360-2DDA4F102DCB}" dt="2023-07-28T11:54:44.362" v="14657" actId="167"/>
          <ac:picMkLst>
            <pc:docMk/>
            <pc:sldMk cId="0" sldId="444"/>
            <ac:picMk id="16" creationId="{F5FBFEF4-57E1-4AE5-9F85-D46E566868DF}"/>
          </ac:picMkLst>
        </pc:picChg>
        <pc:picChg chg="add del mod">
          <ac:chgData name="Muriel BORDE" userId="c170603111e0d29b" providerId="LiveId" clId="{88A39F71-90C1-4121-B360-2DDA4F102DCB}" dt="2023-07-28T11:58:26.909" v="14707" actId="478"/>
          <ac:picMkLst>
            <pc:docMk/>
            <pc:sldMk cId="0" sldId="444"/>
            <ac:picMk id="20" creationId="{08BC4929-CDD5-4C19-1EEA-2B28FB7CB1C6}"/>
          </ac:picMkLst>
        </pc:picChg>
        <pc:picChg chg="add mod">
          <ac:chgData name="Muriel BORDE" userId="c170603111e0d29b" providerId="LiveId" clId="{88A39F71-90C1-4121-B360-2DDA4F102DCB}" dt="2023-07-28T12:06:09.346" v="14935" actId="1035"/>
          <ac:picMkLst>
            <pc:docMk/>
            <pc:sldMk cId="0" sldId="444"/>
            <ac:picMk id="23" creationId="{549CEA53-55E4-82EC-769B-48B99FEEF802}"/>
          </ac:picMkLst>
        </pc:picChg>
        <pc:picChg chg="add del mod">
          <ac:chgData name="Muriel BORDE" userId="c170603111e0d29b" providerId="LiveId" clId="{88A39F71-90C1-4121-B360-2DDA4F102DCB}" dt="2023-07-28T11:52:35.030" v="14632" actId="478"/>
          <ac:picMkLst>
            <pc:docMk/>
            <pc:sldMk cId="0" sldId="444"/>
            <ac:picMk id="2050" creationId="{D156386B-8F08-6FFF-38D9-F3E160D3AE6B}"/>
          </ac:picMkLst>
        </pc:picChg>
        <pc:picChg chg="add mod">
          <ac:chgData name="Muriel BORDE" userId="c170603111e0d29b" providerId="LiveId" clId="{88A39F71-90C1-4121-B360-2DDA4F102DCB}" dt="2023-07-28T11:54:10.201" v="14646" actId="1038"/>
          <ac:picMkLst>
            <pc:docMk/>
            <pc:sldMk cId="0" sldId="444"/>
            <ac:picMk id="2052" creationId="{30AD7E24-0452-96F0-E796-5A3CAB718305}"/>
          </ac:picMkLst>
        </pc:picChg>
        <pc:picChg chg="add mod">
          <ac:chgData name="Muriel BORDE" userId="c170603111e0d29b" providerId="LiveId" clId="{88A39F71-90C1-4121-B360-2DDA4F102DCB}" dt="2023-07-28T12:06:09.346" v="14935" actId="1035"/>
          <ac:picMkLst>
            <pc:docMk/>
            <pc:sldMk cId="0" sldId="444"/>
            <ac:picMk id="2054" creationId="{DB3DC7B2-4060-1FB1-3ADD-337D722F14EA}"/>
          </ac:picMkLst>
        </pc:picChg>
        <pc:picChg chg="add mod">
          <ac:chgData name="Muriel BORDE" userId="c170603111e0d29b" providerId="LiveId" clId="{88A39F71-90C1-4121-B360-2DDA4F102DCB}" dt="2023-07-28T12:05:32.729" v="14887" actId="1076"/>
          <ac:picMkLst>
            <pc:docMk/>
            <pc:sldMk cId="0" sldId="444"/>
            <ac:picMk id="2056" creationId="{27568FA2-679B-CCDF-A161-CCE2E91D750B}"/>
          </ac:picMkLst>
        </pc:picChg>
        <pc:cxnChg chg="mod">
          <ac:chgData name="Muriel BORDE" userId="c170603111e0d29b" providerId="LiveId" clId="{88A39F71-90C1-4121-B360-2DDA4F102DCB}" dt="2023-07-28T11:48:48.860" v="14521" actId="1035"/>
          <ac:cxnSpMkLst>
            <pc:docMk/>
            <pc:sldMk cId="0" sldId="444"/>
            <ac:cxnSpMk id="37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8T11:48:59.369" v="14531" actId="14100"/>
          <ac:cxnSpMkLst>
            <pc:docMk/>
            <pc:sldMk cId="0" sldId="444"/>
            <ac:cxnSpMk id="39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8T11:48:11.388" v="14495" actId="14100"/>
          <ac:cxnSpMkLst>
            <pc:docMk/>
            <pc:sldMk cId="0" sldId="444"/>
            <ac:cxnSpMk id="41" creationId="{00000000-0000-0000-0000-000000000000}"/>
          </ac:cxnSpMkLst>
        </pc:cxnChg>
        <pc:cxnChg chg="mod">
          <ac:chgData name="Muriel BORDE" userId="c170603111e0d29b" providerId="LiveId" clId="{88A39F71-90C1-4121-B360-2DDA4F102DCB}" dt="2023-07-28T11:48:13.982" v="14496" actId="14100"/>
          <ac:cxnSpMkLst>
            <pc:docMk/>
            <pc:sldMk cId="0" sldId="444"/>
            <ac:cxnSpMk id="42" creationId="{00000000-0000-0000-0000-000000000000}"/>
          </ac:cxnSpMkLst>
        </pc:cxnChg>
      </pc:sldChg>
      <pc:sldChg chg="addSp modSp add del mod">
        <pc:chgData name="Muriel BORDE" userId="c170603111e0d29b" providerId="LiveId" clId="{88A39F71-90C1-4121-B360-2DDA4F102DCB}" dt="2023-07-28T12:06:19.432" v="14936" actId="47"/>
        <pc:sldMkLst>
          <pc:docMk/>
          <pc:sldMk cId="0" sldId="445"/>
        </pc:sldMkLst>
        <pc:spChg chg="add mod">
          <ac:chgData name="Muriel BORDE" userId="c170603111e0d29b" providerId="LiveId" clId="{88A39F71-90C1-4121-B360-2DDA4F102DCB}" dt="2023-07-28T12:01:38.021" v="14834" actId="14100"/>
          <ac:spMkLst>
            <pc:docMk/>
            <pc:sldMk cId="0" sldId="445"/>
            <ac:spMk id="3" creationId="{D67161E9-C3B8-4622-5FA6-5DA2D8FE566A}"/>
          </ac:spMkLst>
        </pc:spChg>
        <pc:spChg chg="mod">
          <ac:chgData name="Muriel BORDE" userId="c170603111e0d29b" providerId="LiveId" clId="{88A39F71-90C1-4121-B360-2DDA4F102DCB}" dt="2023-07-28T12:05:39.280" v="14888" actId="6549"/>
          <ac:spMkLst>
            <pc:docMk/>
            <pc:sldMk cId="0" sldId="445"/>
            <ac:spMk id="81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22:01.425" v="20931" actId="1076"/>
        <pc:sldMkLst>
          <pc:docMk/>
          <pc:sldMk cId="0" sldId="446"/>
        </pc:sldMkLst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0" sldId="446"/>
            <ac:spMk id="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2:08:35.744" v="15044" actId="478"/>
          <ac:spMkLst>
            <pc:docMk/>
            <pc:sldMk cId="0" sldId="446"/>
            <ac:spMk id="3" creationId="{E4E5AB87-2112-985B-46D8-50647165EF9F}"/>
          </ac:spMkLst>
        </pc:spChg>
        <pc:spChg chg="add del mod ord">
          <ac:chgData name="Muriel BORDE" userId="c170603111e0d29b" providerId="LiveId" clId="{88A39F71-90C1-4121-B360-2DDA4F102DCB}" dt="2023-09-27T15:21:15.534" v="20917" actId="478"/>
          <ac:spMkLst>
            <pc:docMk/>
            <pc:sldMk cId="0" sldId="446"/>
            <ac:spMk id="3" creationId="{F5E55998-14D0-E09C-2FB0-4212FF4A91C7}"/>
          </ac:spMkLst>
        </pc:spChg>
        <pc:spChg chg="add del mod ord">
          <ac:chgData name="Muriel BORDE" userId="c170603111e0d29b" providerId="LiveId" clId="{88A39F71-90C1-4121-B360-2DDA4F102DCB}" dt="2023-09-27T15:21:16.806" v="20918" actId="478"/>
          <ac:spMkLst>
            <pc:docMk/>
            <pc:sldMk cId="0" sldId="446"/>
            <ac:spMk id="4" creationId="{3A1AFF50-BD6D-C525-A0F5-90E947B6B29B}"/>
          </ac:spMkLst>
        </pc:spChg>
        <pc:spChg chg="add del mod">
          <ac:chgData name="Muriel BORDE" userId="c170603111e0d29b" providerId="LiveId" clId="{88A39F71-90C1-4121-B360-2DDA4F102DCB}" dt="2023-07-28T14:53:55.672" v="18063" actId="478"/>
          <ac:spMkLst>
            <pc:docMk/>
            <pc:sldMk cId="0" sldId="446"/>
            <ac:spMk id="4" creationId="{69B68CD1-AAEE-9DFF-BEAE-27C6FE46B4DA}"/>
          </ac:spMkLst>
        </pc:spChg>
        <pc:spChg chg="add mod">
          <ac:chgData name="Muriel BORDE" userId="c170603111e0d29b" providerId="LiveId" clId="{88A39F71-90C1-4121-B360-2DDA4F102DCB}" dt="2023-07-28T14:53:56.436" v="18064"/>
          <ac:spMkLst>
            <pc:docMk/>
            <pc:sldMk cId="0" sldId="446"/>
            <ac:spMk id="5" creationId="{18B38604-0019-9378-6392-119F76328A0F}"/>
          </ac:spMkLst>
        </pc:spChg>
        <pc:spChg chg="add del mod">
          <ac:chgData name="Muriel BORDE" userId="c170603111e0d29b" providerId="LiveId" clId="{88A39F71-90C1-4121-B360-2DDA4F102DCB}" dt="2023-09-27T15:21:22.813" v="20920" actId="478"/>
          <ac:spMkLst>
            <pc:docMk/>
            <pc:sldMk cId="0" sldId="446"/>
            <ac:spMk id="7" creationId="{0AF9EF7C-D6C1-5415-4B00-1CE324984FB2}"/>
          </ac:spMkLst>
        </pc:spChg>
        <pc:spChg chg="add del mod ord">
          <ac:chgData name="Muriel BORDE" userId="c170603111e0d29b" providerId="LiveId" clId="{88A39F71-90C1-4121-B360-2DDA4F102DCB}" dt="2023-09-27T15:21:58.257" v="20930" actId="14100"/>
          <ac:spMkLst>
            <pc:docMk/>
            <pc:sldMk cId="0" sldId="446"/>
            <ac:spMk id="9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2:01.425" v="20931" actId="1076"/>
          <ac:spMkLst>
            <pc:docMk/>
            <pc:sldMk cId="0" sldId="446"/>
            <ac:spMk id="10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3:53.740" v="18061" actId="478"/>
          <ac:spMkLst>
            <pc:docMk/>
            <pc:sldMk cId="0" sldId="446"/>
            <ac:spMk id="47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1:30.028" v="20923" actId="207"/>
          <ac:spMkLst>
            <pc:docMk/>
            <pc:sldMk cId="0" sldId="446"/>
            <ac:spMk id="48" creationId="{00000000-0000-0000-0000-000000000000}"/>
          </ac:spMkLst>
        </pc:spChg>
      </pc:sldChg>
      <pc:sldChg chg="addSp modSp add del mod ord">
        <pc:chgData name="Muriel BORDE" userId="c170603111e0d29b" providerId="LiveId" clId="{88A39F71-90C1-4121-B360-2DDA4F102DCB}" dt="2023-07-28T12:01:26.529" v="14832" actId="47"/>
        <pc:sldMkLst>
          <pc:docMk/>
          <pc:sldMk cId="0" sldId="447"/>
        </pc:sldMkLst>
        <pc:spChg chg="add mod">
          <ac:chgData name="Muriel BORDE" userId="c170603111e0d29b" providerId="LiveId" clId="{88A39F71-90C1-4121-B360-2DDA4F102DCB}" dt="2023-07-28T11:55:01.797" v="14660" actId="1076"/>
          <ac:spMkLst>
            <pc:docMk/>
            <pc:sldMk cId="0" sldId="447"/>
            <ac:spMk id="3" creationId="{502CED84-0183-ABBA-DD68-E16140CEA21F}"/>
          </ac:spMkLst>
        </pc:spChg>
        <pc:spChg chg="mod">
          <ac:chgData name="Muriel BORDE" userId="c170603111e0d29b" providerId="LiveId" clId="{88A39F71-90C1-4121-B360-2DDA4F102DCB}" dt="2023-07-28T12:01:00.211" v="14820" actId="6549"/>
          <ac:spMkLst>
            <pc:docMk/>
            <pc:sldMk cId="0" sldId="447"/>
            <ac:spMk id="80" creationId="{00000000-0000-0000-0000-000000000000}"/>
          </ac:spMkLst>
        </pc:spChg>
      </pc:sldChg>
      <pc:sldChg chg="addSp delSp modSp add mod ord modClrScheme chgLayout">
        <pc:chgData name="Muriel BORDE" userId="c170603111e0d29b" providerId="LiveId" clId="{88A39F71-90C1-4121-B360-2DDA4F102DCB}" dt="2023-09-27T15:22:06.852" v="20932" actId="255"/>
        <pc:sldMkLst>
          <pc:docMk/>
          <pc:sldMk cId="0" sldId="448"/>
        </pc:sldMkLst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0" sldId="448"/>
            <ac:spMk id="2" creationId="{00000000-0000-0000-0000-000000000000}"/>
          </ac:spMkLst>
        </pc:spChg>
        <pc:spChg chg="add del mod">
          <ac:chgData name="Muriel BORDE" userId="c170603111e0d29b" providerId="LiveId" clId="{88A39F71-90C1-4121-B360-2DDA4F102DCB}" dt="2023-07-28T12:07:27.402" v="14981" actId="478"/>
          <ac:spMkLst>
            <pc:docMk/>
            <pc:sldMk cId="0" sldId="448"/>
            <ac:spMk id="3" creationId="{CE86B0B8-1B7A-71DA-9003-10F1457F2BD0}"/>
          </ac:spMkLst>
        </pc:spChg>
        <pc:spChg chg="add del mod ord">
          <ac:chgData name="Muriel BORDE" userId="c170603111e0d29b" providerId="LiveId" clId="{88A39F71-90C1-4121-B360-2DDA4F102DCB}" dt="2023-09-27T15:20:24.796" v="20914" actId="478"/>
          <ac:spMkLst>
            <pc:docMk/>
            <pc:sldMk cId="0" sldId="448"/>
            <ac:spMk id="3" creationId="{FA178620-AE25-497B-23A0-3A9183CEC443}"/>
          </ac:spMkLst>
        </pc:spChg>
        <pc:spChg chg="add del mod">
          <ac:chgData name="Muriel BORDE" userId="c170603111e0d29b" providerId="LiveId" clId="{88A39F71-90C1-4121-B360-2DDA4F102DCB}" dt="2023-07-28T14:53:50.303" v="18059" actId="478"/>
          <ac:spMkLst>
            <pc:docMk/>
            <pc:sldMk cId="0" sldId="448"/>
            <ac:spMk id="4" creationId="{6F79830E-F199-1FDD-8054-E9C9ECC7B609}"/>
          </ac:spMkLst>
        </pc:spChg>
        <pc:spChg chg="add del mod ord">
          <ac:chgData name="Muriel BORDE" userId="c170603111e0d29b" providerId="LiveId" clId="{88A39F71-90C1-4121-B360-2DDA4F102DCB}" dt="2023-09-27T15:20:25.501" v="20915" actId="478"/>
          <ac:spMkLst>
            <pc:docMk/>
            <pc:sldMk cId="0" sldId="448"/>
            <ac:spMk id="4" creationId="{79ADB766-985E-6D58-B650-72509985E5ED}"/>
          </ac:spMkLst>
        </pc:spChg>
        <pc:spChg chg="add del mod">
          <ac:chgData name="Muriel BORDE" userId="c170603111e0d29b" providerId="LiveId" clId="{88A39F71-90C1-4121-B360-2DDA4F102DCB}" dt="2023-09-27T15:20:24.043" v="20913" actId="478"/>
          <ac:spMkLst>
            <pc:docMk/>
            <pc:sldMk cId="0" sldId="448"/>
            <ac:spMk id="5" creationId="{63210AE4-7394-D834-B5A4-7B5841F798B7}"/>
          </ac:spMkLst>
        </pc:spChg>
        <pc:spChg chg="mod ord">
          <ac:chgData name="Muriel BORDE" userId="c170603111e0d29b" providerId="LiveId" clId="{88A39F71-90C1-4121-B360-2DDA4F102DCB}" dt="2023-09-27T15:22:06.852" v="20932" actId="255"/>
          <ac:spMkLst>
            <pc:docMk/>
            <pc:sldMk cId="0" sldId="448"/>
            <ac:spMk id="10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0:21.039" v="20911" actId="207"/>
          <ac:spMkLst>
            <pc:docMk/>
            <pc:sldMk cId="0" sldId="448"/>
            <ac:spMk id="11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3:49.102" v="18057" actId="478"/>
          <ac:spMkLst>
            <pc:docMk/>
            <pc:sldMk cId="0" sldId="448"/>
            <ac:spMk id="47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20:28.319" v="20916" actId="207"/>
          <ac:spMkLst>
            <pc:docMk/>
            <pc:sldMk cId="0" sldId="448"/>
            <ac:spMk id="48" creationId="{00000000-0000-0000-0000-000000000000}"/>
          </ac:spMkLst>
        </pc:spChg>
      </pc:sldChg>
      <pc:sldChg chg="addSp delSp modSp add mod ord">
        <pc:chgData name="Muriel BORDE" userId="c170603111e0d29b" providerId="LiveId" clId="{88A39F71-90C1-4121-B360-2DDA4F102DCB}" dt="2023-12-11T09:32:56.030" v="21528"/>
        <pc:sldMkLst>
          <pc:docMk/>
          <pc:sldMk cId="2278907323" sldId="449"/>
        </pc:sldMkLst>
        <pc:spChg chg="add mod">
          <ac:chgData name="Muriel BORDE" userId="c170603111e0d29b" providerId="LiveId" clId="{88A39F71-90C1-4121-B360-2DDA4F102DCB}" dt="2023-09-22T15:25:32.534" v="20262"/>
          <ac:spMkLst>
            <pc:docMk/>
            <pc:sldMk cId="2278907323" sldId="449"/>
            <ac:spMk id="2" creationId="{3F7120DB-A95D-A288-85D1-B84953C885EE}"/>
          </ac:spMkLst>
        </pc:spChg>
        <pc:spChg chg="add del mod">
          <ac:chgData name="Muriel BORDE" userId="c170603111e0d29b" providerId="LiveId" clId="{88A39F71-90C1-4121-B360-2DDA4F102DCB}" dt="2023-07-28T12:30:08.810" v="15921" actId="478"/>
          <ac:spMkLst>
            <pc:docMk/>
            <pc:sldMk cId="2278907323" sldId="449"/>
            <ac:spMk id="2" creationId="{FD42F6FA-FE32-E578-7856-6AB7C3D7DF5C}"/>
          </ac:spMkLst>
        </pc:spChg>
        <pc:spChg chg="add del mod">
          <ac:chgData name="Muriel BORDE" userId="c170603111e0d29b" providerId="LiveId" clId="{88A39F71-90C1-4121-B360-2DDA4F102DCB}" dt="2023-07-28T12:31:11.523" v="15923" actId="478"/>
          <ac:spMkLst>
            <pc:docMk/>
            <pc:sldMk cId="2278907323" sldId="449"/>
            <ac:spMk id="3" creationId="{16544012-ACFD-207C-3E6A-E1EA9A203DB7}"/>
          </ac:spMkLst>
        </pc:spChg>
        <pc:spChg chg="add del mod">
          <ac:chgData name="Muriel BORDE" userId="c170603111e0d29b" providerId="LiveId" clId="{88A39F71-90C1-4121-B360-2DDA4F102DCB}" dt="2023-07-28T14:51:38.273" v="17897" actId="478"/>
          <ac:spMkLst>
            <pc:docMk/>
            <pc:sldMk cId="2278907323" sldId="449"/>
            <ac:spMk id="3" creationId="{55F5DE75-B215-9FB3-D191-D4A36DD8F54D}"/>
          </ac:spMkLst>
        </pc:spChg>
        <pc:spChg chg="add del mod">
          <ac:chgData name="Muriel BORDE" userId="c170603111e0d29b" providerId="LiveId" clId="{88A39F71-90C1-4121-B360-2DDA4F102DCB}" dt="2023-09-22T15:25:32.251" v="20261" actId="478"/>
          <ac:spMkLst>
            <pc:docMk/>
            <pc:sldMk cId="2278907323" sldId="449"/>
            <ac:spMk id="4" creationId="{88091539-729F-92AE-93DA-B0E53A82638F}"/>
          </ac:spMkLst>
        </pc:spChg>
        <pc:spChg chg="add del mod">
          <ac:chgData name="Muriel BORDE" userId="c170603111e0d29b" providerId="LiveId" clId="{88A39F71-90C1-4121-B360-2DDA4F102DCB}" dt="2023-07-28T12:31:13.948" v="15925" actId="478"/>
          <ac:spMkLst>
            <pc:docMk/>
            <pc:sldMk cId="2278907323" sldId="449"/>
            <ac:spMk id="5" creationId="{B461091D-AE7C-C7C4-AFB4-7DDEAC42BE54}"/>
          </ac:spMkLst>
        </pc:spChg>
        <pc:spChg chg="add mod">
          <ac:chgData name="Muriel BORDE" userId="c170603111e0d29b" providerId="LiveId" clId="{88A39F71-90C1-4121-B360-2DDA4F102DCB}" dt="2023-09-12T14:23:46.507" v="19623" actId="6549"/>
          <ac:spMkLst>
            <pc:docMk/>
            <pc:sldMk cId="2278907323" sldId="449"/>
            <ac:spMk id="7" creationId="{0C368252-519E-0AAD-7A66-43BDB9BE12E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75454060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30:00.947" v="21043" actId="207"/>
          <ac:spMkLst>
            <pc:docMk/>
            <pc:sldMk cId="2278907323" sldId="449"/>
            <ac:spMk id="157768651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88518340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303165654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11.243" v="12756" actId="478"/>
          <ac:spMkLst>
            <pc:docMk/>
            <pc:sldMk cId="2278907323" sldId="449"/>
            <ac:spMk id="389385184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581856041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603170225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659325474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739614662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839857702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841642078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080739336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158652455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182663578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530674353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574915917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754297441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776120589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858348362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51:37.128" v="17895" actId="478"/>
          <ac:spMkLst>
            <pc:docMk/>
            <pc:sldMk cId="2278907323" sldId="449"/>
            <ac:spMk id="1924998245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1977260159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2003921832" creationId="{00000000-0000-0000-0000-000000000000}"/>
          </ac:spMkLst>
        </pc:spChg>
        <pc:spChg chg="del">
          <ac:chgData name="Muriel BORDE" userId="c170603111e0d29b" providerId="LiveId" clId="{88A39F71-90C1-4121-B360-2DDA4F102DCB}" dt="2023-07-27T14:58:08.922" v="12755" actId="478"/>
          <ac:spMkLst>
            <pc:docMk/>
            <pc:sldMk cId="2278907323" sldId="449"/>
            <ac:spMk id="2135940016" creationId="{00000000-0000-0000-0000-000000000000}"/>
          </ac:spMkLst>
        </pc:sp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109141111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375686814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805551221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910856377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923283847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1253055873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1652084963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2056718988" creationId="{00000000-0000-0000-0000-000000000000}"/>
          </ac:cxnSpMkLst>
        </pc:cxnChg>
        <pc:cxnChg chg="del">
          <ac:chgData name="Muriel BORDE" userId="c170603111e0d29b" providerId="LiveId" clId="{88A39F71-90C1-4121-B360-2DDA4F102DCB}" dt="2023-07-27T14:58:08.922" v="12755" actId="478"/>
          <ac:cxnSpMkLst>
            <pc:docMk/>
            <pc:sldMk cId="2278907323" sldId="449"/>
            <ac:cxnSpMk id="2094122655" creationId="{00000000-0000-0000-0000-000000000000}"/>
          </ac:cxnSpMkLst>
        </pc:cxnChg>
      </pc:sldChg>
      <pc:sldChg chg="modSp add del mod">
        <pc:chgData name="Muriel BORDE" userId="c170603111e0d29b" providerId="LiveId" clId="{88A39F71-90C1-4121-B360-2DDA4F102DCB}" dt="2023-07-28T12:08:58.370" v="15070" actId="47"/>
        <pc:sldMkLst>
          <pc:docMk/>
          <pc:sldMk cId="2299627532" sldId="450"/>
        </pc:sldMkLst>
        <pc:spChg chg="mod">
          <ac:chgData name="Muriel BORDE" userId="c170603111e0d29b" providerId="LiveId" clId="{88A39F71-90C1-4121-B360-2DDA4F102DCB}" dt="2023-07-27T14:58:53.484" v="12778" actId="6549"/>
          <ac:spMkLst>
            <pc:docMk/>
            <pc:sldMk cId="2299627532" sldId="450"/>
            <ac:spMk id="157768651" creationId="{00000000-0000-0000-0000-000000000000}"/>
          </ac:spMkLst>
        </pc:spChg>
      </pc:sldChg>
      <pc:sldChg chg="addSp modSp add del mod">
        <pc:chgData name="Muriel BORDE" userId="c170603111e0d29b" providerId="LiveId" clId="{88A39F71-90C1-4121-B360-2DDA4F102DCB}" dt="2023-07-28T12:12:52.912" v="15165" actId="47"/>
        <pc:sldMkLst>
          <pc:docMk/>
          <pc:sldMk cId="645809936" sldId="451"/>
        </pc:sldMkLst>
        <pc:spChg chg="mod">
          <ac:chgData name="Muriel BORDE" userId="c170603111e0d29b" providerId="LiveId" clId="{88A39F71-90C1-4121-B360-2DDA4F102DCB}" dt="2023-07-28T12:11:03.971" v="15081" actId="1076"/>
          <ac:spMkLst>
            <pc:docMk/>
            <pc:sldMk cId="645809936" sldId="451"/>
            <ac:spMk id="2" creationId="{FD42F6FA-FE32-E578-7856-6AB7C3D7DF5C}"/>
          </ac:spMkLst>
        </pc:spChg>
        <pc:spChg chg="add mod">
          <ac:chgData name="Muriel BORDE" userId="c170603111e0d29b" providerId="LiveId" clId="{88A39F71-90C1-4121-B360-2DDA4F102DCB}" dt="2023-07-28T12:12:27.653" v="15164" actId="20577"/>
          <ac:spMkLst>
            <pc:docMk/>
            <pc:sldMk cId="645809936" sldId="451"/>
            <ac:spMk id="4" creationId="{837B96E1-EAD4-3751-6D65-71B6A21807A3}"/>
          </ac:spMkLst>
        </pc:spChg>
        <pc:spChg chg="mod">
          <ac:chgData name="Muriel BORDE" userId="c170603111e0d29b" providerId="LiveId" clId="{88A39F71-90C1-4121-B360-2DDA4F102DCB}" dt="2023-07-27T14:58:56.049" v="12779" actId="6549"/>
          <ac:spMkLst>
            <pc:docMk/>
            <pc:sldMk cId="645809936" sldId="451"/>
            <ac:spMk id="157768651" creationId="{00000000-0000-0000-0000-000000000000}"/>
          </ac:spMkLst>
        </pc:spChg>
      </pc:sldChg>
      <pc:sldChg chg="addSp delSp modSp add mod">
        <pc:chgData name="Muriel BORDE" userId="c170603111e0d29b" providerId="LiveId" clId="{88A39F71-90C1-4121-B360-2DDA4F102DCB}" dt="2023-09-27T15:29:12.499" v="21028" actId="207"/>
        <pc:sldMkLst>
          <pc:docMk/>
          <pc:sldMk cId="3480219597" sldId="452"/>
        </pc:sldMkLst>
        <pc:spChg chg="del">
          <ac:chgData name="Muriel BORDE" userId="c170603111e0d29b" providerId="LiveId" clId="{88A39F71-90C1-4121-B360-2DDA4F102DCB}" dt="2023-07-28T14:50:53.325" v="17857" actId="478"/>
          <ac:spMkLst>
            <pc:docMk/>
            <pc:sldMk cId="3480219597" sldId="452"/>
            <ac:spMk id="2" creationId="{14883B87-76CB-BE15-F2B0-5F089820AC37}"/>
          </ac:spMkLst>
        </pc:spChg>
        <pc:spChg chg="add mod">
          <ac:chgData name="Muriel BORDE" userId="c170603111e0d29b" providerId="LiveId" clId="{88A39F71-90C1-4121-B360-2DDA4F102DCB}" dt="2023-09-05T08:38:58.893" v="18613"/>
          <ac:spMkLst>
            <pc:docMk/>
            <pc:sldMk cId="3480219597" sldId="452"/>
            <ac:spMk id="2" creationId="{56BFB2DE-F3B2-52EA-91A0-897FD08B74F4}"/>
          </ac:spMkLst>
        </pc:spChg>
        <pc:spChg chg="add mod">
          <ac:chgData name="Muriel BORDE" userId="c170603111e0d29b" providerId="LiveId" clId="{88A39F71-90C1-4121-B360-2DDA4F102DCB}" dt="2023-09-22T15:24:52.746" v="20242"/>
          <ac:spMkLst>
            <pc:docMk/>
            <pc:sldMk cId="3480219597" sldId="452"/>
            <ac:spMk id="3" creationId="{86F933C1-E135-4B67-957A-61B2DF534C0B}"/>
          </ac:spMkLst>
        </pc:spChg>
        <pc:spChg chg="del">
          <ac:chgData name="Muriel BORDE" userId="c170603111e0d29b" providerId="LiveId" clId="{88A39F71-90C1-4121-B360-2DDA4F102DCB}" dt="2023-07-28T14:50:53.325" v="17857" actId="478"/>
          <ac:spMkLst>
            <pc:docMk/>
            <pc:sldMk cId="3480219597" sldId="452"/>
            <ac:spMk id="3" creationId="{AF982715-27E3-6149-D08D-0435FD4B0D02}"/>
          </ac:spMkLst>
        </pc:spChg>
        <pc:spChg chg="del mod">
          <ac:chgData name="Muriel BORDE" userId="c170603111e0d29b" providerId="LiveId" clId="{88A39F71-90C1-4121-B360-2DDA4F102DCB}" dt="2023-07-28T09:31:39.501" v="13004" actId="478"/>
          <ac:spMkLst>
            <pc:docMk/>
            <pc:sldMk cId="3480219597" sldId="452"/>
            <ac:spMk id="4" creationId="{3740F112-D14E-DFCD-AAD5-4E41CA477170}"/>
          </ac:spMkLst>
        </pc:spChg>
        <pc:spChg chg="add del mod">
          <ac:chgData name="Muriel BORDE" userId="c170603111e0d29b" providerId="LiveId" clId="{88A39F71-90C1-4121-B360-2DDA4F102DCB}" dt="2023-09-22T15:24:52.448" v="20241" actId="478"/>
          <ac:spMkLst>
            <pc:docMk/>
            <pc:sldMk cId="3480219597" sldId="452"/>
            <ac:spMk id="4" creationId="{EFF32A2E-94B0-E40E-FE71-A08509394032}"/>
          </ac:spMkLst>
        </pc:spChg>
        <pc:spChg chg="del">
          <ac:chgData name="Muriel BORDE" userId="c170603111e0d29b" providerId="LiveId" clId="{88A39F71-90C1-4121-B360-2DDA4F102DCB}" dt="2023-07-28T09:48:27.258" v="13029" actId="478"/>
          <ac:spMkLst>
            <pc:docMk/>
            <pc:sldMk cId="3480219597" sldId="452"/>
            <ac:spMk id="5" creationId="{1663A404-C4C5-7B1C-E8A1-E6B6E2FF91A9}"/>
          </ac:spMkLst>
        </pc:spChg>
        <pc:spChg chg="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6" creationId="{4AD9A242-3236-F06F-C15D-5C900E544028}"/>
          </ac:spMkLst>
        </pc:spChg>
        <pc:spChg chg="del">
          <ac:chgData name="Muriel BORDE" userId="c170603111e0d29b" providerId="LiveId" clId="{88A39F71-90C1-4121-B360-2DDA4F102DCB}" dt="2023-07-28T09:23:33.930" v="12867" actId="478"/>
          <ac:spMkLst>
            <pc:docMk/>
            <pc:sldMk cId="3480219597" sldId="452"/>
            <ac:spMk id="8" creationId="{63323969-0E5C-31E4-A5A5-09342A46C0BB}"/>
          </ac:spMkLst>
        </pc:spChg>
        <pc:spChg chg="del">
          <ac:chgData name="Muriel BORDE" userId="c170603111e0d29b" providerId="LiveId" clId="{88A39F71-90C1-4121-B360-2DDA4F102DCB}" dt="2023-07-28T09:23:33.930" v="12867" actId="478"/>
          <ac:spMkLst>
            <pc:docMk/>
            <pc:sldMk cId="3480219597" sldId="452"/>
            <ac:spMk id="10" creationId="{B60D5244-31E3-3AB2-B801-77B19DC1C0D7}"/>
          </ac:spMkLst>
        </pc:spChg>
        <pc:spChg chg="del">
          <ac:chgData name="Muriel BORDE" userId="c170603111e0d29b" providerId="LiveId" clId="{88A39F71-90C1-4121-B360-2DDA4F102DCB}" dt="2023-07-28T09:23:33.930" v="12867" actId="478"/>
          <ac:spMkLst>
            <pc:docMk/>
            <pc:sldMk cId="3480219597" sldId="452"/>
            <ac:spMk id="13" creationId="{552A36D3-C844-9BCE-0FD0-3FEF3B60CA6D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14" creationId="{A8B7FB9F-DF2A-0DBA-D1A8-73824269FD31}"/>
          </ac:spMkLst>
        </pc:spChg>
        <pc:spChg chg="del">
          <ac:chgData name="Muriel BORDE" userId="c170603111e0d29b" providerId="LiveId" clId="{88A39F71-90C1-4121-B360-2DDA4F102DCB}" dt="2023-07-28T09:23:33.930" v="12867" actId="478"/>
          <ac:spMkLst>
            <pc:docMk/>
            <pc:sldMk cId="3480219597" sldId="452"/>
            <ac:spMk id="18" creationId="{C0DE2D85-2895-B73A-FE2B-368FED2CC103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28" creationId="{9D8886CE-E924-EA9C-6D5B-7C418856398F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29" creationId="{54ECBFFA-5290-399D-CBB0-E674660153DB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32" creationId="{593ED486-5485-9A2A-9387-B8495F534F45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33" creationId="{666C62D7-8511-2326-5996-0C0B5F7CD75E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37" creationId="{BD534650-6493-2E0F-A327-7076CAC8DEFC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38" creationId="{D7B89343-3831-F840-388B-768F0FE750C2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48" creationId="{B829B913-7EDD-512B-9012-298EFD08760C}"/>
          </ac:spMkLst>
        </pc:spChg>
        <pc:spChg chg="add mod">
          <ac:chgData name="Muriel BORDE" userId="c170603111e0d29b" providerId="LiveId" clId="{88A39F71-90C1-4121-B360-2DDA4F102DCB}" dt="2023-07-28T09:55:13.614" v="13301" actId="1037"/>
          <ac:spMkLst>
            <pc:docMk/>
            <pc:sldMk cId="3480219597" sldId="452"/>
            <ac:spMk id="49" creationId="{748D7352-A5B6-B1F4-CD90-2768F6575522}"/>
          </ac:spMkLst>
        </pc:spChg>
        <pc:spChg chg="add del mod">
          <ac:chgData name="Muriel BORDE" userId="c170603111e0d29b" providerId="LiveId" clId="{88A39F71-90C1-4121-B360-2DDA4F102DCB}" dt="2023-07-28T09:55:04.293" v="13248" actId="478"/>
          <ac:spMkLst>
            <pc:docMk/>
            <pc:sldMk cId="3480219597" sldId="452"/>
            <ac:spMk id="54" creationId="{1603A59A-9BFB-C20B-8F05-CE774B5EE152}"/>
          </ac:spMkLst>
        </pc:spChg>
        <pc:spChg chg="add del mod">
          <ac:chgData name="Muriel BORDE" userId="c170603111e0d29b" providerId="LiveId" clId="{88A39F71-90C1-4121-B360-2DDA4F102DCB}" dt="2023-07-28T09:55:04.293" v="13248" actId="478"/>
          <ac:spMkLst>
            <pc:docMk/>
            <pc:sldMk cId="3480219597" sldId="452"/>
            <ac:spMk id="55" creationId="{DB5F3F4A-CA22-844F-0D99-712ED0C51796}"/>
          </ac:spMkLst>
        </pc:spChg>
        <pc:spChg chg="add mod">
          <ac:chgData name="Muriel BORDE" userId="c170603111e0d29b" providerId="LiveId" clId="{88A39F71-90C1-4121-B360-2DDA4F102DCB}" dt="2023-09-27T15:29:12.499" v="21028" actId="207"/>
          <ac:spMkLst>
            <pc:docMk/>
            <pc:sldMk cId="3480219597" sldId="452"/>
            <ac:spMk id="56" creationId="{FD0F27C2-3419-F79F-21ED-5E8E7F6F0757}"/>
          </ac:spMkLst>
        </pc:spChg>
        <pc:picChg chg="add del mod">
          <ac:chgData name="Muriel BORDE" userId="c170603111e0d29b" providerId="LiveId" clId="{88A39F71-90C1-4121-B360-2DDA4F102DCB}" dt="2023-07-28T09:27:35.887" v="12912" actId="478"/>
          <ac:picMkLst>
            <pc:docMk/>
            <pc:sldMk cId="3480219597" sldId="452"/>
            <ac:picMk id="1026" creationId="{2CD350E8-71E6-B57A-C7A5-E62D633827C6}"/>
          </ac:picMkLst>
        </pc:picChg>
        <pc:picChg chg="del">
          <ac:chgData name="Muriel BORDE" userId="c170603111e0d29b" providerId="LiveId" clId="{88A39F71-90C1-4121-B360-2DDA4F102DCB}" dt="2023-07-28T09:23:32.119" v="12866" actId="478"/>
          <ac:picMkLst>
            <pc:docMk/>
            <pc:sldMk cId="3480219597" sldId="452"/>
            <ac:picMk id="24586" creationId="{C2B7ABFE-5728-16E5-5089-1EFB559E5D5F}"/>
          </ac:picMkLst>
        </pc:picChg>
        <pc:cxnChg chg="del">
          <ac:chgData name="Muriel BORDE" userId="c170603111e0d29b" providerId="LiveId" clId="{88A39F71-90C1-4121-B360-2DDA4F102DCB}" dt="2023-07-28T09:23:33.930" v="12867" actId="478"/>
          <ac:cxnSpMkLst>
            <pc:docMk/>
            <pc:sldMk cId="3480219597" sldId="452"/>
            <ac:cxnSpMk id="7" creationId="{7BE476F3-3C79-9275-348F-3C2611FF008D}"/>
          </ac:cxnSpMkLst>
        </pc:cxnChg>
        <pc:cxnChg chg="del">
          <ac:chgData name="Muriel BORDE" userId="c170603111e0d29b" providerId="LiveId" clId="{88A39F71-90C1-4121-B360-2DDA4F102DCB}" dt="2023-07-28T09:23:33.930" v="12867" actId="478"/>
          <ac:cxnSpMkLst>
            <pc:docMk/>
            <pc:sldMk cId="3480219597" sldId="452"/>
            <ac:cxnSpMk id="9" creationId="{CFFE25C5-4A9A-962A-A862-670C96C8B23C}"/>
          </ac:cxnSpMkLst>
        </pc:cxnChg>
        <pc:cxnChg chg="del mod">
          <ac:chgData name="Muriel BORDE" userId="c170603111e0d29b" providerId="LiveId" clId="{88A39F71-90C1-4121-B360-2DDA4F102DCB}" dt="2023-07-28T09:23:33.930" v="12867" actId="478"/>
          <ac:cxnSpMkLst>
            <pc:docMk/>
            <pc:sldMk cId="3480219597" sldId="452"/>
            <ac:cxnSpMk id="12" creationId="{2015B6E2-41B3-6222-503C-B72A89622B8A}"/>
          </ac:cxnSpMkLst>
        </pc:cxnChg>
        <pc:cxnChg chg="add del mod">
          <ac:chgData name="Muriel BORDE" userId="c170603111e0d29b" providerId="LiveId" clId="{88A39F71-90C1-4121-B360-2DDA4F102DCB}" dt="2023-07-28T09:27:37.658" v="12913" actId="478"/>
          <ac:cxnSpMkLst>
            <pc:docMk/>
            <pc:sldMk cId="3480219597" sldId="452"/>
            <ac:cxnSpMk id="15" creationId="{AC13DDAE-2D44-6F0E-7CB8-93FBADB42B63}"/>
          </ac:cxnSpMkLst>
        </pc:cxnChg>
        <pc:cxnChg chg="del">
          <ac:chgData name="Muriel BORDE" userId="c170603111e0d29b" providerId="LiveId" clId="{88A39F71-90C1-4121-B360-2DDA4F102DCB}" dt="2023-07-28T09:23:33.930" v="12867" actId="478"/>
          <ac:cxnSpMkLst>
            <pc:docMk/>
            <pc:sldMk cId="3480219597" sldId="452"/>
            <ac:cxnSpMk id="17" creationId="{CFC0F9AE-8069-2885-B526-AB65EDCEC470}"/>
          </ac:cxnSpMkLst>
        </pc:cxnChg>
        <pc:cxnChg chg="add del mod">
          <ac:chgData name="Muriel BORDE" userId="c170603111e0d29b" providerId="LiveId" clId="{88A39F71-90C1-4121-B360-2DDA4F102DCB}" dt="2023-07-28T09:27:38.187" v="12914" actId="478"/>
          <ac:cxnSpMkLst>
            <pc:docMk/>
            <pc:sldMk cId="3480219597" sldId="452"/>
            <ac:cxnSpMk id="21" creationId="{E7EE4D83-6B4C-4CD9-8068-D817705FCB7B}"/>
          </ac:cxnSpMkLst>
        </pc:cxnChg>
        <pc:cxnChg chg="add del mod">
          <ac:chgData name="Muriel BORDE" userId="c170603111e0d29b" providerId="LiveId" clId="{88A39F71-90C1-4121-B360-2DDA4F102DCB}" dt="2023-07-28T09:27:39.204" v="12915" actId="478"/>
          <ac:cxnSpMkLst>
            <pc:docMk/>
            <pc:sldMk cId="3480219597" sldId="452"/>
            <ac:cxnSpMk id="23" creationId="{8EF5D35E-EC40-2BEC-6727-20704E122BE0}"/>
          </ac:cxnSpMkLst>
        </pc:cxnChg>
        <pc:cxnChg chg="add del mod">
          <ac:chgData name="Muriel BORDE" userId="c170603111e0d29b" providerId="LiveId" clId="{88A39F71-90C1-4121-B360-2DDA4F102DCB}" dt="2023-07-28T09:26:30.826" v="12911" actId="478"/>
          <ac:cxnSpMkLst>
            <pc:docMk/>
            <pc:sldMk cId="3480219597" sldId="452"/>
            <ac:cxnSpMk id="26" creationId="{C418708A-69EC-5A64-6C1B-C5C79884C28F}"/>
          </ac:cxnSpMkLst>
        </pc:cxnChg>
        <pc:cxnChg chg="add mod">
          <ac:chgData name="Muriel BORDE" userId="c170603111e0d29b" providerId="LiveId" clId="{88A39F71-90C1-4121-B360-2DDA4F102DCB}" dt="2023-07-28T09:55:13.614" v="13301" actId="1037"/>
          <ac:cxnSpMkLst>
            <pc:docMk/>
            <pc:sldMk cId="3480219597" sldId="452"/>
            <ac:cxnSpMk id="31" creationId="{8DAC60F9-1A06-D2DB-35BD-3B3FE1A47F31}"/>
          </ac:cxnSpMkLst>
        </pc:cxnChg>
        <pc:cxnChg chg="add mod">
          <ac:chgData name="Muriel BORDE" userId="c170603111e0d29b" providerId="LiveId" clId="{88A39F71-90C1-4121-B360-2DDA4F102DCB}" dt="2023-07-28T09:55:13.614" v="13301" actId="1037"/>
          <ac:cxnSpMkLst>
            <pc:docMk/>
            <pc:sldMk cId="3480219597" sldId="452"/>
            <ac:cxnSpMk id="34" creationId="{82037BB0-F6CE-81E0-495A-30D2B014D1E4}"/>
          </ac:cxnSpMkLst>
        </pc:cxnChg>
        <pc:cxnChg chg="add mod">
          <ac:chgData name="Muriel BORDE" userId="c170603111e0d29b" providerId="LiveId" clId="{88A39F71-90C1-4121-B360-2DDA4F102DCB}" dt="2023-07-28T09:55:13.614" v="13301" actId="1037"/>
          <ac:cxnSpMkLst>
            <pc:docMk/>
            <pc:sldMk cId="3480219597" sldId="452"/>
            <ac:cxnSpMk id="39" creationId="{8A623A3D-C579-9146-762A-FCFE4A36EF78}"/>
          </ac:cxnSpMkLst>
        </pc:cxnChg>
        <pc:cxnChg chg="add mod">
          <ac:chgData name="Muriel BORDE" userId="c170603111e0d29b" providerId="LiveId" clId="{88A39F71-90C1-4121-B360-2DDA4F102DCB}" dt="2023-07-28T09:55:13.614" v="13301" actId="1037"/>
          <ac:cxnSpMkLst>
            <pc:docMk/>
            <pc:sldMk cId="3480219597" sldId="452"/>
            <ac:cxnSpMk id="50" creationId="{9E327428-D4BD-10B5-E085-AF876E0C5D52}"/>
          </ac:cxnSpMkLst>
        </pc:cxnChg>
      </pc:sldChg>
      <pc:sldChg chg="addSp delSp modSp add del mod">
        <pc:chgData name="Muriel BORDE" userId="c170603111e0d29b" providerId="LiveId" clId="{88A39F71-90C1-4121-B360-2DDA4F102DCB}" dt="2023-07-28T10:06:16.807" v="13356" actId="47"/>
        <pc:sldMkLst>
          <pc:docMk/>
          <pc:sldMk cId="3415403322" sldId="453"/>
        </pc:sldMkLst>
        <pc:spChg chg="add mod">
          <ac:chgData name="Muriel BORDE" userId="c170603111e0d29b" providerId="LiveId" clId="{88A39F71-90C1-4121-B360-2DDA4F102DCB}" dt="2023-07-28T10:03:57.566" v="13355" actId="20577"/>
          <ac:spMkLst>
            <pc:docMk/>
            <pc:sldMk cId="3415403322" sldId="453"/>
            <ac:spMk id="5" creationId="{8F523182-E570-9C4B-FB6C-3587C720ED98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6" creationId="{4AD9A242-3236-F06F-C15D-5C900E544028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14" creationId="{A8B7FB9F-DF2A-0DBA-D1A8-73824269FD31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28" creationId="{9D8886CE-E924-EA9C-6D5B-7C418856398F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29" creationId="{54ECBFFA-5290-399D-CBB0-E674660153DB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32" creationId="{593ED486-5485-9A2A-9387-B8495F534F45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33" creationId="{666C62D7-8511-2326-5996-0C0B5F7CD75E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37" creationId="{BD534650-6493-2E0F-A327-7076CAC8DEFC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38" creationId="{D7B89343-3831-F840-388B-768F0FE750C2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48" creationId="{B829B913-7EDD-512B-9012-298EFD08760C}"/>
          </ac:spMkLst>
        </pc:spChg>
        <pc:spChg chg="del">
          <ac:chgData name="Muriel BORDE" userId="c170603111e0d29b" providerId="LiveId" clId="{88A39F71-90C1-4121-B360-2DDA4F102DCB}" dt="2023-07-28T09:55:18.932" v="13302" actId="478"/>
          <ac:spMkLst>
            <pc:docMk/>
            <pc:sldMk cId="3415403322" sldId="453"/>
            <ac:spMk id="49" creationId="{748D7352-A5B6-B1F4-CD90-2768F6575522}"/>
          </ac:spMkLst>
        </pc:spChg>
        <pc:spChg chg="mod">
          <ac:chgData name="Muriel BORDE" userId="c170603111e0d29b" providerId="LiveId" clId="{88A39F71-90C1-4121-B360-2DDA4F102DCB}" dt="2023-07-28T09:55:41.944" v="13310" actId="403"/>
          <ac:spMkLst>
            <pc:docMk/>
            <pc:sldMk cId="3415403322" sldId="453"/>
            <ac:spMk id="54" creationId="{1603A59A-9BFB-C20B-8F05-CE774B5EE152}"/>
          </ac:spMkLst>
        </pc:spChg>
        <pc:spChg chg="del mod">
          <ac:chgData name="Muriel BORDE" userId="c170603111e0d29b" providerId="LiveId" clId="{88A39F71-90C1-4121-B360-2DDA4F102DCB}" dt="2023-07-28T09:55:37.242" v="13307" actId="478"/>
          <ac:spMkLst>
            <pc:docMk/>
            <pc:sldMk cId="3415403322" sldId="453"/>
            <ac:spMk id="55" creationId="{DB5F3F4A-CA22-844F-0D99-712ED0C51796}"/>
          </ac:spMkLst>
        </pc:spChg>
        <pc:cxnChg chg="del mod">
          <ac:chgData name="Muriel BORDE" userId="c170603111e0d29b" providerId="LiveId" clId="{88A39F71-90C1-4121-B360-2DDA4F102DCB}" dt="2023-07-28T09:55:18.932" v="13302" actId="478"/>
          <ac:cxnSpMkLst>
            <pc:docMk/>
            <pc:sldMk cId="3415403322" sldId="453"/>
            <ac:cxnSpMk id="31" creationId="{8DAC60F9-1A06-D2DB-35BD-3B3FE1A47F31}"/>
          </ac:cxnSpMkLst>
        </pc:cxnChg>
        <pc:cxnChg chg="del mod">
          <ac:chgData name="Muriel BORDE" userId="c170603111e0d29b" providerId="LiveId" clId="{88A39F71-90C1-4121-B360-2DDA4F102DCB}" dt="2023-07-28T09:55:18.932" v="13302" actId="478"/>
          <ac:cxnSpMkLst>
            <pc:docMk/>
            <pc:sldMk cId="3415403322" sldId="453"/>
            <ac:cxnSpMk id="34" creationId="{82037BB0-F6CE-81E0-495A-30D2B014D1E4}"/>
          </ac:cxnSpMkLst>
        </pc:cxnChg>
        <pc:cxnChg chg="del mod">
          <ac:chgData name="Muriel BORDE" userId="c170603111e0d29b" providerId="LiveId" clId="{88A39F71-90C1-4121-B360-2DDA4F102DCB}" dt="2023-07-28T09:55:18.932" v="13302" actId="478"/>
          <ac:cxnSpMkLst>
            <pc:docMk/>
            <pc:sldMk cId="3415403322" sldId="453"/>
            <ac:cxnSpMk id="39" creationId="{8A623A3D-C579-9146-762A-FCFE4A36EF78}"/>
          </ac:cxnSpMkLst>
        </pc:cxnChg>
        <pc:cxnChg chg="del mod">
          <ac:chgData name="Muriel BORDE" userId="c170603111e0d29b" providerId="LiveId" clId="{88A39F71-90C1-4121-B360-2DDA4F102DCB}" dt="2023-07-28T09:55:18.932" v="13302" actId="478"/>
          <ac:cxnSpMkLst>
            <pc:docMk/>
            <pc:sldMk cId="3415403322" sldId="453"/>
            <ac:cxnSpMk id="50" creationId="{9E327428-D4BD-10B5-E085-AF876E0C5D52}"/>
          </ac:cxnSpMkLst>
        </pc:cxnChg>
      </pc:sldChg>
      <pc:sldChg chg="addSp delSp modSp add mod modClrScheme chgLayout">
        <pc:chgData name="Muriel BORDE" userId="c170603111e0d29b" providerId="LiveId" clId="{88A39F71-90C1-4121-B360-2DDA4F102DCB}" dt="2023-09-27T15:18:58.181" v="20865" actId="207"/>
        <pc:sldMkLst>
          <pc:docMk/>
          <pc:sldMk cId="3983165549" sldId="453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3983165549" sldId="453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8:50.128" v="20860" actId="478"/>
          <ac:spMkLst>
            <pc:docMk/>
            <pc:sldMk cId="3983165549" sldId="453"/>
            <ac:spMk id="3" creationId="{06D0BB75-32AE-CF78-BD63-4482381117AD}"/>
          </ac:spMkLst>
        </pc:spChg>
        <pc:spChg chg="add del mod">
          <ac:chgData name="Muriel BORDE" userId="c170603111e0d29b" providerId="LiveId" clId="{88A39F71-90C1-4121-B360-2DDA4F102DCB}" dt="2023-07-28T11:44:54.598" v="14318" actId="478"/>
          <ac:spMkLst>
            <pc:docMk/>
            <pc:sldMk cId="3983165549" sldId="453"/>
            <ac:spMk id="3" creationId="{E329173F-9C35-9FC8-5A1B-B5DC8403319B}"/>
          </ac:spMkLst>
        </pc:spChg>
        <pc:spChg chg="add del mod">
          <ac:chgData name="Muriel BORDE" userId="c170603111e0d29b" providerId="LiveId" clId="{88A39F71-90C1-4121-B360-2DDA4F102DCB}" dt="2023-07-28T14:52:57.043" v="17984" actId="478"/>
          <ac:spMkLst>
            <pc:docMk/>
            <pc:sldMk cId="3983165549" sldId="453"/>
            <ac:spMk id="4" creationId="{06061324-0386-B081-36D4-5BA234E65ACD}"/>
          </ac:spMkLst>
        </pc:spChg>
        <pc:spChg chg="add del mod ord">
          <ac:chgData name="Muriel BORDE" userId="c170603111e0d29b" providerId="LiveId" clId="{88A39F71-90C1-4121-B360-2DDA4F102DCB}" dt="2023-09-27T15:18:51.318" v="20861" actId="478"/>
          <ac:spMkLst>
            <pc:docMk/>
            <pc:sldMk cId="3983165549" sldId="453"/>
            <ac:spMk id="4" creationId="{B8B8ED90-0A8D-12ED-7753-C399BAEB4E88}"/>
          </ac:spMkLst>
        </pc:spChg>
        <pc:spChg chg="add mod">
          <ac:chgData name="Muriel BORDE" userId="c170603111e0d29b" providerId="LiveId" clId="{88A39F71-90C1-4121-B360-2DDA4F102DCB}" dt="2023-07-28T14:52:57.795" v="17985"/>
          <ac:spMkLst>
            <pc:docMk/>
            <pc:sldMk cId="3983165549" sldId="453"/>
            <ac:spMk id="5" creationId="{ADF29D2D-C837-3D38-1FFE-827206BE6DAA}"/>
          </ac:spMkLst>
        </pc:spChg>
        <pc:spChg chg="del">
          <ac:chgData name="Muriel BORDE" userId="c170603111e0d29b" providerId="LiveId" clId="{88A39F71-90C1-4121-B360-2DDA4F102DCB}" dt="2023-07-28T14:52:56.338" v="17982" actId="478"/>
          <ac:spMkLst>
            <pc:docMk/>
            <pc:sldMk cId="3983165549" sldId="453"/>
            <ac:spMk id="6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8:56.299" v="20864" actId="478"/>
          <ac:spMkLst>
            <pc:docMk/>
            <pc:sldMk cId="3983165549" sldId="453"/>
            <ac:spMk id="6" creationId="{8CB84B67-37B9-F482-2457-C191989098C2}"/>
          </ac:spMkLst>
        </pc:spChg>
        <pc:spChg chg="mod">
          <ac:chgData name="Muriel BORDE" userId="c170603111e0d29b" providerId="LiveId" clId="{88A39F71-90C1-4121-B360-2DDA4F102DCB}" dt="2023-09-27T15:18:58.181" v="20865" actId="207"/>
          <ac:spMkLst>
            <pc:docMk/>
            <pc:sldMk cId="3983165549" sldId="453"/>
            <ac:spMk id="7" creationId="{00000000-0000-0000-0000-000000000000}"/>
          </ac:spMkLst>
        </pc:spChg>
        <pc:spChg chg="del">
          <ac:chgData name="Muriel BORDE" userId="c170603111e0d29b" providerId="LiveId" clId="{88A39F71-90C1-4121-B360-2DDA4F102DCB}" dt="2023-07-28T11:25:22.057" v="13548" actId="478"/>
          <ac:spMkLst>
            <pc:docMk/>
            <pc:sldMk cId="3983165549" sldId="453"/>
            <ac:spMk id="8" creationId="{16E0D0A1-E06A-A685-BC13-954DD8F74EDC}"/>
          </ac:spMkLst>
        </pc:spChg>
        <pc:spChg chg="add del mod">
          <ac:chgData name="Muriel BORDE" userId="c170603111e0d29b" providerId="LiveId" clId="{88A39F71-90C1-4121-B360-2DDA4F102DCB}" dt="2023-09-27T15:18:54.241" v="20863" actId="478"/>
          <ac:spMkLst>
            <pc:docMk/>
            <pc:sldMk cId="3983165549" sldId="453"/>
            <ac:spMk id="9" creationId="{4195CD5D-932C-4BC2-6750-8874421B77B3}"/>
          </ac:spMkLst>
        </pc:spChg>
        <pc:spChg chg="del">
          <ac:chgData name="Muriel BORDE" userId="c170603111e0d29b" providerId="LiveId" clId="{88A39F71-90C1-4121-B360-2DDA4F102DCB}" dt="2023-07-28T11:25:23.168" v="13549" actId="478"/>
          <ac:spMkLst>
            <pc:docMk/>
            <pc:sldMk cId="3983165549" sldId="453"/>
            <ac:spMk id="10" creationId="{0D4AC9DF-E363-620C-1DE9-AB60183807DD}"/>
          </ac:spMkLst>
        </pc:spChg>
        <pc:spChg chg="add del mod">
          <ac:chgData name="Muriel BORDE" userId="c170603111e0d29b" providerId="LiveId" clId="{88A39F71-90C1-4121-B360-2DDA4F102DCB}" dt="2023-07-28T11:44:43.591" v="14300" actId="478"/>
          <ac:spMkLst>
            <pc:docMk/>
            <pc:sldMk cId="3983165549" sldId="453"/>
            <ac:spMk id="12" creationId="{2E201B03-BF83-F165-B7B3-375B1C40D773}"/>
          </ac:spMkLst>
        </pc:spChg>
        <pc:spChg chg="add mod">
          <ac:chgData name="Muriel BORDE" userId="c170603111e0d29b" providerId="LiveId" clId="{88A39F71-90C1-4121-B360-2DDA4F102DCB}" dt="2023-07-28T11:44:59.142" v="14319" actId="1076"/>
          <ac:spMkLst>
            <pc:docMk/>
            <pc:sldMk cId="3983165549" sldId="453"/>
            <ac:spMk id="14" creationId="{016D0B50-C8DF-2956-FDEF-32D49DABE698}"/>
          </ac:spMkLst>
        </pc:spChg>
        <pc:spChg chg="add del mod">
          <ac:chgData name="Muriel BORDE" userId="c170603111e0d29b" providerId="LiveId" clId="{88A39F71-90C1-4121-B360-2DDA4F102DCB}" dt="2023-07-28T11:42:34.432" v="14164" actId="478"/>
          <ac:spMkLst>
            <pc:docMk/>
            <pc:sldMk cId="3983165549" sldId="453"/>
            <ac:spMk id="15" creationId="{8DD2E168-24AC-F6FD-8C15-3B68F96FC965}"/>
          </ac:spMkLst>
        </pc:spChg>
        <pc:spChg chg="add del mod">
          <ac:chgData name="Muriel BORDE" userId="c170603111e0d29b" providerId="LiveId" clId="{88A39F71-90C1-4121-B360-2DDA4F102DCB}" dt="2023-07-28T11:44:21.395" v="14296" actId="478"/>
          <ac:spMkLst>
            <pc:docMk/>
            <pc:sldMk cId="3983165549" sldId="453"/>
            <ac:spMk id="16" creationId="{7F40F33F-EADA-0491-48C4-363C27F9923E}"/>
          </ac:spMkLst>
        </pc:spChg>
        <pc:picChg chg="del">
          <ac:chgData name="Muriel BORDE" userId="c170603111e0d29b" providerId="LiveId" clId="{88A39F71-90C1-4121-B360-2DDA4F102DCB}" dt="2023-07-28T11:25:12.061" v="13528" actId="478"/>
          <ac:picMkLst>
            <pc:docMk/>
            <pc:sldMk cId="3983165549" sldId="453"/>
            <ac:picMk id="4" creationId="{C98BB9E3-7454-1AB1-DA8E-5C2ECE749AC2}"/>
          </ac:picMkLst>
        </pc:picChg>
      </pc:sldChg>
      <pc:sldChg chg="add del">
        <pc:chgData name="Muriel BORDE" userId="c170603111e0d29b" providerId="LiveId" clId="{88A39F71-90C1-4121-B360-2DDA4F102DCB}" dt="2023-07-28T14:37:38.999" v="17344" actId="47"/>
        <pc:sldMkLst>
          <pc:docMk/>
          <pc:sldMk cId="2961416028" sldId="454"/>
        </pc:sldMkLst>
      </pc:sldChg>
      <pc:sldChg chg="addSp delSp modSp add del mod modClrScheme chgLayout">
        <pc:chgData name="Muriel BORDE" userId="c170603111e0d29b" providerId="LiveId" clId="{88A39F71-90C1-4121-B360-2DDA4F102DCB}" dt="2023-09-27T15:40:35.101" v="21208" actId="47"/>
        <pc:sldMkLst>
          <pc:docMk/>
          <pc:sldMk cId="2955128467" sldId="455"/>
        </pc:sldMkLst>
        <pc:spChg chg="add del mod ord">
          <ac:chgData name="Muriel BORDE" userId="c170603111e0d29b" providerId="LiveId" clId="{88A39F71-90C1-4121-B360-2DDA4F102DCB}" dt="2023-09-27T15:12:37.748" v="20725" actId="478"/>
          <ac:spMkLst>
            <pc:docMk/>
            <pc:sldMk cId="2955128467" sldId="455"/>
            <ac:spMk id="2" creationId="{BD3FB8A5-6BE0-C49C-042D-5360F5139663}"/>
          </ac:spMkLst>
        </pc:spChg>
        <pc:spChg chg="add del mod ord">
          <ac:chgData name="Muriel BORDE" userId="c170603111e0d29b" providerId="LiveId" clId="{88A39F71-90C1-4121-B360-2DDA4F102DCB}" dt="2023-09-27T15:12:38.733" v="20726" actId="478"/>
          <ac:spMkLst>
            <pc:docMk/>
            <pc:sldMk cId="2955128467" sldId="455"/>
            <ac:spMk id="3" creationId="{FAC998DC-B406-7971-9191-0CD64ABC52FC}"/>
          </ac:spMkLst>
        </pc:spChg>
        <pc:spChg chg="mod ord">
          <ac:chgData name="Muriel BORDE" userId="c170603111e0d29b" providerId="LiveId" clId="{88A39F71-90C1-4121-B360-2DDA4F102DCB}" dt="2023-09-27T15:12:07.219" v="20707" actId="27636"/>
          <ac:spMkLst>
            <pc:docMk/>
            <pc:sldMk cId="2955128467" sldId="455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27T15:12:40.313" v="20727" actId="207"/>
          <ac:spMkLst>
            <pc:docMk/>
            <pc:sldMk cId="2955128467" sldId="455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2955128467" sldId="455"/>
            <ac:spMk id="8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2:33.884" v="20724" actId="255"/>
        <pc:sldMkLst>
          <pc:docMk/>
          <pc:sldMk cId="2660007410" sldId="456"/>
        </pc:sldMkLst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2660007410" sldId="456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05:27.455" v="19993" actId="6549"/>
          <ac:spMkLst>
            <pc:docMk/>
            <pc:sldMk cId="2660007410" sldId="456"/>
            <ac:spMk id="3" creationId="{FB10BFF7-FE4E-974B-E7FC-9C7669A0EB9C}"/>
          </ac:spMkLst>
        </pc:spChg>
        <pc:spChg chg="add del mod">
          <ac:chgData name="Muriel BORDE" userId="c170603111e0d29b" providerId="LiveId" clId="{88A39F71-90C1-4121-B360-2DDA4F102DCB}" dt="2023-07-28T14:38:14.369" v="17348" actId="478"/>
          <ac:spMkLst>
            <pc:docMk/>
            <pc:sldMk cId="2660007410" sldId="456"/>
            <ac:spMk id="4" creationId="{04915ED2-74E3-1C3C-C6E3-D0863B68874F}"/>
          </ac:spMkLst>
        </pc:spChg>
        <pc:spChg chg="add del mod ord">
          <ac:chgData name="Muriel BORDE" userId="c170603111e0d29b" providerId="LiveId" clId="{88A39F71-90C1-4121-B360-2DDA4F102DCB}" dt="2023-09-27T15:12:20.554" v="20712" actId="478"/>
          <ac:spMkLst>
            <pc:docMk/>
            <pc:sldMk cId="2660007410" sldId="456"/>
            <ac:spMk id="4" creationId="{FC84404F-B4BC-534B-181D-93E767D196FB}"/>
          </ac:spMkLst>
        </pc:spChg>
        <pc:spChg chg="add del mod ord">
          <ac:chgData name="Muriel BORDE" userId="c170603111e0d29b" providerId="LiveId" clId="{88A39F71-90C1-4121-B360-2DDA4F102DCB}" dt="2023-09-27T15:12:22.574" v="20713" actId="478"/>
          <ac:spMkLst>
            <pc:docMk/>
            <pc:sldMk cId="2660007410" sldId="456"/>
            <ac:spMk id="5" creationId="{A02799F9-F678-7047-F754-3D178C495B66}"/>
          </ac:spMkLst>
        </pc:spChg>
        <pc:spChg chg="add del mod">
          <ac:chgData name="Muriel BORDE" userId="c170603111e0d29b" providerId="LiveId" clId="{88A39F71-90C1-4121-B360-2DDA4F102DCB}" dt="2023-09-22T15:02:43.439" v="19874" actId="478"/>
          <ac:spMkLst>
            <pc:docMk/>
            <pc:sldMk cId="2660007410" sldId="456"/>
            <ac:spMk id="5" creationId="{C1A72B08-2814-4CF2-C4B7-29AA030F86CA}"/>
          </ac:spMkLst>
        </pc:spChg>
        <pc:spChg chg="mod ord">
          <ac:chgData name="Muriel BORDE" userId="c170603111e0d29b" providerId="LiveId" clId="{88A39F71-90C1-4121-B360-2DDA4F102DCB}" dt="2023-09-27T15:12:33.884" v="20724" actId="255"/>
          <ac:spMkLst>
            <pc:docMk/>
            <pc:sldMk cId="2660007410" sldId="456"/>
            <ac:spMk id="6" creationId="{00000000-0000-0000-0000-000000000000}"/>
          </ac:spMkLst>
        </pc:spChg>
        <pc:spChg chg="del">
          <ac:chgData name="Muriel BORDE" userId="c170603111e0d29b" providerId="LiveId" clId="{88A39F71-90C1-4121-B360-2DDA4F102DCB}" dt="2023-07-28T13:07:56.905" v="16722" actId="478"/>
          <ac:spMkLst>
            <pc:docMk/>
            <pc:sldMk cId="2660007410" sldId="456"/>
            <ac:spMk id="7" creationId="{78FD1E99-D478-280C-7F8F-B67AF6DECA36}"/>
          </ac:spMkLst>
        </pc:spChg>
        <pc:spChg chg="del">
          <ac:chgData name="Muriel BORDE" userId="c170603111e0d29b" providerId="LiveId" clId="{88A39F71-90C1-4121-B360-2DDA4F102DCB}" dt="2023-07-28T13:07:58.699" v="16723" actId="478"/>
          <ac:spMkLst>
            <pc:docMk/>
            <pc:sldMk cId="2660007410" sldId="456"/>
            <ac:spMk id="8" creationId="{00000000-0000-0000-0000-000000000000}"/>
          </ac:spMkLst>
        </pc:spChg>
        <pc:spChg chg="del">
          <ac:chgData name="Muriel BORDE" userId="c170603111e0d29b" providerId="LiveId" clId="{88A39F71-90C1-4121-B360-2DDA4F102DCB}" dt="2023-07-28T13:07:54.908" v="16721" actId="478"/>
          <ac:spMkLst>
            <pc:docMk/>
            <pc:sldMk cId="2660007410" sldId="456"/>
            <ac:spMk id="13" creationId="{00000000-0000-0000-0000-000000000000}"/>
          </ac:spMkLst>
        </pc:spChg>
        <pc:spChg chg="del">
          <ac:chgData name="Muriel BORDE" userId="c170603111e0d29b" providerId="LiveId" clId="{88A39F71-90C1-4121-B360-2DDA4F102DCB}" dt="2023-07-28T13:07:54.908" v="16721" actId="478"/>
          <ac:spMkLst>
            <pc:docMk/>
            <pc:sldMk cId="2660007410" sldId="456"/>
            <ac:spMk id="14" creationId="{00000000-0000-0000-0000-000000000000}"/>
          </ac:spMkLst>
        </pc:spChg>
        <pc:spChg chg="del">
          <ac:chgData name="Muriel BORDE" userId="c170603111e0d29b" providerId="LiveId" clId="{88A39F71-90C1-4121-B360-2DDA4F102DCB}" dt="2023-07-28T13:07:54.908" v="16721" actId="478"/>
          <ac:spMkLst>
            <pc:docMk/>
            <pc:sldMk cId="2660007410" sldId="456"/>
            <ac:spMk id="18" creationId="{00000000-0000-0000-0000-000000000000}"/>
          </ac:spMkLst>
        </pc:spChg>
        <pc:spChg chg="del">
          <ac:chgData name="Muriel BORDE" userId="c170603111e0d29b" providerId="LiveId" clId="{88A39F71-90C1-4121-B360-2DDA4F102DCB}" dt="2023-07-28T13:07:54.908" v="16721" actId="478"/>
          <ac:spMkLst>
            <pc:docMk/>
            <pc:sldMk cId="2660007410" sldId="456"/>
            <ac:spMk id="19" creationId="{00000000-0000-0000-0000-000000000000}"/>
          </ac:spMkLst>
        </pc:spChg>
        <pc:picChg chg="del">
          <ac:chgData name="Muriel BORDE" userId="c170603111e0d29b" providerId="LiveId" clId="{88A39F71-90C1-4121-B360-2DDA4F102DCB}" dt="2023-07-28T13:07:56.905" v="16722" actId="478"/>
          <ac:picMkLst>
            <pc:docMk/>
            <pc:sldMk cId="2660007410" sldId="456"/>
            <ac:picMk id="3" creationId="{E7550A22-C706-EFF2-DB04-4D7A424E79CC}"/>
          </ac:picMkLst>
        </pc:picChg>
        <pc:picChg chg="add mod">
          <ac:chgData name="Muriel BORDE" userId="c170603111e0d29b" providerId="LiveId" clId="{88A39F71-90C1-4121-B360-2DDA4F102DCB}" dt="2023-09-22T15:10:34.399" v="20073" actId="1076"/>
          <ac:picMkLst>
            <pc:docMk/>
            <pc:sldMk cId="2660007410" sldId="456"/>
            <ac:picMk id="1026" creationId="{E546EBEA-23FB-282C-FDE1-A394E534C1A8}"/>
          </ac:picMkLst>
        </pc:picChg>
        <pc:picChg chg="del">
          <ac:chgData name="Muriel BORDE" userId="c170603111e0d29b" providerId="LiveId" clId="{88A39F71-90C1-4121-B360-2DDA4F102DCB}" dt="2023-07-28T13:07:56.905" v="16722" actId="478"/>
          <ac:picMkLst>
            <pc:docMk/>
            <pc:sldMk cId="2660007410" sldId="456"/>
            <ac:picMk id="18434" creationId="{DADCDAFE-6E43-B0CE-BB5B-8020D3ECC73D}"/>
          </ac:picMkLst>
        </pc:picChg>
      </pc:sldChg>
      <pc:sldChg chg="addSp delSp modSp add mod modClrScheme chgLayout">
        <pc:chgData name="Muriel BORDE" userId="c170603111e0d29b" providerId="LiveId" clId="{88A39F71-90C1-4121-B360-2DDA4F102DCB}" dt="2023-12-11T09:03:58.794" v="21364" actId="12"/>
        <pc:sldMkLst>
          <pc:docMk/>
          <pc:sldMk cId="95441944" sldId="457"/>
        </pc:sldMkLst>
        <pc:spChg chg="mod ord">
          <ac:chgData name="Muriel BORDE" userId="c170603111e0d29b" providerId="LiveId" clId="{88A39F71-90C1-4121-B360-2DDA4F102DCB}" dt="2023-09-27T15:08:59.483" v="20640" actId="700"/>
          <ac:spMkLst>
            <pc:docMk/>
            <pc:sldMk cId="95441944" sldId="457"/>
            <ac:spMk id="2" creationId="{00000000-0000-0000-0000-000000000000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" creationId="{9753EBF9-F546-6865-5759-A84E4F2D5D3B}"/>
          </ac:spMkLst>
        </pc:spChg>
        <pc:spChg chg="add del mod ord">
          <ac:chgData name="Muriel BORDE" userId="c170603111e0d29b" providerId="LiveId" clId="{88A39F71-90C1-4121-B360-2DDA4F102DCB}" dt="2023-09-27T15:09:01.568" v="20641" actId="478"/>
          <ac:spMkLst>
            <pc:docMk/>
            <pc:sldMk cId="95441944" sldId="457"/>
            <ac:spMk id="3" creationId="{B74A56C5-32F2-4880-BA5B-4FCF603DB64C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4" creationId="{D29B2103-1FA0-F328-A3B9-FBE5CAE398F3}"/>
          </ac:spMkLst>
        </pc:spChg>
        <pc:spChg chg="add del mod ord">
          <ac:chgData name="Muriel BORDE" userId="c170603111e0d29b" providerId="LiveId" clId="{88A39F71-90C1-4121-B360-2DDA4F102DCB}" dt="2023-09-27T15:09:03.007" v="20642" actId="478"/>
          <ac:spMkLst>
            <pc:docMk/>
            <pc:sldMk cId="95441944" sldId="457"/>
            <ac:spMk id="4" creationId="{F7D25D18-0EFF-3DD4-9DC2-8F698DECA8CD}"/>
          </ac:spMkLst>
        </pc:spChg>
        <pc:spChg chg="add del mod ord">
          <ac:chgData name="Muriel BORDE" userId="c170603111e0d29b" providerId="LiveId" clId="{88A39F71-90C1-4121-B360-2DDA4F102DCB}" dt="2023-09-27T15:09:07.891" v="20643" actId="478"/>
          <ac:spMkLst>
            <pc:docMk/>
            <pc:sldMk cId="95441944" sldId="457"/>
            <ac:spMk id="5" creationId="{8A1C49D6-8E25-F754-6D4C-2B3B0A1BD98D}"/>
          </ac:spMkLst>
        </pc:spChg>
        <pc:spChg chg="add del mod">
          <ac:chgData name="Muriel BORDE" userId="c170603111e0d29b" providerId="LiveId" clId="{88A39F71-90C1-4121-B360-2DDA4F102DCB}" dt="2023-07-28T14:30:38.473" v="16824" actId="478"/>
          <ac:spMkLst>
            <pc:docMk/>
            <pc:sldMk cId="95441944" sldId="457"/>
            <ac:spMk id="6" creationId="{CA15F184-086E-4601-B522-1C2BE87033DB}"/>
          </ac:spMkLst>
        </pc:spChg>
        <pc:spChg chg="del mod">
          <ac:chgData name="Muriel BORDE" userId="c170603111e0d29b" providerId="LiveId" clId="{88A39F71-90C1-4121-B360-2DDA4F102DCB}" dt="2023-07-28T14:30:36.499" v="16822" actId="478"/>
          <ac:spMkLst>
            <pc:docMk/>
            <pc:sldMk cId="95441944" sldId="457"/>
            <ac:spMk id="7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7T15:09:11.114" v="20644" actId="207"/>
          <ac:spMkLst>
            <pc:docMk/>
            <pc:sldMk cId="95441944" sldId="457"/>
            <ac:spMk id="8" creationId="{9DCF19B9-867B-076F-31EB-437828226E83}"/>
          </ac:spMkLst>
        </pc:spChg>
        <pc:spChg chg="add del mod">
          <ac:chgData name="Muriel BORDE" userId="c170603111e0d29b" providerId="LiveId" clId="{88A39F71-90C1-4121-B360-2DDA4F102DCB}" dt="2023-09-05T08:35:54.276" v="18608" actId="478"/>
          <ac:spMkLst>
            <pc:docMk/>
            <pc:sldMk cId="95441944" sldId="457"/>
            <ac:spMk id="9" creationId="{59B32A79-4CDE-579B-F660-18CA4C52EAF3}"/>
          </ac:spMkLst>
        </pc:spChg>
        <pc:spChg chg="add mod">
          <ac:chgData name="Muriel BORDE" userId="c170603111e0d29b" providerId="LiveId" clId="{88A39F71-90C1-4121-B360-2DDA4F102DCB}" dt="2023-12-11T09:03:58.794" v="21364" actId="12"/>
          <ac:spMkLst>
            <pc:docMk/>
            <pc:sldMk cId="95441944" sldId="457"/>
            <ac:spMk id="10" creationId="{6B851151-C379-CD90-AE39-B9924D7B78BF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17" creationId="{CBC2B0C9-1528-21D4-B372-83599AA4A52A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18" creationId="{EC9CFFF2-52EF-62E6-6FDD-18603B05E88D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19" creationId="{162AF59F-5D9F-7DE5-0D11-6FC096C3D860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0" creationId="{023FB537-2BF3-2B02-8539-1522E4EABE79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1" creationId="{84405DD0-A9FA-64A4-B86D-3E35171E2864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2" creationId="{710ACEF6-5860-E181-0237-3C6572258A0C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3" creationId="{A0AE5BF3-1FF9-316A-0EE6-088363AFB358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4" creationId="{B567EA7C-570C-083C-ABD4-21A1BE02F41F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5" creationId="{A5770E35-476E-A53E-D55A-78264B850300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6" creationId="{69E10526-E080-3931-A930-5A7098E2C59A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7" creationId="{B8FC9CB3-9F29-5FD6-6B34-B1AF57F401F3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28" creationId="{903718B5-50A1-9B24-F3EC-7DA1225CACBF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2" creationId="{CAB30F6F-2E7E-D1F4-9978-53A300F47092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3" creationId="{9EBC9118-F9EC-D43E-7B24-5D4E49745F4E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4" creationId="{F7986277-4679-EE2C-D8AA-8B3B31540735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5" creationId="{0564700C-BF99-CA4F-7B8A-AEFD4C348083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6" creationId="{FD7DC094-C8C9-3653-A776-7C18A2472636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7" creationId="{033CA9C4-2FED-6E50-054E-90DCB09C112C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8" creationId="{D77EF57A-455A-6569-DD5B-69219A5ECA22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39" creationId="{D89B7730-DC28-7E13-D864-87D87B480F0A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40" creationId="{8E17FE17-8081-E7F8-E5E6-D2D019FB88AB}"/>
          </ac:spMkLst>
        </pc:spChg>
        <pc:spChg chg="del">
          <ac:chgData name="Muriel BORDE" userId="c170603111e0d29b" providerId="LiveId" clId="{88A39F71-90C1-4121-B360-2DDA4F102DCB}" dt="2023-07-28T14:30:19.221" v="16819" actId="478"/>
          <ac:spMkLst>
            <pc:docMk/>
            <pc:sldMk cId="95441944" sldId="457"/>
            <ac:spMk id="41" creationId="{89EDD195-E206-7B18-A648-FBEEC37D418F}"/>
          </ac:spMkLst>
        </pc:spChg>
        <pc:spChg chg="del">
          <ac:chgData name="Muriel BORDE" userId="c170603111e0d29b" providerId="LiveId" clId="{88A39F71-90C1-4121-B360-2DDA4F102DCB}" dt="2023-07-28T14:30:20.677" v="16820" actId="478"/>
          <ac:spMkLst>
            <pc:docMk/>
            <pc:sldMk cId="95441944" sldId="457"/>
            <ac:spMk id="48" creationId="{2AED7DF4-FA2E-6B85-996F-A8C37D546BC1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3:11.344" v="20740" actId="207"/>
        <pc:sldMkLst>
          <pc:docMk/>
          <pc:sldMk cId="368474687" sldId="458"/>
        </pc:sldMkLst>
        <pc:spChg chg="mod ord">
          <ac:chgData name="Muriel BORDE" userId="c170603111e0d29b" providerId="LiveId" clId="{88A39F71-90C1-4121-B360-2DDA4F102DCB}" dt="2023-09-27T15:12:07.157" v="20704" actId="700"/>
          <ac:spMkLst>
            <pc:docMk/>
            <pc:sldMk cId="368474687" sldId="458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3:07.424" v="20737" actId="478"/>
          <ac:spMkLst>
            <pc:docMk/>
            <pc:sldMk cId="368474687" sldId="458"/>
            <ac:spMk id="3" creationId="{98F84027-810C-A1A4-5EBC-E3E902E52EA0}"/>
          </ac:spMkLst>
        </pc:spChg>
        <pc:spChg chg="add del mod ord">
          <ac:chgData name="Muriel BORDE" userId="c170603111e0d29b" providerId="LiveId" clId="{88A39F71-90C1-4121-B360-2DDA4F102DCB}" dt="2023-09-27T15:13:08.241" v="20738" actId="478"/>
          <ac:spMkLst>
            <pc:docMk/>
            <pc:sldMk cId="368474687" sldId="458"/>
            <ac:spMk id="4" creationId="{64090DAD-95B6-A027-7C2E-2600B1394991}"/>
          </ac:spMkLst>
        </pc:spChg>
        <pc:spChg chg="add del mod ord">
          <ac:chgData name="Muriel BORDE" userId="c170603111e0d29b" providerId="LiveId" clId="{88A39F71-90C1-4121-B360-2DDA4F102DCB}" dt="2023-09-27T15:13:09.664" v="20739" actId="478"/>
          <ac:spMkLst>
            <pc:docMk/>
            <pc:sldMk cId="368474687" sldId="458"/>
            <ac:spMk id="5" creationId="{32086EF2-CE98-0EB2-FCCE-C4DF496790D8}"/>
          </ac:spMkLst>
        </pc:spChg>
        <pc:spChg chg="mod">
          <ac:chgData name="Muriel BORDE" userId="c170603111e0d29b" providerId="LiveId" clId="{88A39F71-90C1-4121-B360-2DDA4F102DCB}" dt="2023-09-27T15:13:11.344" v="20740" actId="207"/>
          <ac:spMkLst>
            <pc:docMk/>
            <pc:sldMk cId="368474687" sldId="458"/>
            <ac:spMk id="8" creationId="{9DCF19B9-867B-076F-31EB-437828226E83}"/>
          </ac:spMkLst>
        </pc:spChg>
        <pc:spChg chg="del mod">
          <ac:chgData name="Muriel BORDE" userId="c170603111e0d29b" providerId="LiveId" clId="{88A39F71-90C1-4121-B360-2DDA4F102DCB}" dt="2023-07-28T14:33:11.405" v="16968" actId="478"/>
          <ac:spMkLst>
            <pc:docMk/>
            <pc:sldMk cId="368474687" sldId="458"/>
            <ac:spMk id="9" creationId="{59B32A79-4CDE-579B-F660-18CA4C52EAF3}"/>
          </ac:spMkLst>
        </pc:spChg>
        <pc:spChg chg="mod">
          <ac:chgData name="Muriel BORDE" userId="c170603111e0d29b" providerId="LiveId" clId="{88A39F71-90C1-4121-B360-2DDA4F102DCB}" dt="2023-09-05T08:36:27.292" v="18611" actId="20577"/>
          <ac:spMkLst>
            <pc:docMk/>
            <pc:sldMk cId="368474687" sldId="458"/>
            <ac:spMk id="10" creationId="{6B851151-C379-CD90-AE39-B9924D7B78BF}"/>
          </ac:spMkLst>
        </pc:spChg>
        <pc:spChg chg="del mod">
          <ac:chgData name="Muriel BORDE" userId="c170603111e0d29b" providerId="LiveId" clId="{88A39F71-90C1-4121-B360-2DDA4F102DCB}" dt="2023-09-27T15:13:05.262" v="20736" actId="478"/>
          <ac:spMkLst>
            <pc:docMk/>
            <pc:sldMk cId="368474687" sldId="458"/>
            <ac:spMk id="31" creationId="{669E6BE8-8277-3909-786D-D84E7B839A0D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4:33.403" v="20767" actId="207"/>
        <pc:sldMkLst>
          <pc:docMk/>
          <pc:sldMk cId="2583576800" sldId="459"/>
        </pc:sldMkLst>
        <pc:spChg chg="mod ord">
          <ac:chgData name="Muriel BORDE" userId="c170603111e0d29b" providerId="LiveId" clId="{88A39F71-90C1-4121-B360-2DDA4F102DCB}" dt="2023-09-27T15:13:49.306" v="20748" actId="700"/>
          <ac:spMkLst>
            <pc:docMk/>
            <pc:sldMk cId="2583576800" sldId="459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4:26.488" v="20764" actId="478"/>
          <ac:spMkLst>
            <pc:docMk/>
            <pc:sldMk cId="2583576800" sldId="459"/>
            <ac:spMk id="3" creationId="{F080FFAF-754C-B510-3D31-C949858D2F1B}"/>
          </ac:spMkLst>
        </pc:spChg>
        <pc:spChg chg="add del mod ord">
          <ac:chgData name="Muriel BORDE" userId="c170603111e0d29b" providerId="LiveId" clId="{88A39F71-90C1-4121-B360-2DDA4F102DCB}" dt="2023-09-27T15:14:28.260" v="20765" actId="478"/>
          <ac:spMkLst>
            <pc:docMk/>
            <pc:sldMk cId="2583576800" sldId="459"/>
            <ac:spMk id="4" creationId="{80B88C7B-C1CF-BA5B-0DFF-A92BDB51DB25}"/>
          </ac:spMkLst>
        </pc:spChg>
        <pc:spChg chg="add del mod ord">
          <ac:chgData name="Muriel BORDE" userId="c170603111e0d29b" providerId="LiveId" clId="{88A39F71-90C1-4121-B360-2DDA4F102DCB}" dt="2023-09-27T15:14:29.294" v="20766" actId="478"/>
          <ac:spMkLst>
            <pc:docMk/>
            <pc:sldMk cId="2583576800" sldId="459"/>
            <ac:spMk id="5" creationId="{20F53112-B45E-3EB1-2B02-4F9EA1AF8AB9}"/>
          </ac:spMkLst>
        </pc:spChg>
        <pc:spChg chg="mod">
          <ac:chgData name="Muriel BORDE" userId="c170603111e0d29b" providerId="LiveId" clId="{88A39F71-90C1-4121-B360-2DDA4F102DCB}" dt="2023-09-27T15:14:33.403" v="20767" actId="207"/>
          <ac:spMkLst>
            <pc:docMk/>
            <pc:sldMk cId="2583576800" sldId="459"/>
            <ac:spMk id="8" creationId="{9DCF19B9-867B-076F-31EB-437828226E83}"/>
          </ac:spMkLst>
        </pc:spChg>
        <pc:spChg chg="mod">
          <ac:chgData name="Muriel BORDE" userId="c170603111e0d29b" providerId="LiveId" clId="{88A39F71-90C1-4121-B360-2DDA4F102DCB}" dt="2023-07-28T14:34:30.910" v="17096" actId="20577"/>
          <ac:spMkLst>
            <pc:docMk/>
            <pc:sldMk cId="2583576800" sldId="459"/>
            <ac:spMk id="10" creationId="{6B851151-C379-CD90-AE39-B9924D7B78BF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6:32.718" v="20809" actId="207"/>
        <pc:sldMkLst>
          <pc:docMk/>
          <pc:sldMk cId="1339556018" sldId="460"/>
        </pc:sldMkLst>
        <pc:spChg chg="mod ord">
          <ac:chgData name="Muriel BORDE" userId="c170603111e0d29b" providerId="LiveId" clId="{88A39F71-90C1-4121-B360-2DDA4F102DCB}" dt="2023-09-27T15:16:17.830" v="20800" actId="700"/>
          <ac:spMkLst>
            <pc:docMk/>
            <pc:sldMk cId="1339556018" sldId="460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6:28.970" v="20806" actId="478"/>
          <ac:spMkLst>
            <pc:docMk/>
            <pc:sldMk cId="1339556018" sldId="460"/>
            <ac:spMk id="3" creationId="{2F964E5D-B55B-18C0-AEFE-31AD7D917BFC}"/>
          </ac:spMkLst>
        </pc:spChg>
        <pc:spChg chg="add del mod ord">
          <ac:chgData name="Muriel BORDE" userId="c170603111e0d29b" providerId="LiveId" clId="{88A39F71-90C1-4121-B360-2DDA4F102DCB}" dt="2023-09-27T15:16:29.737" v="20807" actId="478"/>
          <ac:spMkLst>
            <pc:docMk/>
            <pc:sldMk cId="1339556018" sldId="460"/>
            <ac:spMk id="4" creationId="{B5402723-4414-CA85-282B-477927F69258}"/>
          </ac:spMkLst>
        </pc:spChg>
        <pc:spChg chg="add del mod ord">
          <ac:chgData name="Muriel BORDE" userId="c170603111e0d29b" providerId="LiveId" clId="{88A39F71-90C1-4121-B360-2DDA4F102DCB}" dt="2023-09-27T15:16:31.163" v="20808" actId="478"/>
          <ac:spMkLst>
            <pc:docMk/>
            <pc:sldMk cId="1339556018" sldId="460"/>
            <ac:spMk id="5" creationId="{ABC89196-93BA-8B3B-DFC7-1C99E9293783}"/>
          </ac:spMkLst>
        </pc:spChg>
        <pc:spChg chg="mod">
          <ac:chgData name="Muriel BORDE" userId="c170603111e0d29b" providerId="LiveId" clId="{88A39F71-90C1-4121-B360-2DDA4F102DCB}" dt="2023-09-27T15:16:32.718" v="20809" actId="207"/>
          <ac:spMkLst>
            <pc:docMk/>
            <pc:sldMk cId="1339556018" sldId="460"/>
            <ac:spMk id="8" creationId="{9DCF19B9-867B-076F-31EB-437828226E83}"/>
          </ac:spMkLst>
        </pc:spChg>
        <pc:spChg chg="mod">
          <ac:chgData name="Muriel BORDE" userId="c170603111e0d29b" providerId="LiveId" clId="{88A39F71-90C1-4121-B360-2DDA4F102DCB}" dt="2023-09-05T08:35:02.974" v="18574" actId="20577"/>
          <ac:spMkLst>
            <pc:docMk/>
            <pc:sldMk cId="1339556018" sldId="460"/>
            <ac:spMk id="10" creationId="{6B851151-C379-CD90-AE39-B9924D7B78BF}"/>
          </ac:spMkLst>
        </pc:spChg>
      </pc:sldChg>
      <pc:sldChg chg="modSp add mod">
        <pc:chgData name="Muriel BORDE" userId="c170603111e0d29b" providerId="LiveId" clId="{88A39F71-90C1-4121-B360-2DDA4F102DCB}" dt="2023-09-27T15:29:41.858" v="21036" actId="207"/>
        <pc:sldMkLst>
          <pc:docMk/>
          <pc:sldMk cId="1532903524" sldId="461"/>
        </pc:sldMkLst>
        <pc:spChg chg="mod">
          <ac:chgData name="Muriel BORDE" userId="c170603111e0d29b" providerId="LiveId" clId="{88A39F71-90C1-4121-B360-2DDA4F102DCB}" dt="2023-09-27T15:29:41.858" v="21036" actId="207"/>
          <ac:spMkLst>
            <pc:docMk/>
            <pc:sldMk cId="1532903524" sldId="461"/>
            <ac:spMk id="8" creationId="{9DCF19B9-867B-076F-31EB-437828226E83}"/>
          </ac:spMkLst>
        </pc:spChg>
        <pc:spChg chg="mod">
          <ac:chgData name="Muriel BORDE" userId="c170603111e0d29b" providerId="LiveId" clId="{88A39F71-90C1-4121-B360-2DDA4F102DCB}" dt="2023-07-28T14:35:44.431" v="17171" actId="20577"/>
          <ac:spMkLst>
            <pc:docMk/>
            <pc:sldMk cId="1532903524" sldId="461"/>
            <ac:spMk id="10" creationId="{6B851151-C379-CD90-AE39-B9924D7B78BF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8:10.672" v="20844" actId="207"/>
        <pc:sldMkLst>
          <pc:docMk/>
          <pc:sldMk cId="2328176175" sldId="462"/>
        </pc:sldMkLst>
        <pc:spChg chg="mod ord">
          <ac:chgData name="Muriel BORDE" userId="c170603111e0d29b" providerId="LiveId" clId="{88A39F71-90C1-4121-B360-2DDA4F102DCB}" dt="2023-09-27T15:17:46.096" v="20831" actId="700"/>
          <ac:spMkLst>
            <pc:docMk/>
            <pc:sldMk cId="2328176175" sldId="462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8:06.183" v="20841" actId="478"/>
          <ac:spMkLst>
            <pc:docMk/>
            <pc:sldMk cId="2328176175" sldId="462"/>
            <ac:spMk id="3" creationId="{878A2E73-22A7-2B21-1938-D500BF5BC035}"/>
          </ac:spMkLst>
        </pc:spChg>
        <pc:spChg chg="add del mod ord">
          <ac:chgData name="Muriel BORDE" userId="c170603111e0d29b" providerId="LiveId" clId="{88A39F71-90C1-4121-B360-2DDA4F102DCB}" dt="2023-09-27T15:18:07.340" v="20842" actId="478"/>
          <ac:spMkLst>
            <pc:docMk/>
            <pc:sldMk cId="2328176175" sldId="462"/>
            <ac:spMk id="4" creationId="{B31E18E7-CB3A-E643-DA4C-5C33C14F91DD}"/>
          </ac:spMkLst>
        </pc:spChg>
        <pc:spChg chg="add del mod ord">
          <ac:chgData name="Muriel BORDE" userId="c170603111e0d29b" providerId="LiveId" clId="{88A39F71-90C1-4121-B360-2DDA4F102DCB}" dt="2023-09-27T15:18:08.971" v="20843" actId="478"/>
          <ac:spMkLst>
            <pc:docMk/>
            <pc:sldMk cId="2328176175" sldId="462"/>
            <ac:spMk id="5" creationId="{9F99AE1E-EA04-5B6E-4CB2-77455AD685A4}"/>
          </ac:spMkLst>
        </pc:spChg>
        <pc:spChg chg="mod">
          <ac:chgData name="Muriel BORDE" userId="c170603111e0d29b" providerId="LiveId" clId="{88A39F71-90C1-4121-B360-2DDA4F102DCB}" dt="2023-09-27T15:18:10.672" v="20844" actId="207"/>
          <ac:spMkLst>
            <pc:docMk/>
            <pc:sldMk cId="2328176175" sldId="462"/>
            <ac:spMk id="8" creationId="{9DCF19B9-867B-076F-31EB-437828226E83}"/>
          </ac:spMkLst>
        </pc:spChg>
        <pc:spChg chg="mod">
          <ac:chgData name="Muriel BORDE" userId="c170603111e0d29b" providerId="LiveId" clId="{88A39F71-90C1-4121-B360-2DDA4F102DCB}" dt="2023-07-28T14:36:07.883" v="17197" actId="20577"/>
          <ac:spMkLst>
            <pc:docMk/>
            <pc:sldMk cId="2328176175" sldId="462"/>
            <ac:spMk id="10" creationId="{6B851151-C379-CD90-AE39-B9924D7B78BF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9:54.125" v="20888" actId="207"/>
        <pc:sldMkLst>
          <pc:docMk/>
          <pc:sldMk cId="2378395775" sldId="463"/>
        </pc:sldMkLst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2378395775" sldId="463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19:51.260" v="20887" actId="478"/>
          <ac:spMkLst>
            <pc:docMk/>
            <pc:sldMk cId="2378395775" sldId="463"/>
            <ac:spMk id="3" creationId="{EA917404-C760-CA42-D8D4-C0B07150D662}"/>
          </ac:spMkLst>
        </pc:spChg>
        <pc:spChg chg="add del mod ord">
          <ac:chgData name="Muriel BORDE" userId="c170603111e0d29b" providerId="LiveId" clId="{88A39F71-90C1-4121-B360-2DDA4F102DCB}" dt="2023-09-27T15:19:51.260" v="20887" actId="478"/>
          <ac:spMkLst>
            <pc:docMk/>
            <pc:sldMk cId="2378395775" sldId="463"/>
            <ac:spMk id="4" creationId="{EA4D576C-76D7-1503-3C90-962BB1269A94}"/>
          </ac:spMkLst>
        </pc:spChg>
        <pc:spChg chg="add del mod ord">
          <ac:chgData name="Muriel BORDE" userId="c170603111e0d29b" providerId="LiveId" clId="{88A39F71-90C1-4121-B360-2DDA4F102DCB}" dt="2023-09-27T15:19:49.285" v="20886" actId="478"/>
          <ac:spMkLst>
            <pc:docMk/>
            <pc:sldMk cId="2378395775" sldId="463"/>
            <ac:spMk id="5" creationId="{8B0B0EC6-CF39-3B63-FCB9-723ADE8DC8E7}"/>
          </ac:spMkLst>
        </pc:spChg>
        <pc:spChg chg="mod">
          <ac:chgData name="Muriel BORDE" userId="c170603111e0d29b" providerId="LiveId" clId="{88A39F71-90C1-4121-B360-2DDA4F102DCB}" dt="2023-09-27T15:19:54.125" v="20888" actId="207"/>
          <ac:spMkLst>
            <pc:docMk/>
            <pc:sldMk cId="2378395775" sldId="463"/>
            <ac:spMk id="8" creationId="{9DCF19B9-867B-076F-31EB-437828226E83}"/>
          </ac:spMkLst>
        </pc:spChg>
        <pc:spChg chg="mod">
          <ac:chgData name="Muriel BORDE" userId="c170603111e0d29b" providerId="LiveId" clId="{88A39F71-90C1-4121-B360-2DDA4F102DCB}" dt="2023-07-28T14:36:30.947" v="17256" actId="20577"/>
          <ac:spMkLst>
            <pc:docMk/>
            <pc:sldMk cId="2378395775" sldId="463"/>
            <ac:spMk id="10" creationId="{6B851151-C379-CD90-AE39-B9924D7B78BF}"/>
          </ac:spMkLst>
        </pc:spChg>
        <pc:spChg chg="del">
          <ac:chgData name="Muriel BORDE" userId="c170603111e0d29b" providerId="LiveId" clId="{88A39F71-90C1-4121-B360-2DDA4F102DCB}" dt="2023-09-27T15:19:51.260" v="20887" actId="478"/>
          <ac:spMkLst>
            <pc:docMk/>
            <pc:sldMk cId="2378395775" sldId="463"/>
            <ac:spMk id="31" creationId="{669E6BE8-8277-3909-786D-D84E7B839A0D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22:16.004" v="20936" actId="207"/>
        <pc:sldMkLst>
          <pc:docMk/>
          <pc:sldMk cId="2620786957" sldId="464"/>
        </pc:sldMkLst>
        <pc:spChg chg="mod ord">
          <ac:chgData name="Muriel BORDE" userId="c170603111e0d29b" providerId="LiveId" clId="{88A39F71-90C1-4121-B360-2DDA4F102DCB}" dt="2023-09-27T15:19:32.194" v="20877" actId="700"/>
          <ac:spMkLst>
            <pc:docMk/>
            <pc:sldMk cId="2620786957" sldId="464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2:13.102" v="20934" actId="478"/>
          <ac:spMkLst>
            <pc:docMk/>
            <pc:sldMk cId="2620786957" sldId="464"/>
            <ac:spMk id="3" creationId="{E283213E-5DDC-E74B-0797-00DB2DA69C14}"/>
          </ac:spMkLst>
        </pc:spChg>
        <pc:spChg chg="add del mod ord">
          <ac:chgData name="Muriel BORDE" userId="c170603111e0d29b" providerId="LiveId" clId="{88A39F71-90C1-4121-B360-2DDA4F102DCB}" dt="2023-09-27T15:22:14.589" v="20935" actId="478"/>
          <ac:spMkLst>
            <pc:docMk/>
            <pc:sldMk cId="2620786957" sldId="464"/>
            <ac:spMk id="4" creationId="{CEA14610-8DCF-2C56-8196-A7F066B2DD0D}"/>
          </ac:spMkLst>
        </pc:spChg>
        <pc:spChg chg="add del mod ord">
          <ac:chgData name="Muriel BORDE" userId="c170603111e0d29b" providerId="LiveId" clId="{88A39F71-90C1-4121-B360-2DDA4F102DCB}" dt="2023-09-27T15:22:11.475" v="20933" actId="478"/>
          <ac:spMkLst>
            <pc:docMk/>
            <pc:sldMk cId="2620786957" sldId="464"/>
            <ac:spMk id="5" creationId="{05DEDC2B-0324-A555-F096-AE5B55D717C2}"/>
          </ac:spMkLst>
        </pc:spChg>
        <pc:spChg chg="mod">
          <ac:chgData name="Muriel BORDE" userId="c170603111e0d29b" providerId="LiveId" clId="{88A39F71-90C1-4121-B360-2DDA4F102DCB}" dt="2023-09-27T15:22:16.004" v="20936" actId="207"/>
          <ac:spMkLst>
            <pc:docMk/>
            <pc:sldMk cId="2620786957" sldId="464"/>
            <ac:spMk id="8" creationId="{9DCF19B9-867B-076F-31EB-437828226E83}"/>
          </ac:spMkLst>
        </pc:spChg>
        <pc:spChg chg="mod">
          <ac:chgData name="Muriel BORDE" userId="c170603111e0d29b" providerId="LiveId" clId="{88A39F71-90C1-4121-B360-2DDA4F102DCB}" dt="2023-07-28T14:36:48.288" v="17288" actId="20577"/>
          <ac:spMkLst>
            <pc:docMk/>
            <pc:sldMk cId="2620786957" sldId="464"/>
            <ac:spMk id="10" creationId="{6B851151-C379-CD90-AE39-B9924D7B78BF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12-11T08:22:08.388" v="21324" actId="403"/>
        <pc:sldMkLst>
          <pc:docMk/>
          <pc:sldMk cId="2374281555" sldId="465"/>
        </pc:sldMkLst>
        <pc:spChg chg="mod ord">
          <ac:chgData name="Muriel BORDE" userId="c170603111e0d29b" providerId="LiveId" clId="{88A39F71-90C1-4121-B360-2DDA4F102DCB}" dt="2023-09-27T15:22:53.547" v="20943" actId="700"/>
          <ac:spMkLst>
            <pc:docMk/>
            <pc:sldMk cId="2374281555" sldId="465"/>
            <ac:spMk id="2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3:03.588" v="20947" actId="478"/>
          <ac:spMkLst>
            <pc:docMk/>
            <pc:sldMk cId="2374281555" sldId="465"/>
            <ac:spMk id="4" creationId="{306572E4-8BF2-0330-B546-D9577600113C}"/>
          </ac:spMkLst>
        </pc:spChg>
        <pc:spChg chg="add del mod ord">
          <ac:chgData name="Muriel BORDE" userId="c170603111e0d29b" providerId="LiveId" clId="{88A39F71-90C1-4121-B360-2DDA4F102DCB}" dt="2023-09-27T15:23:04.418" v="20948" actId="478"/>
          <ac:spMkLst>
            <pc:docMk/>
            <pc:sldMk cId="2374281555" sldId="465"/>
            <ac:spMk id="5" creationId="{417858DC-1008-D1CB-E3DA-5C138E5564C7}"/>
          </ac:spMkLst>
        </pc:spChg>
        <pc:spChg chg="add del mod ord">
          <ac:chgData name="Muriel BORDE" userId="c170603111e0d29b" providerId="LiveId" clId="{88A39F71-90C1-4121-B360-2DDA4F102DCB}" dt="2023-09-27T15:23:05.826" v="20949" actId="478"/>
          <ac:spMkLst>
            <pc:docMk/>
            <pc:sldMk cId="2374281555" sldId="465"/>
            <ac:spMk id="6" creationId="{3AD7EF6D-9F7A-579F-5BC7-610740521379}"/>
          </ac:spMkLst>
        </pc:spChg>
        <pc:spChg chg="mod">
          <ac:chgData name="Muriel BORDE" userId="c170603111e0d29b" providerId="LiveId" clId="{88A39F71-90C1-4121-B360-2DDA4F102DCB}" dt="2023-09-27T15:23:07.364" v="20950" actId="207"/>
          <ac:spMkLst>
            <pc:docMk/>
            <pc:sldMk cId="2374281555" sldId="465"/>
            <ac:spMk id="8" creationId="{9DCF19B9-867B-076F-31EB-437828226E83}"/>
          </ac:spMkLst>
        </pc:spChg>
        <pc:spChg chg="mod">
          <ac:chgData name="Muriel BORDE" userId="c170603111e0d29b" providerId="LiveId" clId="{88A39F71-90C1-4121-B360-2DDA4F102DCB}" dt="2023-12-11T08:22:08.388" v="21324" actId="403"/>
          <ac:spMkLst>
            <pc:docMk/>
            <pc:sldMk cId="2374281555" sldId="465"/>
            <ac:spMk id="10" creationId="{6B851151-C379-CD90-AE39-B9924D7B78BF}"/>
          </ac:spMkLst>
        </pc:spChg>
        <pc:picChg chg="add mod">
          <ac:chgData name="Muriel BORDE" userId="c170603111e0d29b" providerId="LiveId" clId="{88A39F71-90C1-4121-B360-2DDA4F102DCB}" dt="2023-07-28T14:37:27.263" v="17322" actId="14100"/>
          <ac:picMkLst>
            <pc:docMk/>
            <pc:sldMk cId="2374281555" sldId="465"/>
            <ac:picMk id="3" creationId="{E8DDC99B-C804-012E-967B-B5DA717E9950}"/>
          </ac:picMkLst>
        </pc:picChg>
      </pc:sldChg>
      <pc:sldChg chg="delSp add del">
        <pc:chgData name="Muriel BORDE" userId="c170603111e0d29b" providerId="LiveId" clId="{88A39F71-90C1-4121-B360-2DDA4F102DCB}" dt="2023-09-12T14:03:37.942" v="19604" actId="47"/>
        <pc:sldMkLst>
          <pc:docMk/>
          <pc:sldMk cId="769193420" sldId="466"/>
        </pc:sldMkLst>
        <pc:spChg chg="del">
          <ac:chgData name="Muriel BORDE" userId="c170603111e0d29b" providerId="LiveId" clId="{88A39F71-90C1-4121-B360-2DDA4F102DCB}" dt="2023-09-12T14:03:35.102" v="19602" actId="21"/>
          <ac:spMkLst>
            <pc:docMk/>
            <pc:sldMk cId="769193420" sldId="466"/>
            <ac:spMk id="3" creationId="{D7E64B3E-0520-960D-D8E1-4CB882C570A6}"/>
          </ac:spMkLst>
        </pc:spChg>
        <pc:picChg chg="del">
          <ac:chgData name="Muriel BORDE" userId="c170603111e0d29b" providerId="LiveId" clId="{88A39F71-90C1-4121-B360-2DDA4F102DCB}" dt="2023-09-12T14:03:35.102" v="19602" actId="21"/>
          <ac:picMkLst>
            <pc:docMk/>
            <pc:sldMk cId="769193420" sldId="466"/>
            <ac:picMk id="4" creationId="{FFDBF7E2-066C-5FFF-48D7-63E012176621}"/>
          </ac:picMkLst>
        </pc:picChg>
      </pc:sldChg>
      <pc:sldChg chg="addSp delSp modSp add del mod">
        <pc:chgData name="Muriel BORDE" userId="c170603111e0d29b" providerId="LiveId" clId="{88A39F71-90C1-4121-B360-2DDA4F102DCB}" dt="2023-09-12T14:02:53.093" v="19600" actId="2696"/>
        <pc:sldMkLst>
          <pc:docMk/>
          <pc:sldMk cId="3473853477" sldId="466"/>
        </pc:sldMkLst>
        <pc:spChg chg="del">
          <ac:chgData name="Muriel BORDE" userId="c170603111e0d29b" providerId="LiveId" clId="{88A39F71-90C1-4121-B360-2DDA4F102DCB}" dt="2023-09-05T14:16:53.787" v="18708" actId="478"/>
          <ac:spMkLst>
            <pc:docMk/>
            <pc:sldMk cId="3473853477" sldId="466"/>
            <ac:spMk id="3" creationId="{00000000-0000-0000-0000-000000000000}"/>
          </ac:spMkLst>
        </pc:spChg>
        <pc:spChg chg="add mod">
          <ac:chgData name="Muriel BORDE" userId="c170603111e0d29b" providerId="LiveId" clId="{88A39F71-90C1-4121-B360-2DDA4F102DCB}" dt="2023-09-12T12:55:53.552" v="19493" actId="1076"/>
          <ac:spMkLst>
            <pc:docMk/>
            <pc:sldMk cId="3473853477" sldId="466"/>
            <ac:spMk id="3" creationId="{D7E64B3E-0520-960D-D8E1-4CB882C570A6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5" creationId="{00000000-0000-0000-0000-000000000000}"/>
          </ac:spMkLst>
        </pc:spChg>
        <pc:spChg chg="mod">
          <ac:chgData name="Muriel BORDE" userId="c170603111e0d29b" providerId="LiveId" clId="{88A39F71-90C1-4121-B360-2DDA4F102DCB}" dt="2023-09-05T14:19:06.850" v="18780" actId="1076"/>
          <ac:spMkLst>
            <pc:docMk/>
            <pc:sldMk cId="3473853477" sldId="466"/>
            <ac:spMk id="7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8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9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10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11" creationId="{00000000-0000-0000-0000-000000000000}"/>
          </ac:spMkLst>
        </pc:spChg>
        <pc:spChg chg="add mod">
          <ac:chgData name="Muriel BORDE" userId="c170603111e0d29b" providerId="LiveId" clId="{88A39F71-90C1-4121-B360-2DDA4F102DCB}" dt="2023-09-05T14:33:59.335" v="18926" actId="20577"/>
          <ac:spMkLst>
            <pc:docMk/>
            <pc:sldMk cId="3473853477" sldId="466"/>
            <ac:spMk id="12" creationId="{E55FFD47-BFAF-F6F5-3AB1-F317AF1854C8}"/>
          </ac:spMkLst>
        </pc:spChg>
        <pc:spChg chg="del">
          <ac:chgData name="Muriel BORDE" userId="c170603111e0d29b" providerId="LiveId" clId="{88A39F71-90C1-4121-B360-2DDA4F102DCB}" dt="2023-09-05T14:16:53.787" v="18708" actId="478"/>
          <ac:spMkLst>
            <pc:docMk/>
            <pc:sldMk cId="3473853477" sldId="466"/>
            <ac:spMk id="24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25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26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27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28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29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30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31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32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33" creationId="{00000000-0000-0000-0000-000000000000}"/>
          </ac:spMkLst>
        </pc:spChg>
        <pc:spChg chg="del">
          <ac:chgData name="Muriel BORDE" userId="c170603111e0d29b" providerId="LiveId" clId="{88A39F71-90C1-4121-B360-2DDA4F102DCB}" dt="2023-09-05T14:16:56.302" v="18709" actId="478"/>
          <ac:spMkLst>
            <pc:docMk/>
            <pc:sldMk cId="3473853477" sldId="466"/>
            <ac:spMk id="34" creationId="{00000000-0000-0000-0000-000000000000}"/>
          </ac:spMkLst>
        </pc:spChg>
        <pc:graphicFrameChg chg="del">
          <ac:chgData name="Muriel BORDE" userId="c170603111e0d29b" providerId="LiveId" clId="{88A39F71-90C1-4121-B360-2DDA4F102DCB}" dt="2023-09-05T14:16:53.787" v="18708" actId="478"/>
          <ac:graphicFrameMkLst>
            <pc:docMk/>
            <pc:sldMk cId="3473853477" sldId="466"/>
            <ac:graphicFrameMk id="4" creationId="{00000000-0000-0000-0000-000000000000}"/>
          </ac:graphicFrameMkLst>
        </pc:graphicFrameChg>
        <pc:picChg chg="add mod">
          <ac:chgData name="Muriel BORDE" userId="c170603111e0d29b" providerId="LiveId" clId="{88A39F71-90C1-4121-B360-2DDA4F102DCB}" dt="2023-09-12T12:55:53.552" v="19493" actId="1076"/>
          <ac:picMkLst>
            <pc:docMk/>
            <pc:sldMk cId="3473853477" sldId="466"/>
            <ac:picMk id="4" creationId="{FFDBF7E2-066C-5FFF-48D7-63E012176621}"/>
          </ac:picMkLst>
        </pc:picChg>
        <pc:cxnChg chg="del mod">
          <ac:chgData name="Muriel BORDE" userId="c170603111e0d29b" providerId="LiveId" clId="{88A39F71-90C1-4121-B360-2DDA4F102DCB}" dt="2023-09-05T14:16:56.302" v="18709" actId="478"/>
          <ac:cxnSpMkLst>
            <pc:docMk/>
            <pc:sldMk cId="3473853477" sldId="466"/>
            <ac:cxnSpMk id="17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9-05T14:16:56.302" v="18709" actId="478"/>
          <ac:cxnSpMkLst>
            <pc:docMk/>
            <pc:sldMk cId="3473853477" sldId="466"/>
            <ac:cxnSpMk id="19" creationId="{00000000-0000-0000-0000-000000000000}"/>
          </ac:cxnSpMkLst>
        </pc:cxnChg>
        <pc:cxnChg chg="del mod">
          <ac:chgData name="Muriel BORDE" userId="c170603111e0d29b" providerId="LiveId" clId="{88A39F71-90C1-4121-B360-2DDA4F102DCB}" dt="2023-09-05T14:16:56.302" v="18709" actId="478"/>
          <ac:cxnSpMkLst>
            <pc:docMk/>
            <pc:sldMk cId="3473853477" sldId="466"/>
            <ac:cxnSpMk id="21" creationId="{00000000-0000-0000-0000-000000000000}"/>
          </ac:cxnSpMkLst>
        </pc:cxnChg>
      </pc:sldChg>
      <pc:sldChg chg="addSp delSp modSp add mod modClrScheme chgLayout">
        <pc:chgData name="Muriel BORDE" userId="c170603111e0d29b" providerId="LiveId" clId="{88A39F71-90C1-4121-B360-2DDA4F102DCB}" dt="2023-09-27T15:22:59.647" v="20946" actId="478"/>
        <pc:sldMkLst>
          <pc:docMk/>
          <pc:sldMk cId="2383549790" sldId="467"/>
        </pc:sldMkLst>
        <pc:spChg chg="mod ord">
          <ac:chgData name="Muriel BORDE" userId="c170603111e0d29b" providerId="LiveId" clId="{88A39F71-90C1-4121-B360-2DDA4F102DCB}" dt="2023-09-27T15:22:53.547" v="20943" actId="700"/>
          <ac:spMkLst>
            <pc:docMk/>
            <pc:sldMk cId="2383549790" sldId="467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12T14:03:36.102" v="19603"/>
          <ac:spMkLst>
            <pc:docMk/>
            <pc:sldMk cId="2383549790" sldId="467"/>
            <ac:spMk id="3" creationId="{B35DF0B1-20A8-7CEE-6BFF-92055DC258C3}"/>
          </ac:spMkLst>
        </pc:spChg>
        <pc:spChg chg="add del mod ord">
          <ac:chgData name="Muriel BORDE" userId="c170603111e0d29b" providerId="LiveId" clId="{88A39F71-90C1-4121-B360-2DDA4F102DCB}" dt="2023-09-27T15:22:56.834" v="20944" actId="478"/>
          <ac:spMkLst>
            <pc:docMk/>
            <pc:sldMk cId="2383549790" sldId="467"/>
            <ac:spMk id="5" creationId="{8C498AE0-BEC1-0E23-8B7A-D14E2E0B8824}"/>
          </ac:spMkLst>
        </pc:spChg>
        <pc:spChg chg="add del mod ord">
          <ac:chgData name="Muriel BORDE" userId="c170603111e0d29b" providerId="LiveId" clId="{88A39F71-90C1-4121-B360-2DDA4F102DCB}" dt="2023-09-27T15:22:58.241" v="20945" actId="478"/>
          <ac:spMkLst>
            <pc:docMk/>
            <pc:sldMk cId="2383549790" sldId="467"/>
            <ac:spMk id="6" creationId="{0CA64190-1ADF-12FB-4E19-24EAA2DED502}"/>
          </ac:spMkLst>
        </pc:spChg>
        <pc:spChg chg="del">
          <ac:chgData name="Muriel BORDE" userId="c170603111e0d29b" providerId="LiveId" clId="{88A39F71-90C1-4121-B360-2DDA4F102DCB}" dt="2023-09-05T14:44:48.207" v="19016" actId="478"/>
          <ac:spMkLst>
            <pc:docMk/>
            <pc:sldMk cId="2383549790" sldId="467"/>
            <ac:spMk id="7" creationId="{00000000-0000-0000-0000-000000000000}"/>
          </ac:spMkLst>
        </pc:spChg>
        <pc:spChg chg="add del mod ord">
          <ac:chgData name="Muriel BORDE" userId="c170603111e0d29b" providerId="LiveId" clId="{88A39F71-90C1-4121-B360-2DDA4F102DCB}" dt="2023-09-27T15:22:59.647" v="20946" actId="478"/>
          <ac:spMkLst>
            <pc:docMk/>
            <pc:sldMk cId="2383549790" sldId="467"/>
            <ac:spMk id="7" creationId="{4AB2DDB8-CA60-4BFD-6561-001D52F9DA10}"/>
          </ac:spMkLst>
        </pc:spChg>
        <pc:spChg chg="mod">
          <ac:chgData name="Muriel BORDE" userId="c170603111e0d29b" providerId="LiveId" clId="{88A39F71-90C1-4121-B360-2DDA4F102DCB}" dt="2023-09-12T14:15:29.026" v="19610" actId="20577"/>
          <ac:spMkLst>
            <pc:docMk/>
            <pc:sldMk cId="2383549790" sldId="467"/>
            <ac:spMk id="12" creationId="{E55FFD47-BFAF-F6F5-3AB1-F317AF1854C8}"/>
          </ac:spMkLst>
        </pc:spChg>
        <pc:spChg chg="mod">
          <ac:chgData name="Muriel BORDE" userId="c170603111e0d29b" providerId="LiveId" clId="{88A39F71-90C1-4121-B360-2DDA4F102DCB}" dt="2023-09-22T15:27:45.136" v="20342" actId="255"/>
          <ac:spMkLst>
            <pc:docMk/>
            <pc:sldMk cId="2383549790" sldId="467"/>
            <ac:spMk id="14" creationId="{ECCEEE4E-9C5F-DC22-F600-E66C482650BD}"/>
          </ac:spMkLst>
        </pc:spChg>
        <pc:picChg chg="add mod">
          <ac:chgData name="Muriel BORDE" userId="c170603111e0d29b" providerId="LiveId" clId="{88A39F71-90C1-4121-B360-2DDA4F102DCB}" dt="2023-09-12T14:03:36.102" v="19603"/>
          <ac:picMkLst>
            <pc:docMk/>
            <pc:sldMk cId="2383549790" sldId="467"/>
            <ac:picMk id="4" creationId="{DEA23B0E-3B4E-9745-8C78-3DDA595EB48B}"/>
          </ac:picMkLst>
        </pc:picChg>
      </pc:sldChg>
      <pc:sldChg chg="modSp add mod modClrScheme chgLayout">
        <pc:chgData name="Muriel BORDE" userId="c170603111e0d29b" providerId="LiveId" clId="{88A39F71-90C1-4121-B360-2DDA4F102DCB}" dt="2023-09-27T15:22:46.974" v="20942" actId="14100"/>
        <pc:sldMkLst>
          <pc:docMk/>
          <pc:sldMk cId="3184257106" sldId="468"/>
        </pc:sldMkLst>
        <pc:spChg chg="mod ord">
          <ac:chgData name="Muriel BORDE" userId="c170603111e0d29b" providerId="LiveId" clId="{88A39F71-90C1-4121-B360-2DDA4F102DCB}" dt="2023-09-27T15:22:46.974" v="20942" actId="14100"/>
          <ac:spMkLst>
            <pc:docMk/>
            <pc:sldMk cId="3184257106" sldId="468"/>
            <ac:spMk id="2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22:41.662" v="20941" actId="700"/>
          <ac:spMkLst>
            <pc:docMk/>
            <pc:sldMk cId="3184257106" sldId="468"/>
            <ac:spMk id="3" creationId="{00000000-0000-0000-0000-000000000000}"/>
          </ac:spMkLst>
        </pc:spChg>
      </pc:sldChg>
      <pc:sldChg chg="addSp delSp modSp add mod modClrScheme chgLayout">
        <pc:chgData name="Muriel BORDE" userId="c170603111e0d29b" providerId="LiveId" clId="{88A39F71-90C1-4121-B360-2DDA4F102DCB}" dt="2023-09-27T15:16:25.796" v="20805" actId="207"/>
        <pc:sldMkLst>
          <pc:docMk/>
          <pc:sldMk cId="360956037" sldId="469"/>
        </pc:sldMkLst>
        <pc:spChg chg="mod ord">
          <ac:chgData name="Muriel BORDE" userId="c170603111e0d29b" providerId="LiveId" clId="{88A39F71-90C1-4121-B360-2DDA4F102DCB}" dt="2023-09-27T15:16:17.830" v="20800" actId="700"/>
          <ac:spMkLst>
            <pc:docMk/>
            <pc:sldMk cId="360956037" sldId="469"/>
            <ac:spMk id="2" creationId="{00000000-0000-0000-0000-000000000000}"/>
          </ac:spMkLst>
        </pc:spChg>
        <pc:spChg chg="add mod">
          <ac:chgData name="Muriel BORDE" userId="c170603111e0d29b" providerId="LiveId" clId="{88A39F71-90C1-4121-B360-2DDA4F102DCB}" dt="2023-09-22T15:22:16.768" v="20186"/>
          <ac:spMkLst>
            <pc:docMk/>
            <pc:sldMk cId="360956037" sldId="469"/>
            <ac:spMk id="3" creationId="{FE3006A1-39A8-A0D0-FB83-9EEDFD046367}"/>
          </ac:spMkLst>
        </pc:spChg>
        <pc:spChg chg="add del mod ord">
          <ac:chgData name="Muriel BORDE" userId="c170603111e0d29b" providerId="LiveId" clId="{88A39F71-90C1-4121-B360-2DDA4F102DCB}" dt="2023-09-27T15:16:20.990" v="20802" actId="478"/>
          <ac:spMkLst>
            <pc:docMk/>
            <pc:sldMk cId="360956037" sldId="469"/>
            <ac:spMk id="4" creationId="{68735A3E-5440-600B-B6A0-4F90099106F6}"/>
          </ac:spMkLst>
        </pc:spChg>
        <pc:spChg chg="add del mod ord">
          <ac:chgData name="Muriel BORDE" userId="c170603111e0d29b" providerId="LiveId" clId="{88A39F71-90C1-4121-B360-2DDA4F102DCB}" dt="2023-09-27T15:16:22.149" v="20803" actId="478"/>
          <ac:spMkLst>
            <pc:docMk/>
            <pc:sldMk cId="360956037" sldId="469"/>
            <ac:spMk id="5" creationId="{A91BFDEB-0D72-28B5-7304-7DDEC4BA1DA9}"/>
          </ac:spMkLst>
        </pc:spChg>
        <pc:spChg chg="add del mod ord">
          <ac:chgData name="Muriel BORDE" userId="c170603111e0d29b" providerId="LiveId" clId="{88A39F71-90C1-4121-B360-2DDA4F102DCB}" dt="2023-09-27T15:16:24.074" v="20804" actId="478"/>
          <ac:spMkLst>
            <pc:docMk/>
            <pc:sldMk cId="360956037" sldId="469"/>
            <ac:spMk id="6" creationId="{777AC821-1AD8-9D00-0AF0-9BE5EDCBDDCE}"/>
          </ac:spMkLst>
        </pc:spChg>
        <pc:spChg chg="mod">
          <ac:chgData name="Muriel BORDE" userId="c170603111e0d29b" providerId="LiveId" clId="{88A39F71-90C1-4121-B360-2DDA4F102DCB}" dt="2023-09-27T15:16:25.796" v="20805" actId="207"/>
          <ac:spMkLst>
            <pc:docMk/>
            <pc:sldMk cId="360956037" sldId="469"/>
            <ac:spMk id="7" creationId="{00000000-0000-0000-0000-000000000000}"/>
          </ac:spMkLst>
        </pc:spChg>
        <pc:spChg chg="del">
          <ac:chgData name="Muriel BORDE" userId="c170603111e0d29b" providerId="LiveId" clId="{88A39F71-90C1-4121-B360-2DDA4F102DCB}" dt="2023-09-22T15:22:16.534" v="20185" actId="478"/>
          <ac:spMkLst>
            <pc:docMk/>
            <pc:sldMk cId="360956037" sldId="469"/>
            <ac:spMk id="8" creationId="{7579FFBE-513F-42D6-B2E0-FA7991DEDF33}"/>
          </ac:spMkLst>
        </pc:spChg>
        <pc:spChg chg="del">
          <ac:chgData name="Muriel BORDE" userId="c170603111e0d29b" providerId="LiveId" clId="{88A39F71-90C1-4121-B360-2DDA4F102DCB}" dt="2023-09-08T14:48:16.638" v="19448" actId="478"/>
          <ac:spMkLst>
            <pc:docMk/>
            <pc:sldMk cId="360956037" sldId="469"/>
            <ac:spMk id="11" creationId="{00000000-0000-0000-0000-000000000000}"/>
          </ac:spMkLst>
        </pc:spChg>
        <pc:spChg chg="del">
          <ac:chgData name="Muriel BORDE" userId="c170603111e0d29b" providerId="LiveId" clId="{88A39F71-90C1-4121-B360-2DDA4F102DCB}" dt="2023-09-08T14:48:14.131" v="19446" actId="478"/>
          <ac:spMkLst>
            <pc:docMk/>
            <pc:sldMk cId="360956037" sldId="469"/>
            <ac:spMk id="12" creationId="{00000000-0000-0000-0000-000000000000}"/>
          </ac:spMkLst>
        </pc:spChg>
        <pc:spChg chg="del">
          <ac:chgData name="Muriel BORDE" userId="c170603111e0d29b" providerId="LiveId" clId="{88A39F71-90C1-4121-B360-2DDA4F102DCB}" dt="2023-09-08T14:48:15.423" v="19447" actId="478"/>
          <ac:spMkLst>
            <pc:docMk/>
            <pc:sldMk cId="360956037" sldId="469"/>
            <ac:spMk id="13" creationId="{00000000-0000-0000-0000-000000000000}"/>
          </ac:spMkLst>
        </pc:spChg>
        <pc:spChg chg="mod">
          <ac:chgData name="Muriel BORDE" userId="c170603111e0d29b" providerId="LiveId" clId="{88A39F71-90C1-4121-B360-2DDA4F102DCB}" dt="2023-09-08T14:50:13.207" v="19466" actId="14100"/>
          <ac:spMkLst>
            <pc:docMk/>
            <pc:sldMk cId="360956037" sldId="469"/>
            <ac:spMk id="57" creationId="{00000000-0000-0000-0000-000000000000}"/>
          </ac:spMkLst>
        </pc:spChg>
        <pc:graphicFrameChg chg="del">
          <ac:chgData name="Muriel BORDE" userId="c170603111e0d29b" providerId="LiveId" clId="{88A39F71-90C1-4121-B360-2DDA4F102DCB}" dt="2023-09-08T14:48:10.679" v="19445" actId="478"/>
          <ac:graphicFrameMkLst>
            <pc:docMk/>
            <pc:sldMk cId="360956037" sldId="469"/>
            <ac:graphicFrameMk id="3" creationId="{00000000-0000-0000-0000-000000000000}"/>
          </ac:graphicFrameMkLst>
        </pc:graphicFrameChg>
        <pc:picChg chg="add mod">
          <ac:chgData name="Muriel BORDE" userId="c170603111e0d29b" providerId="LiveId" clId="{88A39F71-90C1-4121-B360-2DDA4F102DCB}" dt="2023-09-08T14:50:02.154" v="19461" actId="1076"/>
          <ac:picMkLst>
            <pc:docMk/>
            <pc:sldMk cId="360956037" sldId="469"/>
            <ac:picMk id="1026" creationId="{77B60D10-E921-E2A4-6F48-EDE0AB09F022}"/>
          </ac:picMkLst>
        </pc:picChg>
      </pc:sldChg>
      <pc:sldChg chg="addSp delSp modSp add del mod modClrScheme chgLayout">
        <pc:chgData name="Muriel BORDE" userId="c170603111e0d29b" providerId="LiveId" clId="{88A39F71-90C1-4121-B360-2DDA4F102DCB}" dt="2023-09-27T15:03:04.372" v="20565" actId="47"/>
        <pc:sldMkLst>
          <pc:docMk/>
          <pc:sldMk cId="1323215673" sldId="470"/>
        </pc:sldMkLst>
        <pc:spChg chg="add del mod ord">
          <ac:chgData name="Muriel BORDE" userId="c170603111e0d29b" providerId="LiveId" clId="{88A39F71-90C1-4121-B360-2DDA4F102DCB}" dt="2023-09-27T14:59:59.425" v="20491" actId="478"/>
          <ac:spMkLst>
            <pc:docMk/>
            <pc:sldMk cId="1323215673" sldId="470"/>
            <ac:spMk id="2" creationId="{164C02FF-CD62-EF51-B201-92665C42FD88}"/>
          </ac:spMkLst>
        </pc:spChg>
        <pc:spChg chg="add del mod ord">
          <ac:chgData name="Muriel BORDE" userId="c170603111e0d29b" providerId="LiveId" clId="{88A39F71-90C1-4121-B360-2DDA4F102DCB}" dt="2023-09-27T14:59:57.827" v="20490" actId="478"/>
          <ac:spMkLst>
            <pc:docMk/>
            <pc:sldMk cId="1323215673" sldId="470"/>
            <ac:spMk id="3" creationId="{695958A8-FCAB-7EAD-FA42-433149048429}"/>
          </ac:spMkLst>
        </pc:spChg>
        <pc:spChg chg="mod">
          <ac:chgData name="Muriel BORDE" userId="c170603111e0d29b" providerId="LiveId" clId="{88A39F71-90C1-4121-B360-2DDA4F102DCB}" dt="2023-09-27T14:59:50.848" v="20487" actId="207"/>
          <ac:spMkLst>
            <pc:docMk/>
            <pc:sldMk cId="1323215673" sldId="470"/>
            <ac:spMk id="6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4:59:55.515" v="20488" actId="700"/>
          <ac:spMkLst>
            <pc:docMk/>
            <pc:sldMk cId="1323215673" sldId="470"/>
            <ac:spMk id="8" creationId="{00000000-0000-0000-0000-000000000000}"/>
          </ac:spMkLst>
        </pc:spChg>
        <pc:spChg chg="mod ord">
          <ac:chgData name="Muriel BORDE" userId="c170603111e0d29b" providerId="LiveId" clId="{88A39F71-90C1-4121-B360-2DDA4F102DCB}" dt="2023-09-27T15:00:01.838" v="20492" actId="255"/>
          <ac:spMkLst>
            <pc:docMk/>
            <pc:sldMk cId="1323215673" sldId="470"/>
            <ac:spMk id="11" creationId="{00000000-0000-0000-0000-000000000000}"/>
          </ac:spMkLst>
        </pc:spChg>
      </pc:sldChg>
      <pc:sldChg chg="add del">
        <pc:chgData name="Muriel BORDE" userId="c170603111e0d29b" providerId="LiveId" clId="{88A39F71-90C1-4121-B360-2DDA4F102DCB}" dt="2023-09-27T14:55:52.044" v="20451" actId="47"/>
        <pc:sldMkLst>
          <pc:docMk/>
          <pc:sldMk cId="3134182834" sldId="470"/>
        </pc:sldMkLst>
      </pc:sldChg>
      <pc:sldChg chg="add del">
        <pc:chgData name="Muriel BORDE" userId="c170603111e0d29b" providerId="LiveId" clId="{88A39F71-90C1-4121-B360-2DDA4F102DCB}" dt="2023-09-27T14:59:14.039" v="20482" actId="47"/>
        <pc:sldMkLst>
          <pc:docMk/>
          <pc:sldMk cId="12969202" sldId="471"/>
        </pc:sldMkLst>
      </pc:sldChg>
      <pc:sldChg chg="add del">
        <pc:chgData name="Muriel BORDE" userId="c170603111e0d29b" providerId="LiveId" clId="{88A39F71-90C1-4121-B360-2DDA4F102DCB}" dt="2023-09-27T15:00:46.636" v="20511" actId="47"/>
        <pc:sldMkLst>
          <pc:docMk/>
          <pc:sldMk cId="938348947" sldId="471"/>
        </pc:sldMkLst>
      </pc:sldChg>
      <pc:sldChg chg="add del">
        <pc:chgData name="Muriel BORDE" userId="c170603111e0d29b" providerId="LiveId" clId="{88A39F71-90C1-4121-B360-2DDA4F102DCB}" dt="2023-09-27T15:38:23.423" v="21166" actId="47"/>
        <pc:sldMkLst>
          <pc:docMk/>
          <pc:sldMk cId="2071944513" sldId="471"/>
        </pc:sldMkLst>
      </pc:sldChg>
      <pc:sldChg chg="addSp delSp modSp add mod modClrScheme chgLayout">
        <pc:chgData name="Muriel BORDE" userId="c170603111e0d29b" providerId="LiveId" clId="{88A39F71-90C1-4121-B360-2DDA4F102DCB}" dt="2023-09-27T15:04:54.702" v="20597" actId="208"/>
        <pc:sldMkLst>
          <pc:docMk/>
          <pc:sldMk cId="2746449873" sldId="472"/>
        </pc:sldMkLst>
        <pc:spChg chg="mod ord">
          <ac:chgData name="Muriel BORDE" userId="c170603111e0d29b" providerId="LiveId" clId="{88A39F71-90C1-4121-B360-2DDA4F102DCB}" dt="2023-09-27T15:04:33.663" v="20594" actId="700"/>
          <ac:spMkLst>
            <pc:docMk/>
            <pc:sldMk cId="2746449873" sldId="472"/>
            <ac:spMk id="2" creationId="{45733B63-40C7-37F0-99C1-D73DC56F0079}"/>
          </ac:spMkLst>
        </pc:spChg>
        <pc:spChg chg="mod ord">
          <ac:chgData name="Muriel BORDE" userId="c170603111e0d29b" providerId="LiveId" clId="{88A39F71-90C1-4121-B360-2DDA4F102DCB}" dt="2023-09-27T15:04:33.663" v="20594" actId="700"/>
          <ac:spMkLst>
            <pc:docMk/>
            <pc:sldMk cId="2746449873" sldId="472"/>
            <ac:spMk id="3" creationId="{681882BB-842F-257B-E489-BDAAAAB65DD2}"/>
          </ac:spMkLst>
        </pc:spChg>
        <pc:spChg chg="mod ord">
          <ac:chgData name="Muriel BORDE" userId="c170603111e0d29b" providerId="LiveId" clId="{88A39F71-90C1-4121-B360-2DDA4F102DCB}" dt="2023-09-27T15:04:33.663" v="20594" actId="700"/>
          <ac:spMkLst>
            <pc:docMk/>
            <pc:sldMk cId="2746449873" sldId="472"/>
            <ac:spMk id="4" creationId="{07152251-D8E3-A98D-621B-352634B18DBD}"/>
          </ac:spMkLst>
        </pc:spChg>
        <pc:spChg chg="add del mod ord">
          <ac:chgData name="Muriel BORDE" userId="c170603111e0d29b" providerId="LiveId" clId="{88A39F71-90C1-4121-B360-2DDA4F102DCB}" dt="2023-09-27T15:04:36.204" v="20595" actId="478"/>
          <ac:spMkLst>
            <pc:docMk/>
            <pc:sldMk cId="2746449873" sldId="472"/>
            <ac:spMk id="5" creationId="{E9AF865B-755A-704A-12BB-9C5DBB3B6D6B}"/>
          </ac:spMkLst>
        </pc:spChg>
        <pc:spChg chg="mod">
          <ac:chgData name="Muriel BORDE" userId="c170603111e0d29b" providerId="LiveId" clId="{88A39F71-90C1-4121-B360-2DDA4F102DCB}" dt="2023-09-27T15:04:49.263" v="20596" actId="207"/>
          <ac:spMkLst>
            <pc:docMk/>
            <pc:sldMk cId="2746449873" sldId="472"/>
            <ac:spMk id="7" creationId="{F7556816-E872-8931-57C6-E95A56952803}"/>
          </ac:spMkLst>
        </pc:spChg>
        <pc:spChg chg="mod">
          <ac:chgData name="Muriel BORDE" userId="c170603111e0d29b" providerId="LiveId" clId="{88A39F71-90C1-4121-B360-2DDA4F102DCB}" dt="2023-09-27T15:04:49.263" v="20596" actId="207"/>
          <ac:spMkLst>
            <pc:docMk/>
            <pc:sldMk cId="2746449873" sldId="472"/>
            <ac:spMk id="8" creationId="{0C8A07C1-6D83-4A86-9B2C-16332D268B36}"/>
          </ac:spMkLst>
        </pc:spChg>
        <pc:cxnChg chg="mod">
          <ac:chgData name="Muriel BORDE" userId="c170603111e0d29b" providerId="LiveId" clId="{88A39F71-90C1-4121-B360-2DDA4F102DCB}" dt="2023-09-27T15:04:54.702" v="20597" actId="208"/>
          <ac:cxnSpMkLst>
            <pc:docMk/>
            <pc:sldMk cId="2746449873" sldId="472"/>
            <ac:cxnSpMk id="10" creationId="{B3FE5933-54BD-537C-FD95-AF60BD57808E}"/>
          </ac:cxnSpMkLst>
        </pc:cxnChg>
        <pc:cxnChg chg="mod">
          <ac:chgData name="Muriel BORDE" userId="c170603111e0d29b" providerId="LiveId" clId="{88A39F71-90C1-4121-B360-2DDA4F102DCB}" dt="2023-09-27T15:04:54.702" v="20597" actId="208"/>
          <ac:cxnSpMkLst>
            <pc:docMk/>
            <pc:sldMk cId="2746449873" sldId="472"/>
            <ac:cxnSpMk id="11" creationId="{8EAE6D2D-538B-97D2-E598-5088ADC9F324}"/>
          </ac:cxnSpMkLst>
        </pc:cxnChg>
      </pc:sldChg>
      <pc:sldChg chg="new del">
        <pc:chgData name="Muriel BORDE" userId="c170603111e0d29b" providerId="LiveId" clId="{88A39F71-90C1-4121-B360-2DDA4F102DCB}" dt="2023-09-27T15:34:07.089" v="21072" actId="47"/>
        <pc:sldMkLst>
          <pc:docMk/>
          <pc:sldMk cId="2155841273" sldId="473"/>
        </pc:sldMkLst>
      </pc:sldChg>
      <pc:sldChg chg="modSp new mod">
        <pc:chgData name="Muriel BORDE" userId="c170603111e0d29b" providerId="LiveId" clId="{88A39F71-90C1-4121-B360-2DDA4F102DCB}" dt="2023-09-27T15:36:50.377" v="21144" actId="20577"/>
        <pc:sldMkLst>
          <pc:docMk/>
          <pc:sldMk cId="2447112194" sldId="473"/>
        </pc:sldMkLst>
        <pc:spChg chg="mod">
          <ac:chgData name="Muriel BORDE" userId="c170603111e0d29b" providerId="LiveId" clId="{88A39F71-90C1-4121-B360-2DDA4F102DCB}" dt="2023-09-27T15:36:39.957" v="21111" actId="20577"/>
          <ac:spMkLst>
            <pc:docMk/>
            <pc:sldMk cId="2447112194" sldId="473"/>
            <ac:spMk id="2" creationId="{E7A59964-F491-AA66-6E33-61F5E2E1592C}"/>
          </ac:spMkLst>
        </pc:spChg>
        <pc:spChg chg="mod">
          <ac:chgData name="Muriel BORDE" userId="c170603111e0d29b" providerId="LiveId" clId="{88A39F71-90C1-4121-B360-2DDA4F102DCB}" dt="2023-09-27T15:36:50.377" v="21144" actId="20577"/>
          <ac:spMkLst>
            <pc:docMk/>
            <pc:sldMk cId="2447112194" sldId="473"/>
            <ac:spMk id="3" creationId="{26CF3148-D8CE-2A9C-6ABC-6E51FB18E1E3}"/>
          </ac:spMkLst>
        </pc:spChg>
      </pc:sldChg>
      <pc:sldChg chg="new del">
        <pc:chgData name="Muriel BORDE" userId="c170603111e0d29b" providerId="LiveId" clId="{88A39F71-90C1-4121-B360-2DDA4F102DCB}" dt="2023-09-27T15:35:10.327" v="21081" actId="47"/>
        <pc:sldMkLst>
          <pc:docMk/>
          <pc:sldMk cId="2752178399" sldId="473"/>
        </pc:sldMkLst>
      </pc:sldChg>
      <pc:sldChg chg="new del">
        <pc:chgData name="Muriel BORDE" userId="c170603111e0d29b" providerId="LiveId" clId="{88A39F71-90C1-4121-B360-2DDA4F102DCB}" dt="2023-09-27T15:35:19.715" v="21083" actId="47"/>
        <pc:sldMkLst>
          <pc:docMk/>
          <pc:sldMk cId="4033913045" sldId="473"/>
        </pc:sldMkLst>
      </pc:sldChg>
      <pc:sldChg chg="modSp new mod">
        <pc:chgData name="Muriel BORDE" userId="c170603111e0d29b" providerId="LiveId" clId="{88A39F71-90C1-4121-B360-2DDA4F102DCB}" dt="2023-09-27T15:37:57.245" v="21160"/>
        <pc:sldMkLst>
          <pc:docMk/>
          <pc:sldMk cId="2299282410" sldId="474"/>
        </pc:sldMkLst>
        <pc:spChg chg="mod">
          <ac:chgData name="Muriel BORDE" userId="c170603111e0d29b" providerId="LiveId" clId="{88A39F71-90C1-4121-B360-2DDA4F102DCB}" dt="2023-09-27T15:37:57.245" v="21160"/>
          <ac:spMkLst>
            <pc:docMk/>
            <pc:sldMk cId="2299282410" sldId="474"/>
            <ac:spMk id="2" creationId="{28AE2DB8-0095-88A2-0B51-D9A346D2E8BB}"/>
          </ac:spMkLst>
        </pc:spChg>
        <pc:spChg chg="mod">
          <ac:chgData name="Muriel BORDE" userId="c170603111e0d29b" providerId="LiveId" clId="{88A39F71-90C1-4121-B360-2DDA4F102DCB}" dt="2023-09-27T15:37:53.078" v="21159" actId="1076"/>
          <ac:spMkLst>
            <pc:docMk/>
            <pc:sldMk cId="2299282410" sldId="474"/>
            <ac:spMk id="3" creationId="{8796D1C8-7813-AFF2-2FF3-1E3973F8BCCB}"/>
          </ac:spMkLst>
        </pc:spChg>
      </pc:sldChg>
      <pc:sldChg chg="modSp new mod">
        <pc:chgData name="Muriel BORDE" userId="c170603111e0d29b" providerId="LiveId" clId="{88A39F71-90C1-4121-B360-2DDA4F102DCB}" dt="2023-09-27T15:38:21.809" v="21165"/>
        <pc:sldMkLst>
          <pc:docMk/>
          <pc:sldMk cId="3798688737" sldId="475"/>
        </pc:sldMkLst>
        <pc:spChg chg="mod">
          <ac:chgData name="Muriel BORDE" userId="c170603111e0d29b" providerId="LiveId" clId="{88A39F71-90C1-4121-B360-2DDA4F102DCB}" dt="2023-09-27T15:38:21.809" v="21165"/>
          <ac:spMkLst>
            <pc:docMk/>
            <pc:sldMk cId="3798688737" sldId="475"/>
            <ac:spMk id="2" creationId="{C2AA9E13-8D94-C13E-76D2-40F97E4EF4CC}"/>
          </ac:spMkLst>
        </pc:spChg>
        <pc:spChg chg="mod">
          <ac:chgData name="Muriel BORDE" userId="c170603111e0d29b" providerId="LiveId" clId="{88A39F71-90C1-4121-B360-2DDA4F102DCB}" dt="2023-09-27T15:38:17.577" v="21164" actId="20577"/>
          <ac:spMkLst>
            <pc:docMk/>
            <pc:sldMk cId="3798688737" sldId="475"/>
            <ac:spMk id="3" creationId="{F35F82F1-5DBD-3AF8-0100-639015594CF0}"/>
          </ac:spMkLst>
        </pc:spChg>
      </pc:sldChg>
      <pc:sldChg chg="modSp new mod">
        <pc:chgData name="Muriel BORDE" userId="c170603111e0d29b" providerId="LiveId" clId="{88A39F71-90C1-4121-B360-2DDA4F102DCB}" dt="2023-09-27T15:38:50.708" v="21175" actId="20577"/>
        <pc:sldMkLst>
          <pc:docMk/>
          <pc:sldMk cId="520849967" sldId="476"/>
        </pc:sldMkLst>
        <pc:spChg chg="mod">
          <ac:chgData name="Muriel BORDE" userId="c170603111e0d29b" providerId="LiveId" clId="{88A39F71-90C1-4121-B360-2DDA4F102DCB}" dt="2023-09-27T15:38:50.708" v="21175" actId="20577"/>
          <ac:spMkLst>
            <pc:docMk/>
            <pc:sldMk cId="520849967" sldId="476"/>
            <ac:spMk id="2" creationId="{70C31A44-22DE-29BC-AA67-6FD07FE2B1FE}"/>
          </ac:spMkLst>
        </pc:spChg>
        <pc:spChg chg="mod">
          <ac:chgData name="Muriel BORDE" userId="c170603111e0d29b" providerId="LiveId" clId="{88A39F71-90C1-4121-B360-2DDA4F102DCB}" dt="2023-09-27T15:38:34.162" v="21169" actId="20577"/>
          <ac:spMkLst>
            <pc:docMk/>
            <pc:sldMk cId="520849967" sldId="476"/>
            <ac:spMk id="3" creationId="{994432F9-870F-19ED-CD1D-B7893FA80363}"/>
          </ac:spMkLst>
        </pc:spChg>
      </pc:sldChg>
      <pc:sldChg chg="modSp new mod">
        <pc:chgData name="Muriel BORDE" userId="c170603111e0d29b" providerId="LiveId" clId="{88A39F71-90C1-4121-B360-2DDA4F102DCB}" dt="2023-09-27T15:39:11.858" v="21181" actId="20577"/>
        <pc:sldMkLst>
          <pc:docMk/>
          <pc:sldMk cId="3915137504" sldId="477"/>
        </pc:sldMkLst>
        <pc:spChg chg="mod">
          <ac:chgData name="Muriel BORDE" userId="c170603111e0d29b" providerId="LiveId" clId="{88A39F71-90C1-4121-B360-2DDA4F102DCB}" dt="2023-09-27T15:39:11.858" v="21181" actId="20577"/>
          <ac:spMkLst>
            <pc:docMk/>
            <pc:sldMk cId="3915137504" sldId="477"/>
            <ac:spMk id="2" creationId="{1E0E9158-C8B6-530C-A989-613A2BE3039B}"/>
          </ac:spMkLst>
        </pc:spChg>
        <pc:spChg chg="mod">
          <ac:chgData name="Muriel BORDE" userId="c170603111e0d29b" providerId="LiveId" clId="{88A39F71-90C1-4121-B360-2DDA4F102DCB}" dt="2023-09-27T15:39:05.411" v="21179" actId="20577"/>
          <ac:spMkLst>
            <pc:docMk/>
            <pc:sldMk cId="3915137504" sldId="477"/>
            <ac:spMk id="3" creationId="{585BC7A2-55F6-CF03-5410-093590B4D2AE}"/>
          </ac:spMkLst>
        </pc:spChg>
      </pc:sldChg>
      <pc:sldChg chg="modSp new mod">
        <pc:chgData name="Muriel BORDE" userId="c170603111e0d29b" providerId="LiveId" clId="{88A39F71-90C1-4121-B360-2DDA4F102DCB}" dt="2023-09-27T15:39:33.444" v="21189" actId="20577"/>
        <pc:sldMkLst>
          <pc:docMk/>
          <pc:sldMk cId="1084706264" sldId="478"/>
        </pc:sldMkLst>
        <pc:spChg chg="mod">
          <ac:chgData name="Muriel BORDE" userId="c170603111e0d29b" providerId="LiveId" clId="{88A39F71-90C1-4121-B360-2DDA4F102DCB}" dt="2023-09-27T15:39:33.444" v="21189" actId="20577"/>
          <ac:spMkLst>
            <pc:docMk/>
            <pc:sldMk cId="1084706264" sldId="478"/>
            <ac:spMk id="2" creationId="{0D107ED2-78A8-B887-C4AB-66E8BF566198}"/>
          </ac:spMkLst>
        </pc:spChg>
        <pc:spChg chg="mod">
          <ac:chgData name="Muriel BORDE" userId="c170603111e0d29b" providerId="LiveId" clId="{88A39F71-90C1-4121-B360-2DDA4F102DCB}" dt="2023-09-27T15:39:27.089" v="21187" actId="14100"/>
          <ac:spMkLst>
            <pc:docMk/>
            <pc:sldMk cId="1084706264" sldId="478"/>
            <ac:spMk id="3" creationId="{6E7D822D-3A4A-E6D3-A6B6-FE08DB31A500}"/>
          </ac:spMkLst>
        </pc:spChg>
      </pc:sldChg>
      <pc:sldChg chg="modSp new mod">
        <pc:chgData name="Muriel BORDE" userId="c170603111e0d29b" providerId="LiveId" clId="{88A39F71-90C1-4121-B360-2DDA4F102DCB}" dt="2023-09-27T15:39:52.301" v="21195" actId="20577"/>
        <pc:sldMkLst>
          <pc:docMk/>
          <pc:sldMk cId="1714649290" sldId="479"/>
        </pc:sldMkLst>
        <pc:spChg chg="mod">
          <ac:chgData name="Muriel BORDE" userId="c170603111e0d29b" providerId="LiveId" clId="{88A39F71-90C1-4121-B360-2DDA4F102DCB}" dt="2023-09-27T15:39:52.301" v="21195" actId="20577"/>
          <ac:spMkLst>
            <pc:docMk/>
            <pc:sldMk cId="1714649290" sldId="479"/>
            <ac:spMk id="2" creationId="{57C9C8A9-E13E-334C-E153-3D495D8664C3}"/>
          </ac:spMkLst>
        </pc:spChg>
        <pc:spChg chg="mod">
          <ac:chgData name="Muriel BORDE" userId="c170603111e0d29b" providerId="LiveId" clId="{88A39F71-90C1-4121-B360-2DDA4F102DCB}" dt="2023-09-27T15:39:47.282" v="21193" actId="20577"/>
          <ac:spMkLst>
            <pc:docMk/>
            <pc:sldMk cId="1714649290" sldId="479"/>
            <ac:spMk id="3" creationId="{E1F767E3-2F97-9118-DA10-E559F0F237A0}"/>
          </ac:spMkLst>
        </pc:spChg>
      </pc:sldChg>
      <pc:sldChg chg="modSp add mod">
        <pc:chgData name="Muriel BORDE" userId="c170603111e0d29b" providerId="LiveId" clId="{88A39F71-90C1-4121-B360-2DDA4F102DCB}" dt="2023-09-27T15:40:05.029" v="21198"/>
        <pc:sldMkLst>
          <pc:docMk/>
          <pc:sldMk cId="1748848600" sldId="480"/>
        </pc:sldMkLst>
        <pc:spChg chg="mod">
          <ac:chgData name="Muriel BORDE" userId="c170603111e0d29b" providerId="LiveId" clId="{88A39F71-90C1-4121-B360-2DDA4F102DCB}" dt="2023-09-27T15:40:05.029" v="21198"/>
          <ac:spMkLst>
            <pc:docMk/>
            <pc:sldMk cId="1748848600" sldId="480"/>
            <ac:spMk id="3" creationId="{E1F767E3-2F97-9118-DA10-E559F0F237A0}"/>
          </ac:spMkLst>
        </pc:spChg>
      </pc:sldChg>
      <pc:sldChg chg="modSp add mod">
        <pc:chgData name="Muriel BORDE" userId="c170603111e0d29b" providerId="LiveId" clId="{88A39F71-90C1-4121-B360-2DDA4F102DCB}" dt="2023-09-27T15:40:52.977" v="21213" actId="20577"/>
        <pc:sldMkLst>
          <pc:docMk/>
          <pc:sldMk cId="8945599" sldId="481"/>
        </pc:sldMkLst>
        <pc:spChg chg="mod">
          <ac:chgData name="Muriel BORDE" userId="c170603111e0d29b" providerId="LiveId" clId="{88A39F71-90C1-4121-B360-2DDA4F102DCB}" dt="2023-09-27T15:40:52.977" v="21213" actId="20577"/>
          <ac:spMkLst>
            <pc:docMk/>
            <pc:sldMk cId="8945599" sldId="481"/>
            <ac:spMk id="3" creationId="{E1F767E3-2F97-9118-DA10-E559F0F237A0}"/>
          </ac:spMkLst>
        </pc:spChg>
      </pc:sldChg>
      <pc:sldChg chg="modSp add mod">
        <pc:chgData name="Muriel BORDE" userId="c170603111e0d29b" providerId="LiveId" clId="{88A39F71-90C1-4121-B360-2DDA4F102DCB}" dt="2023-09-27T15:40:32.405" v="21207"/>
        <pc:sldMkLst>
          <pc:docMk/>
          <pc:sldMk cId="2262612563" sldId="482"/>
        </pc:sldMkLst>
        <pc:spChg chg="mod">
          <ac:chgData name="Muriel BORDE" userId="c170603111e0d29b" providerId="LiveId" clId="{88A39F71-90C1-4121-B360-2DDA4F102DCB}" dt="2023-09-27T15:40:32.405" v="21207"/>
          <ac:spMkLst>
            <pc:docMk/>
            <pc:sldMk cId="2262612563" sldId="482"/>
            <ac:spMk id="3" creationId="{E1F767E3-2F97-9118-DA10-E559F0F237A0}"/>
          </ac:spMkLst>
        </pc:spChg>
      </pc:sldChg>
      <pc:sldChg chg="addSp modSp add mod">
        <pc:chgData name="Muriel BORDE" userId="c170603111e0d29b" providerId="LiveId" clId="{88A39F71-90C1-4121-B360-2DDA4F102DCB}" dt="2023-09-27T15:41:12.390" v="21216"/>
        <pc:sldMkLst>
          <pc:docMk/>
          <pc:sldMk cId="3025637599" sldId="483"/>
        </pc:sldMkLst>
        <pc:spChg chg="mod">
          <ac:chgData name="Muriel BORDE" userId="c170603111e0d29b" providerId="LiveId" clId="{88A39F71-90C1-4121-B360-2DDA4F102DCB}" dt="2023-09-27T15:41:08.787" v="21215"/>
          <ac:spMkLst>
            <pc:docMk/>
            <pc:sldMk cId="3025637599" sldId="483"/>
            <ac:spMk id="3" creationId="{E1F767E3-2F97-9118-DA10-E559F0F237A0}"/>
          </ac:spMkLst>
        </pc:spChg>
        <pc:spChg chg="add mod">
          <ac:chgData name="Muriel BORDE" userId="c170603111e0d29b" providerId="LiveId" clId="{88A39F71-90C1-4121-B360-2DDA4F102DCB}" dt="2023-09-27T15:41:12.390" v="21216"/>
          <ac:spMkLst>
            <pc:docMk/>
            <pc:sldMk cId="3025637599" sldId="483"/>
            <ac:spMk id="4" creationId="{4117FC27-2BCC-0D3A-B307-D5287700AE22}"/>
          </ac:spMkLst>
        </pc:spChg>
      </pc:sldChg>
      <pc:sldChg chg="addSp delSp modSp add mod">
        <pc:chgData name="Muriel BORDE" userId="c170603111e0d29b" providerId="LiveId" clId="{88A39F71-90C1-4121-B360-2DDA4F102DCB}" dt="2023-09-27T15:41:25.599" v="21220"/>
        <pc:sldMkLst>
          <pc:docMk/>
          <pc:sldMk cId="2385928822" sldId="484"/>
        </pc:sldMkLst>
        <pc:spChg chg="del">
          <ac:chgData name="Muriel BORDE" userId="c170603111e0d29b" providerId="LiveId" clId="{88A39F71-90C1-4121-B360-2DDA4F102DCB}" dt="2023-09-27T15:41:25.193" v="21219" actId="478"/>
          <ac:spMkLst>
            <pc:docMk/>
            <pc:sldMk cId="2385928822" sldId="484"/>
            <ac:spMk id="4" creationId="{4117FC27-2BCC-0D3A-B307-D5287700AE22}"/>
          </ac:spMkLst>
        </pc:spChg>
        <pc:spChg chg="add mod">
          <ac:chgData name="Muriel BORDE" userId="c170603111e0d29b" providerId="LiveId" clId="{88A39F71-90C1-4121-B360-2DDA4F102DCB}" dt="2023-09-27T15:41:25.599" v="21220"/>
          <ac:spMkLst>
            <pc:docMk/>
            <pc:sldMk cId="2385928822" sldId="484"/>
            <ac:spMk id="5" creationId="{568BC04A-9CAF-9288-38F9-CB2B64D6A01B}"/>
          </ac:spMkLst>
        </pc:spChg>
      </pc:sldChg>
      <pc:sldChg chg="addSp delSp modSp add mod">
        <pc:chgData name="Muriel BORDE" userId="c170603111e0d29b" providerId="LiveId" clId="{88A39F71-90C1-4121-B360-2DDA4F102DCB}" dt="2023-09-27T15:41:39.699" v="21224"/>
        <pc:sldMkLst>
          <pc:docMk/>
          <pc:sldMk cId="758555970" sldId="485"/>
        </pc:sldMkLst>
        <pc:spChg chg="add mod">
          <ac:chgData name="Muriel BORDE" userId="c170603111e0d29b" providerId="LiveId" clId="{88A39F71-90C1-4121-B360-2DDA4F102DCB}" dt="2023-09-27T15:41:39.699" v="21224"/>
          <ac:spMkLst>
            <pc:docMk/>
            <pc:sldMk cId="758555970" sldId="485"/>
            <ac:spMk id="4" creationId="{2F8C3275-10E8-CB6F-C9BA-CFA2E2CFD21B}"/>
          </ac:spMkLst>
        </pc:spChg>
        <pc:spChg chg="del">
          <ac:chgData name="Muriel BORDE" userId="c170603111e0d29b" providerId="LiveId" clId="{88A39F71-90C1-4121-B360-2DDA4F102DCB}" dt="2023-09-27T15:41:39.558" v="21223" actId="478"/>
          <ac:spMkLst>
            <pc:docMk/>
            <pc:sldMk cId="758555970" sldId="485"/>
            <ac:spMk id="5" creationId="{568BC04A-9CAF-9288-38F9-CB2B64D6A01B}"/>
          </ac:spMkLst>
        </pc:spChg>
      </pc:sldChg>
      <pc:sldChg chg="addSp delSp modSp add mod">
        <pc:chgData name="Muriel BORDE" userId="c170603111e0d29b" providerId="LiveId" clId="{88A39F71-90C1-4121-B360-2DDA4F102DCB}" dt="2023-09-27T15:41:55.117" v="21229"/>
        <pc:sldMkLst>
          <pc:docMk/>
          <pc:sldMk cId="3323540049" sldId="486"/>
        </pc:sldMkLst>
        <pc:spChg chg="del">
          <ac:chgData name="Muriel BORDE" userId="c170603111e0d29b" providerId="LiveId" clId="{88A39F71-90C1-4121-B360-2DDA4F102DCB}" dt="2023-09-27T15:41:54.834" v="21228" actId="478"/>
          <ac:spMkLst>
            <pc:docMk/>
            <pc:sldMk cId="3323540049" sldId="486"/>
            <ac:spMk id="4" creationId="{2F8C3275-10E8-CB6F-C9BA-CFA2E2CFD21B}"/>
          </ac:spMkLst>
        </pc:spChg>
        <pc:spChg chg="add mod">
          <ac:chgData name="Muriel BORDE" userId="c170603111e0d29b" providerId="LiveId" clId="{88A39F71-90C1-4121-B360-2DDA4F102DCB}" dt="2023-09-27T15:41:55.117" v="21229"/>
          <ac:spMkLst>
            <pc:docMk/>
            <pc:sldMk cId="3323540049" sldId="486"/>
            <ac:spMk id="5" creationId="{01FF5D81-538E-D7CD-F249-2073F7300308}"/>
          </ac:spMkLst>
        </pc:spChg>
      </pc:sldChg>
      <pc:sldChg chg="delSp modSp add mod">
        <pc:chgData name="Muriel BORDE" userId="c170603111e0d29b" providerId="LiveId" clId="{88A39F71-90C1-4121-B360-2DDA4F102DCB}" dt="2023-09-27T15:42:09.775" v="21233" actId="478"/>
        <pc:sldMkLst>
          <pc:docMk/>
          <pc:sldMk cId="146104369" sldId="487"/>
        </pc:sldMkLst>
        <pc:spChg chg="mod">
          <ac:chgData name="Muriel BORDE" userId="c170603111e0d29b" providerId="LiveId" clId="{88A39F71-90C1-4121-B360-2DDA4F102DCB}" dt="2023-09-27T15:42:08.472" v="21232"/>
          <ac:spMkLst>
            <pc:docMk/>
            <pc:sldMk cId="146104369" sldId="487"/>
            <ac:spMk id="3" creationId="{E1F767E3-2F97-9118-DA10-E559F0F237A0}"/>
          </ac:spMkLst>
        </pc:spChg>
        <pc:spChg chg="del">
          <ac:chgData name="Muriel BORDE" userId="c170603111e0d29b" providerId="LiveId" clId="{88A39F71-90C1-4121-B360-2DDA4F102DCB}" dt="2023-09-27T15:42:09.775" v="21233" actId="478"/>
          <ac:spMkLst>
            <pc:docMk/>
            <pc:sldMk cId="146104369" sldId="487"/>
            <ac:spMk id="5" creationId="{01FF5D81-538E-D7CD-F249-2073F7300308}"/>
          </ac:spMkLst>
        </pc:spChg>
      </pc:sldChg>
      <pc:sldChg chg="modSp add mod">
        <pc:chgData name="Muriel BORDE" userId="c170603111e0d29b" providerId="LiveId" clId="{88A39F71-90C1-4121-B360-2DDA4F102DCB}" dt="2023-09-27T15:42:22.148" v="21236"/>
        <pc:sldMkLst>
          <pc:docMk/>
          <pc:sldMk cId="2457049403" sldId="488"/>
        </pc:sldMkLst>
        <pc:spChg chg="mod">
          <ac:chgData name="Muriel BORDE" userId="c170603111e0d29b" providerId="LiveId" clId="{88A39F71-90C1-4121-B360-2DDA4F102DCB}" dt="2023-09-27T15:42:22.148" v="21236"/>
          <ac:spMkLst>
            <pc:docMk/>
            <pc:sldMk cId="2457049403" sldId="488"/>
            <ac:spMk id="3" creationId="{E1F767E3-2F97-9118-DA10-E559F0F237A0}"/>
          </ac:spMkLst>
        </pc:spChg>
      </pc:sldChg>
      <pc:sldChg chg="modSp add mod">
        <pc:chgData name="Muriel BORDE" userId="c170603111e0d29b" providerId="LiveId" clId="{88A39F71-90C1-4121-B360-2DDA4F102DCB}" dt="2023-09-27T15:42:41.298" v="21246" actId="20577"/>
        <pc:sldMkLst>
          <pc:docMk/>
          <pc:sldMk cId="2862963755" sldId="489"/>
        </pc:sldMkLst>
        <pc:spChg chg="mod">
          <ac:chgData name="Muriel BORDE" userId="c170603111e0d29b" providerId="LiveId" clId="{88A39F71-90C1-4121-B360-2DDA4F102DCB}" dt="2023-09-27T15:42:41.298" v="21246" actId="20577"/>
          <ac:spMkLst>
            <pc:docMk/>
            <pc:sldMk cId="2862963755" sldId="489"/>
            <ac:spMk id="2" creationId="{57C9C8A9-E13E-334C-E153-3D495D8664C3}"/>
          </ac:spMkLst>
        </pc:spChg>
        <pc:spChg chg="mod">
          <ac:chgData name="Muriel BORDE" userId="c170603111e0d29b" providerId="LiveId" clId="{88A39F71-90C1-4121-B360-2DDA4F102DCB}" dt="2023-09-27T15:42:38.896" v="21239"/>
          <ac:spMkLst>
            <pc:docMk/>
            <pc:sldMk cId="2862963755" sldId="489"/>
            <ac:spMk id="3" creationId="{E1F767E3-2F97-9118-DA10-E559F0F237A0}"/>
          </ac:spMkLst>
        </pc:spChg>
      </pc:sldChg>
      <pc:sldChg chg="modSp add mod">
        <pc:chgData name="Muriel BORDE" userId="c170603111e0d29b" providerId="LiveId" clId="{88A39F71-90C1-4121-B360-2DDA4F102DCB}" dt="2023-09-27T15:42:50.479" v="21249"/>
        <pc:sldMkLst>
          <pc:docMk/>
          <pc:sldMk cId="2023948013" sldId="490"/>
        </pc:sldMkLst>
        <pc:spChg chg="mod">
          <ac:chgData name="Muriel BORDE" userId="c170603111e0d29b" providerId="LiveId" clId="{88A39F71-90C1-4121-B360-2DDA4F102DCB}" dt="2023-09-27T15:42:50.479" v="21249"/>
          <ac:spMkLst>
            <pc:docMk/>
            <pc:sldMk cId="2023948013" sldId="490"/>
            <ac:spMk id="3" creationId="{E1F767E3-2F97-9118-DA10-E559F0F237A0}"/>
          </ac:spMkLst>
        </pc:spChg>
      </pc:sldChg>
      <pc:sldMasterChg chg="addSp delSp modSp mod setBg delSldLayout modSldLayout sldLayoutOrd">
        <pc:chgData name="Muriel BORDE" userId="c170603111e0d29b" providerId="LiveId" clId="{88A39F71-90C1-4121-B360-2DDA4F102DCB}" dt="2023-09-27T15:36:21.886" v="21098" actId="1076"/>
        <pc:sldMasterMkLst>
          <pc:docMk/>
          <pc:sldMasterMk cId="0" sldId="2147483648"/>
        </pc:sldMasterMkLst>
        <pc:spChg chg="add del mod">
          <ac:chgData name="Muriel BORDE" userId="c170603111e0d29b" providerId="LiveId" clId="{88A39F71-90C1-4121-B360-2DDA4F102DCB}" dt="2023-09-27T14:43:18.825" v="20346" actId="478"/>
          <ac:spMkLst>
            <pc:docMk/>
            <pc:sldMasterMk cId="0" sldId="2147483648"/>
            <ac:spMk id="4" creationId="{EC0A74C1-6C31-7198-1622-A1EFFFE7DC85}"/>
          </ac:spMkLst>
        </pc:spChg>
        <pc:spChg chg="del">
          <ac:chgData name="Muriel BORDE" userId="c170603111e0d29b" providerId="LiveId" clId="{88A39F71-90C1-4121-B360-2DDA4F102DCB}" dt="2023-09-27T14:54:00.663" v="20414" actId="478"/>
          <ac:spMkLst>
            <pc:docMk/>
            <pc:sldMasterMk cId="0" sldId="2147483648"/>
            <ac:spMk id="7" creationId="{00000000-0000-0000-0000-000000000000}"/>
          </ac:spMkLst>
        </pc:spChg>
        <pc:picChg chg="del">
          <ac:chgData name="Muriel BORDE" userId="c170603111e0d29b" providerId="LiveId" clId="{88A39F71-90C1-4121-B360-2DDA4F102DCB}" dt="2023-09-27T14:54:02.416" v="20415" actId="478"/>
          <ac:picMkLst>
            <pc:docMk/>
            <pc:sldMasterMk cId="0" sldId="2147483648"/>
            <ac:picMk id="11" creationId="{00000000-0000-0000-0000-000000000000}"/>
          </ac:picMkLst>
        </pc:picChg>
        <pc:sldLayoutChg chg="delSp modSp mod">
          <pc:chgData name="Muriel BORDE" userId="c170603111e0d29b" providerId="LiveId" clId="{88A39F71-90C1-4121-B360-2DDA4F102DCB}" dt="2023-09-27T14:56:43.966" v="20461" actId="478"/>
          <pc:sldLayoutMkLst>
            <pc:docMk/>
            <pc:sldMasterMk cId="0" sldId="2147483648"/>
            <pc:sldLayoutMk cId="0" sldId="2147483649"/>
          </pc:sldLayoutMkLst>
          <pc:spChg chg="mod">
            <ac:chgData name="Muriel BORDE" userId="c170603111e0d29b" providerId="LiveId" clId="{88A39F71-90C1-4121-B360-2DDA4F102DCB}" dt="2023-09-27T14:44:19.918" v="20348" actId="6549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4:28.308" v="20349" actId="2711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del mod">
            <ac:chgData name="Muriel BORDE" userId="c170603111e0d29b" providerId="LiveId" clId="{88A39F71-90C1-4121-B360-2DDA4F102DCB}" dt="2023-09-27T14:56:43.966" v="20461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54:04.733" v="20416" actId="478"/>
            <ac:spMkLst>
              <pc:docMk/>
              <pc:sldMasterMk cId="0" sldId="2147483648"/>
              <pc:sldLayoutMk cId="0" sldId="2147483649"/>
              <ac:spMk id="15" creationId="{00000000-0000-0000-0000-000000000000}"/>
            </ac:spMkLst>
          </pc:spChg>
          <pc:picChg chg="del">
            <ac:chgData name="Muriel BORDE" userId="c170603111e0d29b" providerId="LiveId" clId="{88A39F71-90C1-4121-B360-2DDA4F102DCB}" dt="2023-09-27T14:42:18.419" v="20343" actId="478"/>
            <ac:picMkLst>
              <pc:docMk/>
              <pc:sldMasterMk cId="0" sldId="2147483648"/>
              <pc:sldLayoutMk cId="0" sldId="2147483649"/>
              <ac:picMk id="12" creationId="{00000000-0000-0000-0000-000000000000}"/>
            </ac:picMkLst>
          </pc:picChg>
          <pc:cxnChg chg="del">
            <ac:chgData name="Muriel BORDE" userId="c170603111e0d29b" providerId="LiveId" clId="{88A39F71-90C1-4121-B360-2DDA4F102DCB}" dt="2023-09-27T14:54:13.806" v="20421" actId="478"/>
            <ac:cxnSpMkLst>
              <pc:docMk/>
              <pc:sldMasterMk cId="0" sldId="2147483648"/>
              <pc:sldLayoutMk cId="0" sldId="2147483649"/>
              <ac:cxnSpMk id="10" creationId="{00000000-0000-0000-0000-000000000000}"/>
            </ac:cxnSpMkLst>
          </pc:cxnChg>
        </pc:sldLayoutChg>
        <pc:sldLayoutChg chg="delSp modSp mod">
          <pc:chgData name="Muriel BORDE" userId="c170603111e0d29b" providerId="LiveId" clId="{88A39F71-90C1-4121-B360-2DDA4F102DCB}" dt="2023-09-27T14:44:40.826" v="20353" actId="478"/>
          <pc:sldLayoutMkLst>
            <pc:docMk/>
            <pc:sldMasterMk cId="0" sldId="2147483648"/>
            <pc:sldLayoutMk cId="0" sldId="2147483650"/>
          </pc:sldLayoutMkLst>
          <pc:spChg chg="mod">
            <ac:chgData name="Muriel BORDE" userId="c170603111e0d29b" providerId="LiveId" clId="{88A39F71-90C1-4121-B360-2DDA4F102DCB}" dt="2023-09-27T14:44:33.836" v="20351" actId="2711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4:38.599" v="20352" actId="2711"/>
            <ac:spMkLst>
              <pc:docMk/>
              <pc:sldMasterMk cId="0" sldId="2147483648"/>
              <pc:sldLayoutMk cId="0" sldId="2147483650"/>
              <ac:spMk id="9" creationId="{00000000-0000-0000-0000-000000000000}"/>
            </ac:spMkLst>
          </pc:spChg>
          <pc:picChg chg="del">
            <ac:chgData name="Muriel BORDE" userId="c170603111e0d29b" providerId="LiveId" clId="{88A39F71-90C1-4121-B360-2DDA4F102DCB}" dt="2023-09-27T14:44:40.826" v="20353" actId="478"/>
            <ac:picMkLst>
              <pc:docMk/>
              <pc:sldMasterMk cId="0" sldId="2147483648"/>
              <pc:sldLayoutMk cId="0" sldId="2147483650"/>
              <ac:picMk id="8" creationId="{00000000-0000-0000-0000-000000000000}"/>
            </ac:picMkLst>
          </pc:picChg>
        </pc:sldLayoutChg>
        <pc:sldLayoutChg chg="delSp modSp del mod">
          <pc:chgData name="Muriel BORDE" userId="c170603111e0d29b" providerId="LiveId" clId="{88A39F71-90C1-4121-B360-2DDA4F102DCB}" dt="2023-09-27T14:49:53.287" v="20376" actId="2696"/>
          <pc:sldLayoutMkLst>
            <pc:docMk/>
            <pc:sldMasterMk cId="0" sldId="2147483648"/>
            <pc:sldLayoutMk cId="0" sldId="2147483651"/>
          </pc:sldLayoutMkLst>
          <pc:spChg chg="mod">
            <ac:chgData name="Muriel BORDE" userId="c170603111e0d29b" providerId="LiveId" clId="{88A39F71-90C1-4121-B360-2DDA4F102DCB}" dt="2023-09-27T14:44:47.526" v="20354" actId="2711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picChg chg="del">
            <ac:chgData name="Muriel BORDE" userId="c170603111e0d29b" providerId="LiveId" clId="{88A39F71-90C1-4121-B360-2DDA4F102DCB}" dt="2023-09-27T14:42:23.864" v="20344" actId="478"/>
            <ac:picMkLst>
              <pc:docMk/>
              <pc:sldMasterMk cId="0" sldId="2147483648"/>
              <pc:sldLayoutMk cId="0" sldId="2147483651"/>
              <ac:picMk id="11" creationId="{00000000-0000-0000-0000-000000000000}"/>
            </ac:picMkLst>
          </pc:picChg>
        </pc:sldLayoutChg>
        <pc:sldLayoutChg chg="delSp modSp mod ord">
          <pc:chgData name="Muriel BORDE" userId="c170603111e0d29b" providerId="LiveId" clId="{88A39F71-90C1-4121-B360-2DDA4F102DCB}" dt="2023-09-27T15:31:29.701" v="21055" actId="255"/>
          <pc:sldLayoutMkLst>
            <pc:docMk/>
            <pc:sldMasterMk cId="0" sldId="2147483648"/>
            <pc:sldLayoutMk cId="0" sldId="2147483652"/>
          </pc:sldLayoutMkLst>
          <pc:spChg chg="del mod">
            <ac:chgData name="Muriel BORDE" userId="c170603111e0d29b" providerId="LiveId" clId="{88A39F71-90C1-4121-B360-2DDA4F102DCB}" dt="2023-09-27T15:26:02.421" v="21008" actId="478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45:01.672" v="20357" actId="478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5:31:26.630" v="21054"/>
            <ac:spMkLst>
              <pc:docMk/>
              <pc:sldMasterMk cId="0" sldId="2147483648"/>
              <pc:sldLayoutMk cId="0" sldId="2147483652"/>
              <ac:spMk id="8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5:31:29.701" v="21055" actId="255"/>
            <ac:spMkLst>
              <pc:docMk/>
              <pc:sldMasterMk cId="0" sldId="2147483648"/>
              <pc:sldLayoutMk cId="0" sldId="2147483652"/>
              <ac:spMk id="11" creationId="{00000000-0000-0000-0000-000000000000}"/>
            </ac:spMkLst>
          </pc:spChg>
        </pc:sldLayoutChg>
        <pc:sldLayoutChg chg="modSp mod">
          <pc:chgData name="Muriel BORDE" userId="c170603111e0d29b" providerId="LiveId" clId="{88A39F71-90C1-4121-B360-2DDA4F102DCB}" dt="2023-09-27T15:31:18.849" v="21052" actId="255"/>
          <pc:sldLayoutMkLst>
            <pc:docMk/>
            <pc:sldMasterMk cId="0" sldId="2147483648"/>
            <pc:sldLayoutMk cId="1834099669" sldId="2147483653"/>
          </pc:sldLayoutMkLst>
          <pc:spChg chg="mod">
            <ac:chgData name="Muriel BORDE" userId="c170603111e0d29b" providerId="LiveId" clId="{88A39F71-90C1-4121-B360-2DDA4F102DCB}" dt="2023-09-27T14:45:11.818" v="20358" actId="2711"/>
            <ac:spMkLst>
              <pc:docMk/>
              <pc:sldMasterMk cId="0" sldId="2147483648"/>
              <pc:sldLayoutMk cId="1834099669" sldId="2147483653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5:17.154" v="20359" actId="2711"/>
            <ac:spMkLst>
              <pc:docMk/>
              <pc:sldMasterMk cId="0" sldId="2147483648"/>
              <pc:sldLayoutMk cId="1834099669" sldId="2147483653"/>
              <ac:spMk id="3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5:17.154" v="20359" actId="2711"/>
            <ac:spMkLst>
              <pc:docMk/>
              <pc:sldMasterMk cId="0" sldId="2147483648"/>
              <pc:sldLayoutMk cId="1834099669" sldId="2147483653"/>
              <ac:spMk id="4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45:21.720" v="20360" actId="478"/>
            <ac:spMkLst>
              <pc:docMk/>
              <pc:sldMasterMk cId="0" sldId="2147483648"/>
              <pc:sldLayoutMk cId="1834099669" sldId="2147483653"/>
              <ac:spMk id="5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5:31:14.016" v="21051"/>
            <ac:spMkLst>
              <pc:docMk/>
              <pc:sldMasterMk cId="0" sldId="2147483648"/>
              <pc:sldLayoutMk cId="1834099669" sldId="2147483653"/>
              <ac:spMk id="8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5:31:18.849" v="21052" actId="255"/>
            <ac:spMkLst>
              <pc:docMk/>
              <pc:sldMasterMk cId="0" sldId="2147483648"/>
              <pc:sldLayoutMk cId="1834099669" sldId="2147483653"/>
              <ac:spMk id="11" creationId="{00000000-0000-0000-0000-000000000000}"/>
            </ac:spMkLst>
          </pc:spChg>
        </pc:sldLayoutChg>
        <pc:sldLayoutChg chg="addSp delSp modSp mod ord">
          <pc:chgData name="Muriel BORDE" userId="c170603111e0d29b" providerId="LiveId" clId="{88A39F71-90C1-4121-B360-2DDA4F102DCB}" dt="2023-09-27T15:36:21.886" v="21098" actId="1076"/>
          <pc:sldLayoutMkLst>
            <pc:docMk/>
            <pc:sldMasterMk cId="0" sldId="2147483648"/>
            <pc:sldLayoutMk cId="4070349729" sldId="2147483654"/>
          </pc:sldLayoutMkLst>
          <pc:spChg chg="mod">
            <ac:chgData name="Muriel BORDE" userId="c170603111e0d29b" providerId="LiveId" clId="{88A39F71-90C1-4121-B360-2DDA4F102DCB}" dt="2023-09-27T14:45:31.241" v="20361" actId="2711"/>
            <ac:spMkLst>
              <pc:docMk/>
              <pc:sldMasterMk cId="0" sldId="2147483648"/>
              <pc:sldLayoutMk cId="4070349729" sldId="2147483654"/>
              <ac:spMk id="2" creationId="{00000000-0000-0000-0000-000000000000}"/>
            </ac:spMkLst>
          </pc:spChg>
          <pc:spChg chg="add del mod">
            <ac:chgData name="Muriel BORDE" userId="c170603111e0d29b" providerId="LiveId" clId="{88A39F71-90C1-4121-B360-2DDA4F102DCB}" dt="2023-09-27T15:34:22.427" v="21073" actId="478"/>
            <ac:spMkLst>
              <pc:docMk/>
              <pc:sldMasterMk cId="0" sldId="2147483648"/>
              <pc:sldLayoutMk cId="4070349729" sldId="2147483654"/>
              <ac:spMk id="2" creationId="{ECFC3B8D-7FC4-D018-1F23-1972603528E8}"/>
            </ac:spMkLst>
          </pc:spChg>
          <pc:spChg chg="mod">
            <ac:chgData name="Muriel BORDE" userId="c170603111e0d29b" providerId="LiveId" clId="{88A39F71-90C1-4121-B360-2DDA4F102DCB}" dt="2023-09-27T14:45:31.241" v="20361" actId="2711"/>
            <ac:spMkLst>
              <pc:docMk/>
              <pc:sldMasterMk cId="0" sldId="2147483648"/>
              <pc:sldLayoutMk cId="4070349729" sldId="2147483654"/>
              <ac:spMk id="3" creationId="{00000000-0000-0000-0000-000000000000}"/>
            </ac:spMkLst>
          </pc:spChg>
          <pc:spChg chg="add del mod">
            <ac:chgData name="Muriel BORDE" userId="c170603111e0d29b" providerId="LiveId" clId="{88A39F71-90C1-4121-B360-2DDA4F102DCB}" dt="2023-09-27T15:35:26.881" v="21084" actId="478"/>
            <ac:spMkLst>
              <pc:docMk/>
              <pc:sldMasterMk cId="0" sldId="2147483648"/>
              <pc:sldLayoutMk cId="4070349729" sldId="2147483654"/>
              <ac:spMk id="3" creationId="{61A85264-C8EB-78D2-FD40-8C0C33A16341}"/>
            </ac:spMkLst>
          </pc:spChg>
          <pc:spChg chg="mod">
            <ac:chgData name="Muriel BORDE" userId="c170603111e0d29b" providerId="LiveId" clId="{88A39F71-90C1-4121-B360-2DDA4F102DCB}" dt="2023-09-27T14:45:31.241" v="20361" actId="2711"/>
            <ac:spMkLst>
              <pc:docMk/>
              <pc:sldMasterMk cId="0" sldId="2147483648"/>
              <pc:sldLayoutMk cId="4070349729" sldId="2147483654"/>
              <ac:spMk id="4" creationId="{00000000-0000-0000-0000-000000000000}"/>
            </ac:spMkLst>
          </pc:spChg>
          <pc:spChg chg="add del">
            <ac:chgData name="Muriel BORDE" userId="c170603111e0d29b" providerId="LiveId" clId="{88A39F71-90C1-4121-B360-2DDA4F102DCB}" dt="2023-09-27T15:35:37.226" v="21085" actId="11529"/>
            <ac:spMkLst>
              <pc:docMk/>
              <pc:sldMasterMk cId="0" sldId="2147483648"/>
              <pc:sldLayoutMk cId="4070349729" sldId="2147483654"/>
              <ac:spMk id="4" creationId="{6E2659BF-892F-B6AB-9713-56A52FDD04C3}"/>
            </ac:spMkLst>
          </pc:spChg>
          <pc:spChg chg="mod">
            <ac:chgData name="Muriel BORDE" userId="c170603111e0d29b" providerId="LiveId" clId="{88A39F71-90C1-4121-B360-2DDA4F102DCB}" dt="2023-09-27T14:45:31.241" v="20361" actId="2711"/>
            <ac:spMkLst>
              <pc:docMk/>
              <pc:sldMasterMk cId="0" sldId="2147483648"/>
              <pc:sldLayoutMk cId="4070349729" sldId="2147483654"/>
              <ac:spMk id="5" creationId="{00000000-0000-0000-0000-000000000000}"/>
            </ac:spMkLst>
          </pc:spChg>
          <pc:spChg chg="add del mod">
            <ac:chgData name="Muriel BORDE" userId="c170603111e0d29b" providerId="LiveId" clId="{88A39F71-90C1-4121-B360-2DDA4F102DCB}" dt="2023-09-27T15:35:41.920" v="21087" actId="478"/>
            <ac:spMkLst>
              <pc:docMk/>
              <pc:sldMasterMk cId="0" sldId="2147483648"/>
              <pc:sldLayoutMk cId="4070349729" sldId="2147483654"/>
              <ac:spMk id="5" creationId="{4DE6B46D-31B9-44D4-CD6C-FF56E075521D}"/>
            </ac:spMkLst>
          </pc:spChg>
          <pc:spChg chg="mod">
            <ac:chgData name="Muriel BORDE" userId="c170603111e0d29b" providerId="LiveId" clId="{88A39F71-90C1-4121-B360-2DDA4F102DCB}" dt="2023-09-27T14:45:31.241" v="20361" actId="2711"/>
            <ac:spMkLst>
              <pc:docMk/>
              <pc:sldMasterMk cId="0" sldId="2147483648"/>
              <pc:sldLayoutMk cId="4070349729" sldId="2147483654"/>
              <ac:spMk id="6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5:35.606" v="20362" actId="6549"/>
            <ac:spMkLst>
              <pc:docMk/>
              <pc:sldMasterMk cId="0" sldId="2147483648"/>
              <pc:sldLayoutMk cId="4070349729" sldId="2147483654"/>
              <ac:spMk id="7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5:33:45.662" v="21070"/>
            <ac:spMkLst>
              <pc:docMk/>
              <pc:sldMasterMk cId="0" sldId="2147483648"/>
              <pc:sldLayoutMk cId="4070349729" sldId="2147483654"/>
              <ac:spMk id="8" creationId="{00000000-0000-0000-0000-000000000000}"/>
            </ac:spMkLst>
          </pc:spChg>
          <pc:spChg chg="add del">
            <ac:chgData name="Muriel BORDE" userId="c170603111e0d29b" providerId="LiveId" clId="{88A39F71-90C1-4121-B360-2DDA4F102DCB}" dt="2023-09-27T15:35:49.662" v="21088" actId="11529"/>
            <ac:spMkLst>
              <pc:docMk/>
              <pc:sldMasterMk cId="0" sldId="2147483648"/>
              <pc:sldLayoutMk cId="4070349729" sldId="2147483654"/>
              <ac:spMk id="9" creationId="{F532107B-3C20-194B-DBAE-A44B926B2FCD}"/>
            </ac:spMkLst>
          </pc:spChg>
          <pc:spChg chg="add mod">
            <ac:chgData name="Muriel BORDE" userId="c170603111e0d29b" providerId="LiveId" clId="{88A39F71-90C1-4121-B360-2DDA4F102DCB}" dt="2023-09-27T15:36:21.886" v="21098" actId="1076"/>
            <ac:spMkLst>
              <pc:docMk/>
              <pc:sldMasterMk cId="0" sldId="2147483648"/>
              <pc:sldLayoutMk cId="4070349729" sldId="2147483654"/>
              <ac:spMk id="10" creationId="{5CB116B3-9671-9FC0-3FED-A7FF0B485165}"/>
            </ac:spMkLst>
          </pc:spChg>
          <pc:spChg chg="del">
            <ac:chgData name="Muriel BORDE" userId="c170603111e0d29b" providerId="LiveId" clId="{88A39F71-90C1-4121-B360-2DDA4F102DCB}" dt="2023-09-27T15:33:18.847" v="21067" actId="478"/>
            <ac:spMkLst>
              <pc:docMk/>
              <pc:sldMasterMk cId="0" sldId="2147483648"/>
              <pc:sldLayoutMk cId="4070349729" sldId="2147483654"/>
              <ac:spMk id="11" creationId="{00000000-0000-0000-0000-000000000000}"/>
            </ac:spMkLst>
          </pc:spChg>
        </pc:sldLayoutChg>
        <pc:sldLayoutChg chg="delSp modSp del mod">
          <pc:chgData name="Muriel BORDE" userId="c170603111e0d29b" providerId="LiveId" clId="{88A39F71-90C1-4121-B360-2DDA4F102DCB}" dt="2023-09-27T14:50:06.332" v="20379" actId="2696"/>
          <pc:sldLayoutMkLst>
            <pc:docMk/>
            <pc:sldMasterMk cId="0" sldId="2147483648"/>
            <pc:sldLayoutMk cId="0" sldId="2147483655"/>
          </pc:sldLayoutMkLst>
          <pc:spChg chg="mod">
            <ac:chgData name="Muriel BORDE" userId="c170603111e0d29b" providerId="LiveId" clId="{88A39F71-90C1-4121-B360-2DDA4F102DCB}" dt="2023-09-27T14:45:41.540" v="20363" actId="2711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45:44.425" v="20364" actId="478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delSp modSp del mod">
          <pc:chgData name="Muriel BORDE" userId="c170603111e0d29b" providerId="LiveId" clId="{88A39F71-90C1-4121-B360-2DDA4F102DCB}" dt="2023-09-27T14:50:09.852" v="20380" actId="2696"/>
          <pc:sldLayoutMkLst>
            <pc:docMk/>
            <pc:sldMasterMk cId="0" sldId="2147483648"/>
            <pc:sldLayoutMk cId="0" sldId="2147483656"/>
          </pc:sldLayoutMkLst>
          <pc:spChg chg="mod">
            <ac:chgData name="Muriel BORDE" userId="c170603111e0d29b" providerId="LiveId" clId="{88A39F71-90C1-4121-B360-2DDA4F102DCB}" dt="2023-09-27T14:45:51.513" v="20365" actId="2711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5:51.513" v="20365" actId="2711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5:51.513" v="20365" actId="2711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45:54.661" v="20366" actId="478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</pc:sldLayoutChg>
        <pc:sldLayoutChg chg="delSp modSp del mod">
          <pc:chgData name="Muriel BORDE" userId="c170603111e0d29b" providerId="LiveId" clId="{88A39F71-90C1-4121-B360-2DDA4F102DCB}" dt="2023-09-27T14:50:11.711" v="20381" actId="2696"/>
          <pc:sldLayoutMkLst>
            <pc:docMk/>
            <pc:sldMasterMk cId="0" sldId="2147483648"/>
            <pc:sldLayoutMk cId="3228234032" sldId="2147483657"/>
          </pc:sldLayoutMkLst>
          <pc:spChg chg="mod">
            <ac:chgData name="Muriel BORDE" userId="c170603111e0d29b" providerId="LiveId" clId="{88A39F71-90C1-4121-B360-2DDA4F102DCB}" dt="2023-09-27T14:46:02.034" v="20367" actId="2711"/>
            <ac:spMkLst>
              <pc:docMk/>
              <pc:sldMasterMk cId="0" sldId="2147483648"/>
              <pc:sldLayoutMk cId="3228234032" sldId="2147483657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6:02.034" v="20367" actId="2711"/>
            <ac:spMkLst>
              <pc:docMk/>
              <pc:sldMasterMk cId="0" sldId="2147483648"/>
              <pc:sldLayoutMk cId="3228234032" sldId="2147483657"/>
              <ac:spMk id="3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6:02.034" v="20367" actId="2711"/>
            <ac:spMkLst>
              <pc:docMk/>
              <pc:sldMasterMk cId="0" sldId="2147483648"/>
              <pc:sldLayoutMk cId="3228234032" sldId="2147483657"/>
              <ac:spMk id="4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46:04.506" v="20368" actId="478"/>
            <ac:spMkLst>
              <pc:docMk/>
              <pc:sldMasterMk cId="0" sldId="2147483648"/>
              <pc:sldLayoutMk cId="3228234032" sldId="2147483657"/>
              <ac:spMk id="5" creationId="{00000000-0000-0000-0000-000000000000}"/>
            </ac:spMkLst>
          </pc:spChg>
        </pc:sldLayoutChg>
        <pc:sldLayoutChg chg="delSp modSp del mod">
          <pc:chgData name="Muriel BORDE" userId="c170603111e0d29b" providerId="LiveId" clId="{88A39F71-90C1-4121-B360-2DDA4F102DCB}" dt="2023-09-27T14:50:13.838" v="20382" actId="2696"/>
          <pc:sldLayoutMkLst>
            <pc:docMk/>
            <pc:sldMasterMk cId="0" sldId="2147483648"/>
            <pc:sldLayoutMk cId="321382348" sldId="2147483658"/>
          </pc:sldLayoutMkLst>
          <pc:spChg chg="mod">
            <ac:chgData name="Muriel BORDE" userId="c170603111e0d29b" providerId="LiveId" clId="{88A39F71-90C1-4121-B360-2DDA4F102DCB}" dt="2023-09-27T14:46:09.201" v="20369" actId="2711"/>
            <ac:spMkLst>
              <pc:docMk/>
              <pc:sldMasterMk cId="0" sldId="2147483648"/>
              <pc:sldLayoutMk cId="321382348" sldId="2147483658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6:09.201" v="20369" actId="2711"/>
            <ac:spMkLst>
              <pc:docMk/>
              <pc:sldMasterMk cId="0" sldId="2147483648"/>
              <pc:sldLayoutMk cId="321382348" sldId="2147483658"/>
              <ac:spMk id="3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46:11.269" v="20370" actId="478"/>
            <ac:spMkLst>
              <pc:docMk/>
              <pc:sldMasterMk cId="0" sldId="2147483648"/>
              <pc:sldLayoutMk cId="321382348" sldId="2147483658"/>
              <ac:spMk id="4" creationId="{00000000-0000-0000-0000-000000000000}"/>
            </ac:spMkLst>
          </pc:spChg>
        </pc:sldLayoutChg>
        <pc:sldLayoutChg chg="delSp modSp del mod">
          <pc:chgData name="Muriel BORDE" userId="c170603111e0d29b" providerId="LiveId" clId="{88A39F71-90C1-4121-B360-2DDA4F102DCB}" dt="2023-09-27T14:50:15.528" v="20383" actId="2696"/>
          <pc:sldLayoutMkLst>
            <pc:docMk/>
            <pc:sldMasterMk cId="0" sldId="2147483648"/>
            <pc:sldLayoutMk cId="3521380" sldId="2147483659"/>
          </pc:sldLayoutMkLst>
          <pc:spChg chg="mod">
            <ac:chgData name="Muriel BORDE" userId="c170603111e0d29b" providerId="LiveId" clId="{88A39F71-90C1-4121-B360-2DDA4F102DCB}" dt="2023-09-27T14:46:25.387" v="20371" actId="2711"/>
            <ac:spMkLst>
              <pc:docMk/>
              <pc:sldMasterMk cId="0" sldId="2147483648"/>
              <pc:sldLayoutMk cId="3521380" sldId="2147483659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6:25.387" v="20371" actId="2711"/>
            <ac:spMkLst>
              <pc:docMk/>
              <pc:sldMasterMk cId="0" sldId="2147483648"/>
              <pc:sldLayoutMk cId="3521380" sldId="2147483659"/>
              <ac:spMk id="3" creationId="{00000000-0000-0000-0000-000000000000}"/>
            </ac:spMkLst>
          </pc:spChg>
          <pc:spChg chg="del">
            <ac:chgData name="Muriel BORDE" userId="c170603111e0d29b" providerId="LiveId" clId="{88A39F71-90C1-4121-B360-2DDA4F102DCB}" dt="2023-09-27T14:46:27.328" v="20372" actId="478"/>
            <ac:spMkLst>
              <pc:docMk/>
              <pc:sldMasterMk cId="0" sldId="2147483648"/>
              <pc:sldLayoutMk cId="3521380" sldId="2147483659"/>
              <ac:spMk id="4" creationId="{00000000-0000-0000-0000-000000000000}"/>
            </ac:spMkLst>
          </pc:spChg>
        </pc:sldLayoutChg>
        <pc:sldLayoutChg chg="delSp modSp del mod">
          <pc:chgData name="Muriel BORDE" userId="c170603111e0d29b" providerId="LiveId" clId="{88A39F71-90C1-4121-B360-2DDA4F102DCB}" dt="2023-09-27T14:50:17.436" v="20384" actId="2696"/>
          <pc:sldLayoutMkLst>
            <pc:docMk/>
            <pc:sldMasterMk cId="0" sldId="2147483648"/>
            <pc:sldLayoutMk cId="3185925757" sldId="2147483660"/>
          </pc:sldLayoutMkLst>
          <pc:spChg chg="del">
            <ac:chgData name="Muriel BORDE" userId="c170603111e0d29b" providerId="LiveId" clId="{88A39F71-90C1-4121-B360-2DDA4F102DCB}" dt="2023-09-27T14:46:45.006" v="20375" actId="478"/>
            <ac:spMkLst>
              <pc:docMk/>
              <pc:sldMasterMk cId="0" sldId="2147483648"/>
              <pc:sldLayoutMk cId="3185925757" sldId="2147483660"/>
              <ac:spMk id="1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46:33.512" v="20373" actId="2711"/>
            <ac:spMkLst>
              <pc:docMk/>
              <pc:sldMasterMk cId="0" sldId="2147483648"/>
              <pc:sldLayoutMk cId="3185925757" sldId="2147483660"/>
              <ac:spMk id="17" creationId="{00000000-0000-0000-0000-000000000000}"/>
            </ac:spMkLst>
          </pc:spChg>
        </pc:sldLayoutChg>
        <pc:sldLayoutChg chg="delSp del mod">
          <pc:chgData name="Muriel BORDE" userId="c170603111e0d29b" providerId="LiveId" clId="{88A39F71-90C1-4121-B360-2DDA4F102DCB}" dt="2023-09-27T14:50:18.922" v="20385" actId="2696"/>
          <pc:sldLayoutMkLst>
            <pc:docMk/>
            <pc:sldMasterMk cId="0" sldId="2147483648"/>
            <pc:sldLayoutMk cId="3984865334" sldId="2147483661"/>
          </pc:sldLayoutMkLst>
          <pc:spChg chg="del">
            <ac:chgData name="Muriel BORDE" userId="c170603111e0d29b" providerId="LiveId" clId="{88A39F71-90C1-4121-B360-2DDA4F102DCB}" dt="2023-09-27T14:46:40.901" v="20374" actId="478"/>
            <ac:spMkLst>
              <pc:docMk/>
              <pc:sldMasterMk cId="0" sldId="2147483648"/>
              <pc:sldLayoutMk cId="3984865334" sldId="2147483661"/>
              <ac:spMk id="6" creationId="{00000000-0000-0000-0000-000000000000}"/>
            </ac:spMkLst>
          </pc:spChg>
        </pc:sldLayoutChg>
        <pc:sldLayoutChg chg="del">
          <pc:chgData name="Muriel BORDE" userId="c170603111e0d29b" providerId="LiveId" clId="{88A39F71-90C1-4121-B360-2DDA4F102DCB}" dt="2023-09-27T14:50:20.673" v="20386" actId="2696"/>
          <pc:sldLayoutMkLst>
            <pc:docMk/>
            <pc:sldMasterMk cId="0" sldId="2147483648"/>
            <pc:sldLayoutMk cId="2741625233" sldId="2147483662"/>
          </pc:sldLayoutMkLst>
        </pc:sldLayoutChg>
      </pc:sldMasterChg>
      <pc:sldMasterChg chg="modSp del delSldLayout modSldLayout">
        <pc:chgData name="Muriel BORDE" userId="c170603111e0d29b" providerId="LiveId" clId="{88A39F71-90C1-4121-B360-2DDA4F102DCB}" dt="2023-09-27T15:23:18.975" v="20952" actId="700"/>
        <pc:sldMasterMkLst>
          <pc:docMk/>
          <pc:sldMasterMk cId="0" sldId="2147483663"/>
        </pc:sldMasterMkLst>
        <pc:spChg chg="mod">
          <ac:chgData name="Muriel BORDE" userId="c170603111e0d29b" providerId="LiveId" clId="{88A39F71-90C1-4121-B360-2DDA4F102DCB}" dt="2023-09-27T14:52:01.413" v="20404" actId="2711"/>
          <ac:spMkLst>
            <pc:docMk/>
            <pc:sldMasterMk cId="0" sldId="2147483663"/>
            <ac:spMk id="2" creationId="{00000000-0000-0000-0000-000000000000}"/>
          </ac:spMkLst>
        </pc:spChg>
        <pc:spChg chg="mod">
          <ac:chgData name="Muriel BORDE" userId="c170603111e0d29b" providerId="LiveId" clId="{88A39F71-90C1-4121-B360-2DDA4F102DCB}" dt="2023-09-27T14:52:01.413" v="20404" actId="2711"/>
          <ac:spMkLst>
            <pc:docMk/>
            <pc:sldMasterMk cId="0" sldId="2147483663"/>
            <ac:spMk id="3" creationId="{00000000-0000-0000-0000-000000000000}"/>
          </ac:spMkLst>
        </pc:spChg>
        <pc:sldLayoutChg chg="del">
          <pc:chgData name="Muriel BORDE" userId="c170603111e0d29b" providerId="LiveId" clId="{88A39F71-90C1-4121-B360-2DDA4F102DCB}" dt="2023-09-27T14:50:25.299" v="20387" actId="2696"/>
          <pc:sldLayoutMkLst>
            <pc:docMk/>
            <pc:sldMasterMk cId="0" sldId="2147483663"/>
            <pc:sldLayoutMk cId="0" sldId="2147483664"/>
          </pc:sldLayoutMkLst>
        </pc:sldLayoutChg>
        <pc:sldLayoutChg chg="modSp del">
          <pc:chgData name="Muriel BORDE" userId="c170603111e0d29b" providerId="LiveId" clId="{88A39F71-90C1-4121-B360-2DDA4F102DCB}" dt="2023-09-27T15:23:18.975" v="20952" actId="700"/>
          <pc:sldLayoutMkLst>
            <pc:docMk/>
            <pc:sldMasterMk cId="0" sldId="2147483663"/>
            <pc:sldLayoutMk cId="0" sldId="2147483665"/>
          </pc:sldLayoutMkLst>
          <pc:spChg chg="mod">
            <ac:chgData name="Muriel BORDE" userId="c170603111e0d29b" providerId="LiveId" clId="{88A39F71-90C1-4121-B360-2DDA4F102DCB}" dt="2023-09-27T14:51:55.602" v="20403" actId="2711"/>
            <ac:spMkLst>
              <pc:docMk/>
              <pc:sldMasterMk cId="0" sldId="2147483663"/>
              <pc:sldLayoutMk cId="0" sldId="2147483665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51:55.602" v="20403" actId="2711"/>
            <ac:spMkLst>
              <pc:docMk/>
              <pc:sldMasterMk cId="0" sldId="2147483663"/>
              <pc:sldLayoutMk cId="0" sldId="2147483665"/>
              <ac:spMk id="9" creationId="{00000000-0000-0000-0000-000000000000}"/>
            </ac:spMkLst>
          </pc:spChg>
        </pc:sldLayoutChg>
        <pc:sldLayoutChg chg="delSp modSp del mod">
          <pc:chgData name="Muriel BORDE" userId="c170603111e0d29b" providerId="LiveId" clId="{88A39F71-90C1-4121-B360-2DDA4F102DCB}" dt="2023-09-27T15:06:33.959" v="20615" actId="2696"/>
          <pc:sldLayoutMkLst>
            <pc:docMk/>
            <pc:sldMasterMk cId="0" sldId="2147483663"/>
            <pc:sldLayoutMk cId="0" sldId="2147483666"/>
          </pc:sldLayoutMkLst>
          <pc:spChg chg="mod">
            <ac:chgData name="Muriel BORDE" userId="c170603111e0d29b" providerId="LiveId" clId="{88A39F71-90C1-4121-B360-2DDA4F102DCB}" dt="2023-09-27T14:51:34.785" v="20398" actId="2711"/>
            <ac:spMkLst>
              <pc:docMk/>
              <pc:sldMasterMk cId="0" sldId="2147483663"/>
              <pc:sldLayoutMk cId="0" sldId="2147483666"/>
              <ac:spMk id="2" creationId="{00000000-0000-0000-0000-000000000000}"/>
            </ac:spMkLst>
          </pc:spChg>
          <pc:picChg chg="del">
            <ac:chgData name="Muriel BORDE" userId="c170603111e0d29b" providerId="LiveId" clId="{88A39F71-90C1-4121-B360-2DDA4F102DCB}" dt="2023-09-27T14:51:28.384" v="20397" actId="478"/>
            <ac:picMkLst>
              <pc:docMk/>
              <pc:sldMasterMk cId="0" sldId="2147483663"/>
              <pc:sldLayoutMk cId="0" sldId="2147483666"/>
              <ac:picMk id="11" creationId="{00000000-0000-0000-0000-000000000000}"/>
            </ac:picMkLst>
          </pc:picChg>
        </pc:sldLayoutChg>
        <pc:sldLayoutChg chg="modSp del">
          <pc:chgData name="Muriel BORDE" userId="c170603111e0d29b" providerId="LiveId" clId="{88A39F71-90C1-4121-B360-2DDA4F102DCB}" dt="2023-09-27T15:23:18.975" v="20952" actId="700"/>
          <pc:sldLayoutMkLst>
            <pc:docMk/>
            <pc:sldMasterMk cId="0" sldId="2147483663"/>
            <pc:sldLayoutMk cId="0" sldId="2147483667"/>
          </pc:sldLayoutMkLst>
          <pc:spChg chg="mod">
            <ac:chgData name="Muriel BORDE" userId="c170603111e0d29b" providerId="LiveId" clId="{88A39F71-90C1-4121-B360-2DDA4F102DCB}" dt="2023-09-27T14:51:44.944" v="20400" actId="2711"/>
            <ac:spMkLst>
              <pc:docMk/>
              <pc:sldMasterMk cId="0" sldId="2147483663"/>
              <pc:sldLayoutMk cId="0" sldId="2147483667"/>
              <ac:spMk id="4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51:44.944" v="20400" actId="2711"/>
            <ac:spMkLst>
              <pc:docMk/>
              <pc:sldMasterMk cId="0" sldId="2147483663"/>
              <pc:sldLayoutMk cId="0" sldId="2147483667"/>
              <ac:spMk id="8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51:44.944" v="20400" actId="2711"/>
            <ac:spMkLst>
              <pc:docMk/>
              <pc:sldMasterMk cId="0" sldId="2147483663"/>
              <pc:sldLayoutMk cId="0" sldId="2147483667"/>
              <ac:spMk id="11" creationId="{00000000-0000-0000-0000-000000000000}"/>
            </ac:spMkLst>
          </pc:spChg>
        </pc:sldLayoutChg>
        <pc:sldLayoutChg chg="del">
          <pc:chgData name="Muriel BORDE" userId="c170603111e0d29b" providerId="LiveId" clId="{88A39F71-90C1-4121-B360-2DDA4F102DCB}" dt="2023-09-27T14:50:47.522" v="20388" actId="2696"/>
          <pc:sldLayoutMkLst>
            <pc:docMk/>
            <pc:sldMasterMk cId="0" sldId="2147483663"/>
            <pc:sldLayoutMk cId="0" sldId="2147483668"/>
          </pc:sldLayoutMkLst>
        </pc:sldLayoutChg>
        <pc:sldLayoutChg chg="del">
          <pc:chgData name="Muriel BORDE" userId="c170603111e0d29b" providerId="LiveId" clId="{88A39F71-90C1-4121-B360-2DDA4F102DCB}" dt="2023-09-27T14:50:47.558" v="20389" actId="2696"/>
          <pc:sldLayoutMkLst>
            <pc:docMk/>
            <pc:sldMasterMk cId="0" sldId="2147483663"/>
            <pc:sldLayoutMk cId="0" sldId="2147483669"/>
          </pc:sldLayoutMkLst>
        </pc:sldLayoutChg>
        <pc:sldLayoutChg chg="del">
          <pc:chgData name="Muriel BORDE" userId="c170603111e0d29b" providerId="LiveId" clId="{88A39F71-90C1-4121-B360-2DDA4F102DCB}" dt="2023-09-27T14:50:47.558" v="20390" actId="2696"/>
          <pc:sldLayoutMkLst>
            <pc:docMk/>
            <pc:sldMasterMk cId="0" sldId="2147483663"/>
            <pc:sldLayoutMk cId="0" sldId="2147483670"/>
          </pc:sldLayoutMkLst>
        </pc:sldLayoutChg>
        <pc:sldLayoutChg chg="del">
          <pc:chgData name="Muriel BORDE" userId="c170603111e0d29b" providerId="LiveId" clId="{88A39F71-90C1-4121-B360-2DDA4F102DCB}" dt="2023-09-27T14:50:56.632" v="20392" actId="2696"/>
          <pc:sldLayoutMkLst>
            <pc:docMk/>
            <pc:sldMasterMk cId="0" sldId="2147483663"/>
            <pc:sldLayoutMk cId="0" sldId="2147483671"/>
          </pc:sldLayoutMkLst>
        </pc:sldLayoutChg>
        <pc:sldLayoutChg chg="del">
          <pc:chgData name="Muriel BORDE" userId="c170603111e0d29b" providerId="LiveId" clId="{88A39F71-90C1-4121-B360-2DDA4F102DCB}" dt="2023-09-27T14:50:56.632" v="20393" actId="2696"/>
          <pc:sldLayoutMkLst>
            <pc:docMk/>
            <pc:sldMasterMk cId="0" sldId="2147483663"/>
            <pc:sldLayoutMk cId="0" sldId="2147483672"/>
          </pc:sldLayoutMkLst>
        </pc:sldLayoutChg>
        <pc:sldLayoutChg chg="del">
          <pc:chgData name="Muriel BORDE" userId="c170603111e0d29b" providerId="LiveId" clId="{88A39F71-90C1-4121-B360-2DDA4F102DCB}" dt="2023-09-27T14:50:56.632" v="20394" actId="2696"/>
          <pc:sldLayoutMkLst>
            <pc:docMk/>
            <pc:sldMasterMk cId="0" sldId="2147483663"/>
            <pc:sldLayoutMk cId="0" sldId="2147483673"/>
          </pc:sldLayoutMkLst>
        </pc:sldLayoutChg>
        <pc:sldLayoutChg chg="del">
          <pc:chgData name="Muriel BORDE" userId="c170603111e0d29b" providerId="LiveId" clId="{88A39F71-90C1-4121-B360-2DDA4F102DCB}" dt="2023-09-27T14:50:56.631" v="20391" actId="2696"/>
          <pc:sldLayoutMkLst>
            <pc:docMk/>
            <pc:sldMasterMk cId="0" sldId="2147483663"/>
            <pc:sldLayoutMk cId="0" sldId="2147483674"/>
          </pc:sldLayoutMkLst>
        </pc:sldLayoutChg>
        <pc:sldLayoutChg chg="del">
          <pc:chgData name="Muriel BORDE" userId="c170603111e0d29b" providerId="LiveId" clId="{88A39F71-90C1-4121-B360-2DDA4F102DCB}" dt="2023-09-27T14:51:01.872" v="20395" actId="2696"/>
          <pc:sldLayoutMkLst>
            <pc:docMk/>
            <pc:sldMasterMk cId="0" sldId="2147483663"/>
            <pc:sldLayoutMk cId="0" sldId="2147483675"/>
          </pc:sldLayoutMkLst>
        </pc:sldLayoutChg>
        <pc:sldLayoutChg chg="del">
          <pc:chgData name="Muriel BORDE" userId="c170603111e0d29b" providerId="LiveId" clId="{88A39F71-90C1-4121-B360-2DDA4F102DCB}" dt="2023-09-27T14:51:01.887" v="20396" actId="2696"/>
          <pc:sldLayoutMkLst>
            <pc:docMk/>
            <pc:sldMasterMk cId="0" sldId="2147483663"/>
            <pc:sldLayoutMk cId="0" sldId="2147483676"/>
          </pc:sldLayoutMkLst>
        </pc:sldLayoutChg>
        <pc:sldLayoutChg chg="modSp del">
          <pc:chgData name="Muriel BORDE" userId="c170603111e0d29b" providerId="LiveId" clId="{88A39F71-90C1-4121-B360-2DDA4F102DCB}" dt="2023-09-27T15:06:37.789" v="20616" actId="2696"/>
          <pc:sldLayoutMkLst>
            <pc:docMk/>
            <pc:sldMasterMk cId="0" sldId="2147483663"/>
            <pc:sldLayoutMk cId="0" sldId="2147483677"/>
          </pc:sldLayoutMkLst>
          <pc:spChg chg="mod">
            <ac:chgData name="Muriel BORDE" userId="c170603111e0d29b" providerId="LiveId" clId="{88A39F71-90C1-4121-B360-2DDA4F102DCB}" dt="2023-09-27T14:51:39.725" v="20399" actId="2711"/>
            <ac:spMkLst>
              <pc:docMk/>
              <pc:sldMasterMk cId="0" sldId="2147483663"/>
              <pc:sldLayoutMk cId="0" sldId="2147483677"/>
              <ac:spMk id="2" creationId="{00000000-0000-0000-0000-000000000000}"/>
            </ac:spMkLst>
          </pc:spChg>
          <pc:spChg chg="mod">
            <ac:chgData name="Muriel BORDE" userId="c170603111e0d29b" providerId="LiveId" clId="{88A39F71-90C1-4121-B360-2DDA4F102DCB}" dt="2023-09-27T14:51:39.725" v="20399" actId="2711"/>
            <ac:spMkLst>
              <pc:docMk/>
              <pc:sldMasterMk cId="0" sldId="2147483663"/>
              <pc:sldLayoutMk cId="0" sldId="2147483677"/>
              <ac:spMk id="3" creationId="{00000000-0000-0000-0000-000000000000}"/>
            </ac:spMkLst>
          </pc:spChg>
        </pc:sldLayoutChg>
      </pc:sldMasterChg>
    </pc:docChg>
  </pc:docChgLst>
  <pc:docChgLst>
    <pc:chgData name="Muriel BORDE" userId="c170603111e0d29b" providerId="LiveId" clId="{57199298-0081-43D7-85F7-B4767A8F9EC5}"/>
    <pc:docChg chg="undo custSel addSld delSld modSld sldOrd modMainMaster">
      <pc:chgData name="Muriel BORDE" userId="c170603111e0d29b" providerId="LiveId" clId="{57199298-0081-43D7-85F7-B4767A8F9EC5}" dt="2024-08-16T13:58:46.726" v="27585" actId="1582"/>
      <pc:docMkLst>
        <pc:docMk/>
      </pc:docMkLst>
      <pc:sldChg chg="del">
        <pc:chgData name="Muriel BORDE" userId="c170603111e0d29b" providerId="LiveId" clId="{57199298-0081-43D7-85F7-B4767A8F9EC5}" dt="2024-01-17T10:32:02.324" v="3100" actId="47"/>
        <pc:sldMkLst>
          <pc:docMk/>
          <pc:sldMk cId="0" sldId="257"/>
        </pc:sldMkLst>
      </pc:sldChg>
      <pc:sldChg chg="addSp delSp modSp mod">
        <pc:chgData name="Muriel BORDE" userId="c170603111e0d29b" providerId="LiveId" clId="{57199298-0081-43D7-85F7-B4767A8F9EC5}" dt="2024-01-18T11:12:17.214" v="6023" actId="478"/>
        <pc:sldMkLst>
          <pc:docMk/>
          <pc:sldMk cId="3066085892" sldId="260"/>
        </pc:sldMkLst>
        <pc:spChg chg="add del mod">
          <ac:chgData name="Muriel BORDE" userId="c170603111e0d29b" providerId="LiveId" clId="{57199298-0081-43D7-85F7-B4767A8F9EC5}" dt="2024-01-16T14:52:17.551" v="434" actId="478"/>
          <ac:spMkLst>
            <pc:docMk/>
            <pc:sldMk cId="3066085892" sldId="260"/>
            <ac:spMk id="4" creationId="{A11D4694-72DA-FE80-EEFC-69F0DDDFCF74}"/>
          </ac:spMkLst>
        </pc:spChg>
        <pc:spChg chg="add mod">
          <ac:chgData name="Muriel BORDE" userId="c170603111e0d29b" providerId="LiveId" clId="{57199298-0081-43D7-85F7-B4767A8F9EC5}" dt="2024-01-18T11:11:58.265" v="6021" actId="1076"/>
          <ac:spMkLst>
            <pc:docMk/>
            <pc:sldMk cId="3066085892" sldId="260"/>
            <ac:spMk id="5" creationId="{9059FA8B-D88E-F4DF-AA7C-09DB0CCEB207}"/>
          </ac:spMkLst>
        </pc:spChg>
        <pc:spChg chg="add mod">
          <ac:chgData name="Muriel BORDE" userId="c170603111e0d29b" providerId="LiveId" clId="{57199298-0081-43D7-85F7-B4767A8F9EC5}" dt="2024-01-18T11:08:08.396" v="5933" actId="14100"/>
          <ac:spMkLst>
            <pc:docMk/>
            <pc:sldMk cId="3066085892" sldId="260"/>
            <ac:spMk id="6" creationId="{76B30398-852E-7301-C0E2-2C5A985C8FEC}"/>
          </ac:spMkLst>
        </pc:spChg>
        <pc:spChg chg="add del mod">
          <ac:chgData name="Muriel BORDE" userId="c170603111e0d29b" providerId="LiveId" clId="{57199298-0081-43D7-85F7-B4767A8F9EC5}" dt="2024-01-18T11:12:17.214" v="6023" actId="478"/>
          <ac:spMkLst>
            <pc:docMk/>
            <pc:sldMk cId="3066085892" sldId="260"/>
            <ac:spMk id="7" creationId="{67CABB7D-50DA-0E61-E7C7-703075C6E999}"/>
          </ac:spMkLst>
        </pc:spChg>
        <pc:spChg chg="add mod">
          <ac:chgData name="Muriel BORDE" userId="c170603111e0d29b" providerId="LiveId" clId="{57199298-0081-43D7-85F7-B4767A8F9EC5}" dt="2024-01-18T11:11:45.222" v="6015" actId="207"/>
          <ac:spMkLst>
            <pc:docMk/>
            <pc:sldMk cId="3066085892" sldId="260"/>
            <ac:spMk id="8" creationId="{4872E4B2-D482-4219-FBC7-50DFA8D1A070}"/>
          </ac:spMkLst>
        </pc:spChg>
        <pc:spChg chg="add mod">
          <ac:chgData name="Muriel BORDE" userId="c170603111e0d29b" providerId="LiveId" clId="{57199298-0081-43D7-85F7-B4767A8F9EC5}" dt="2024-01-18T11:11:52" v="6018" actId="14100"/>
          <ac:spMkLst>
            <pc:docMk/>
            <pc:sldMk cId="3066085892" sldId="260"/>
            <ac:spMk id="9" creationId="{C39E28E9-C97F-A221-910A-B8B3E924342A}"/>
          </ac:spMkLst>
        </pc:spChg>
        <pc:spChg chg="mod">
          <ac:chgData name="Muriel BORDE" userId="c170603111e0d29b" providerId="LiveId" clId="{57199298-0081-43D7-85F7-B4767A8F9EC5}" dt="2024-01-17T10:29:31.777" v="3094" actId="20577"/>
          <ac:spMkLst>
            <pc:docMk/>
            <pc:sldMk cId="3066085892" sldId="260"/>
            <ac:spMk id="11" creationId="{DB9FAB11-093A-CCE1-B08C-C364C3A4D0EE}"/>
          </ac:spMkLst>
        </pc:spChg>
        <pc:picChg chg="add del mod">
          <ac:chgData name="Muriel BORDE" userId="c170603111e0d29b" providerId="LiveId" clId="{57199298-0081-43D7-85F7-B4767A8F9EC5}" dt="2024-01-18T11:09:21.644" v="5942" actId="478"/>
          <ac:picMkLst>
            <pc:docMk/>
            <pc:sldMk cId="3066085892" sldId="260"/>
            <ac:picMk id="4" creationId="{EC66CF2E-785E-C20E-4560-5A940A2B0EB0}"/>
          </ac:picMkLst>
        </pc:picChg>
        <pc:picChg chg="add mod">
          <ac:chgData name="Muriel BORDE" userId="c170603111e0d29b" providerId="LiveId" clId="{57199298-0081-43D7-85F7-B4767A8F9EC5}" dt="2024-01-18T11:08:06.032" v="5932" actId="1076"/>
          <ac:picMkLst>
            <pc:docMk/>
            <pc:sldMk cId="3066085892" sldId="260"/>
            <ac:picMk id="2050" creationId="{EA60EA12-EC59-FA25-D0B0-4C822A4841FB}"/>
          </ac:picMkLst>
        </pc:picChg>
        <pc:picChg chg="add del">
          <ac:chgData name="Muriel BORDE" userId="c170603111e0d29b" providerId="LiveId" clId="{57199298-0081-43D7-85F7-B4767A8F9EC5}" dt="2024-01-18T11:04:48.628" v="5906" actId="478"/>
          <ac:picMkLst>
            <pc:docMk/>
            <pc:sldMk cId="3066085892" sldId="260"/>
            <ac:picMk id="2052" creationId="{E48BD438-3D3A-DBE6-BF16-322534C60A44}"/>
          </ac:picMkLst>
        </pc:picChg>
        <pc:picChg chg="add del mod">
          <ac:chgData name="Muriel BORDE" userId="c170603111e0d29b" providerId="LiveId" clId="{57199298-0081-43D7-85F7-B4767A8F9EC5}" dt="2024-01-18T11:06:29.580" v="5910" actId="478"/>
          <ac:picMkLst>
            <pc:docMk/>
            <pc:sldMk cId="3066085892" sldId="260"/>
            <ac:picMk id="2054" creationId="{71A47E5D-690A-7174-011C-7A1A09E1D4E9}"/>
          </ac:picMkLst>
        </pc:picChg>
        <pc:picChg chg="add del mod">
          <ac:chgData name="Muriel BORDE" userId="c170603111e0d29b" providerId="LiveId" clId="{57199298-0081-43D7-85F7-B4767A8F9EC5}" dt="2024-01-18T11:08:47.377" v="5935" actId="478"/>
          <ac:picMkLst>
            <pc:docMk/>
            <pc:sldMk cId="3066085892" sldId="260"/>
            <ac:picMk id="2056" creationId="{03264ABD-E600-4478-C8A7-6276A29B9BA4}"/>
          </ac:picMkLst>
        </pc:picChg>
        <pc:picChg chg="add mod">
          <ac:chgData name="Muriel BORDE" userId="c170603111e0d29b" providerId="LiveId" clId="{57199298-0081-43D7-85F7-B4767A8F9EC5}" dt="2024-01-18T11:12:01.041" v="6022" actId="1076"/>
          <ac:picMkLst>
            <pc:docMk/>
            <pc:sldMk cId="3066085892" sldId="260"/>
            <ac:picMk id="2058" creationId="{AD38F454-C583-C0B0-7E57-DEDC21DE6488}"/>
          </ac:picMkLst>
        </pc:picChg>
      </pc:sldChg>
      <pc:sldChg chg="addSp delSp modSp mod ord">
        <pc:chgData name="Muriel BORDE" userId="c170603111e0d29b" providerId="LiveId" clId="{57199298-0081-43D7-85F7-B4767A8F9EC5}" dt="2024-08-16T13:21:09.483" v="26127" actId="478"/>
        <pc:sldMkLst>
          <pc:docMk/>
          <pc:sldMk cId="2290986100" sldId="459"/>
        </pc:sldMkLst>
        <pc:spChg chg="mod">
          <ac:chgData name="Muriel BORDE" userId="c170603111e0d29b" providerId="LiveId" clId="{57199298-0081-43D7-85F7-B4767A8F9EC5}" dt="2024-02-17T10:43:36.573" v="8321" actId="1035"/>
          <ac:spMkLst>
            <pc:docMk/>
            <pc:sldMk cId="2290986100" sldId="459"/>
            <ac:spMk id="3" creationId="{FB5F5D94-CE94-0915-9EF9-AD0339FC5058}"/>
          </ac:spMkLst>
        </pc:spChg>
        <pc:spChg chg="add del mod">
          <ac:chgData name="Muriel BORDE" userId="c170603111e0d29b" providerId="LiveId" clId="{57199298-0081-43D7-85F7-B4767A8F9EC5}" dt="2024-08-16T13:21:09.483" v="26127" actId="478"/>
          <ac:spMkLst>
            <pc:docMk/>
            <pc:sldMk cId="2290986100" sldId="459"/>
            <ac:spMk id="4" creationId="{2392F98A-93F6-E1A1-1B9A-F7E4363C9D95}"/>
          </ac:spMkLst>
        </pc:spChg>
        <pc:spChg chg="add mod">
          <ac:chgData name="Muriel BORDE" userId="c170603111e0d29b" providerId="LiveId" clId="{57199298-0081-43D7-85F7-B4767A8F9EC5}" dt="2024-02-17T12:23:20.567" v="8611" actId="1037"/>
          <ac:spMkLst>
            <pc:docMk/>
            <pc:sldMk cId="2290986100" sldId="459"/>
            <ac:spMk id="5" creationId="{A117098F-9677-220B-7EC7-F3EED432B9EE}"/>
          </ac:spMkLst>
        </pc:spChg>
        <pc:spChg chg="add mod">
          <ac:chgData name="Muriel BORDE" userId="c170603111e0d29b" providerId="LiveId" clId="{57199298-0081-43D7-85F7-B4767A8F9EC5}" dt="2024-02-17T12:25:23.245" v="8692" actId="20577"/>
          <ac:spMkLst>
            <pc:docMk/>
            <pc:sldMk cId="2290986100" sldId="459"/>
            <ac:spMk id="6" creationId="{DF162777-7D8E-C699-D5C7-ED194077ED89}"/>
          </ac:spMkLst>
        </pc:spChg>
        <pc:spChg chg="mod">
          <ac:chgData name="Muriel BORDE" userId="c170603111e0d29b" providerId="LiveId" clId="{57199298-0081-43D7-85F7-B4767A8F9EC5}" dt="2024-02-17T12:34:32.033" v="9110" actId="20577"/>
          <ac:spMkLst>
            <pc:docMk/>
            <pc:sldMk cId="2290986100" sldId="459"/>
            <ac:spMk id="7" creationId="{85B1BA62-FDAA-49AC-649A-9019C5C2E501}"/>
          </ac:spMkLst>
        </pc:spChg>
        <pc:spChg chg="mod">
          <ac:chgData name="Muriel BORDE" userId="c170603111e0d29b" providerId="LiveId" clId="{57199298-0081-43D7-85F7-B4767A8F9EC5}" dt="2024-02-17T10:32:02.785" v="7829" actId="20577"/>
          <ac:spMkLst>
            <pc:docMk/>
            <pc:sldMk cId="2290986100" sldId="459"/>
            <ac:spMk id="8" creationId="{2C00CAB1-F758-5996-FDD2-23BF6B49D607}"/>
          </ac:spMkLst>
        </pc:spChg>
        <pc:spChg chg="add del mod">
          <ac:chgData name="Muriel BORDE" userId="c170603111e0d29b" providerId="LiveId" clId="{57199298-0081-43D7-85F7-B4767A8F9EC5}" dt="2024-02-17T10:43:22.571" v="8309" actId="478"/>
          <ac:spMkLst>
            <pc:docMk/>
            <pc:sldMk cId="2290986100" sldId="459"/>
            <ac:spMk id="9" creationId="{3624E2A4-49BE-E38E-3CDD-161B448B81A6}"/>
          </ac:spMkLst>
        </pc:spChg>
        <pc:spChg chg="mod">
          <ac:chgData name="Muriel BORDE" userId="c170603111e0d29b" providerId="LiveId" clId="{57199298-0081-43D7-85F7-B4767A8F9EC5}" dt="2024-02-17T10:43:39.379" v="8325" actId="1036"/>
          <ac:spMkLst>
            <pc:docMk/>
            <pc:sldMk cId="2290986100" sldId="459"/>
            <ac:spMk id="14" creationId="{853428C7-BC2B-94F1-25E4-32037EC0EB10}"/>
          </ac:spMkLst>
        </pc:spChg>
        <pc:picChg chg="mod">
          <ac:chgData name="Muriel BORDE" userId="c170603111e0d29b" providerId="LiveId" clId="{57199298-0081-43D7-85F7-B4767A8F9EC5}" dt="2024-02-17T12:23:09.087" v="8596" actId="1035"/>
          <ac:picMkLst>
            <pc:docMk/>
            <pc:sldMk cId="2290986100" sldId="459"/>
            <ac:picMk id="12" creationId="{C35DBA46-6B1A-934C-426B-050448992B0B}"/>
          </ac:picMkLst>
        </pc:picChg>
      </pc:sldChg>
      <pc:sldChg chg="del">
        <pc:chgData name="Muriel BORDE" userId="c170603111e0d29b" providerId="LiveId" clId="{57199298-0081-43D7-85F7-B4767A8F9EC5}" dt="2024-04-03T09:34:57.487" v="17787" actId="47"/>
        <pc:sldMkLst>
          <pc:docMk/>
          <pc:sldMk cId="1323646085" sldId="461"/>
        </pc:sldMkLst>
      </pc:sldChg>
      <pc:sldChg chg="del">
        <pc:chgData name="Muriel BORDE" userId="c170603111e0d29b" providerId="LiveId" clId="{57199298-0081-43D7-85F7-B4767A8F9EC5}" dt="2024-01-16T15:26:05.143" v="552" actId="47"/>
        <pc:sldMkLst>
          <pc:docMk/>
          <pc:sldMk cId="214653410" sldId="462"/>
        </pc:sldMkLst>
      </pc:sldChg>
      <pc:sldChg chg="addSp delSp modSp mod">
        <pc:chgData name="Muriel BORDE" userId="c170603111e0d29b" providerId="LiveId" clId="{57199298-0081-43D7-85F7-B4767A8F9EC5}" dt="2024-01-17T10:19:23.993" v="2632" actId="478"/>
        <pc:sldMkLst>
          <pc:docMk/>
          <pc:sldMk cId="253588182" sldId="463"/>
        </pc:sldMkLst>
        <pc:spChg chg="del">
          <ac:chgData name="Muriel BORDE" userId="c170603111e0d29b" providerId="LiveId" clId="{57199298-0081-43D7-85F7-B4767A8F9EC5}" dt="2024-01-16T15:22:22.135" v="491" actId="478"/>
          <ac:spMkLst>
            <pc:docMk/>
            <pc:sldMk cId="253588182" sldId="463"/>
            <ac:spMk id="3" creationId="{33A52FBD-DAB4-1193-3E50-A1FB2E44FA4B}"/>
          </ac:spMkLst>
        </pc:spChg>
        <pc:spChg chg="add mod">
          <ac:chgData name="Muriel BORDE" userId="c170603111e0d29b" providerId="LiveId" clId="{57199298-0081-43D7-85F7-B4767A8F9EC5}" dt="2024-01-17T10:03:18.804" v="1642" actId="20577"/>
          <ac:spMkLst>
            <pc:docMk/>
            <pc:sldMk cId="253588182" sldId="463"/>
            <ac:spMk id="3" creationId="{B2BDCDB4-C398-2830-9E0A-9AA500D36250}"/>
          </ac:spMkLst>
        </pc:spChg>
        <pc:spChg chg="add del mod">
          <ac:chgData name="Muriel BORDE" userId="c170603111e0d29b" providerId="LiveId" clId="{57199298-0081-43D7-85F7-B4767A8F9EC5}" dt="2024-01-16T15:21:46.377" v="486" actId="478"/>
          <ac:spMkLst>
            <pc:docMk/>
            <pc:sldMk cId="253588182" sldId="463"/>
            <ac:spMk id="5" creationId="{0F4C14BA-9AF0-0AAF-B289-00160C632FD1}"/>
          </ac:spMkLst>
        </pc:spChg>
        <pc:spChg chg="mod">
          <ac:chgData name="Muriel BORDE" userId="c170603111e0d29b" providerId="LiveId" clId="{57199298-0081-43D7-85F7-B4767A8F9EC5}" dt="2024-01-17T10:09:38.213" v="2233" actId="207"/>
          <ac:spMkLst>
            <pc:docMk/>
            <pc:sldMk cId="253588182" sldId="463"/>
            <ac:spMk id="9" creationId="{B3657361-9AE0-1125-7501-BABFA370B79E}"/>
          </ac:spMkLst>
        </pc:spChg>
        <pc:spChg chg="add del mod">
          <ac:chgData name="Muriel BORDE" userId="c170603111e0d29b" providerId="LiveId" clId="{57199298-0081-43D7-85F7-B4767A8F9EC5}" dt="2024-01-16T15:06:12.347" v="483" actId="478"/>
          <ac:spMkLst>
            <pc:docMk/>
            <pc:sldMk cId="253588182" sldId="463"/>
            <ac:spMk id="10" creationId="{959DFF4F-51B7-82AE-EC1F-76D03822D84D}"/>
          </ac:spMkLst>
        </pc:spChg>
        <pc:spChg chg="add mod">
          <ac:chgData name="Muriel BORDE" userId="c170603111e0d29b" providerId="LiveId" clId="{57199298-0081-43D7-85F7-B4767A8F9EC5}" dt="2024-01-16T15:06:16.721" v="484"/>
          <ac:spMkLst>
            <pc:docMk/>
            <pc:sldMk cId="253588182" sldId="463"/>
            <ac:spMk id="12" creationId="{4C6F5A6A-AC4F-A759-4082-0F2921A0CDDF}"/>
          </ac:spMkLst>
        </pc:spChg>
        <pc:spChg chg="add mod">
          <ac:chgData name="Muriel BORDE" userId="c170603111e0d29b" providerId="LiveId" clId="{57199298-0081-43D7-85F7-B4767A8F9EC5}" dt="2024-01-17T10:09:38.213" v="2233" actId="207"/>
          <ac:spMkLst>
            <pc:docMk/>
            <pc:sldMk cId="253588182" sldId="463"/>
            <ac:spMk id="15" creationId="{2BA37E8B-1D6C-FE55-D805-DDA8CAA81DB7}"/>
          </ac:spMkLst>
        </pc:spChg>
        <pc:spChg chg="add mod">
          <ac:chgData name="Muriel BORDE" userId="c170603111e0d29b" providerId="LiveId" clId="{57199298-0081-43D7-85F7-B4767A8F9EC5}" dt="2024-01-17T10:09:38.213" v="2233" actId="207"/>
          <ac:spMkLst>
            <pc:docMk/>
            <pc:sldMk cId="253588182" sldId="463"/>
            <ac:spMk id="16" creationId="{D76B8303-BAB0-DBCC-D7C3-EE00746AC1AC}"/>
          </ac:spMkLst>
        </pc:spChg>
        <pc:spChg chg="add del mod">
          <ac:chgData name="Muriel BORDE" userId="c170603111e0d29b" providerId="LiveId" clId="{57199298-0081-43D7-85F7-B4767A8F9EC5}" dt="2024-01-17T10:19:23.993" v="2632" actId="478"/>
          <ac:spMkLst>
            <pc:docMk/>
            <pc:sldMk cId="253588182" sldId="463"/>
            <ac:spMk id="17" creationId="{E35127CC-A272-B5E7-F01F-9FD9CB7FDC41}"/>
          </ac:spMkLst>
        </pc:spChg>
        <pc:picChg chg="add mod">
          <ac:chgData name="Muriel BORDE" userId="c170603111e0d29b" providerId="LiveId" clId="{57199298-0081-43D7-85F7-B4767A8F9EC5}" dt="2024-01-16T15:06:27.747" v="485"/>
          <ac:picMkLst>
            <pc:docMk/>
            <pc:sldMk cId="253588182" sldId="463"/>
            <ac:picMk id="11" creationId="{B9C70CF8-D6D3-1FD7-AAC5-D73DA480997E}"/>
          </ac:picMkLst>
        </pc:picChg>
        <pc:picChg chg="add mod">
          <ac:chgData name="Muriel BORDE" userId="c170603111e0d29b" providerId="LiveId" clId="{57199298-0081-43D7-85F7-B4767A8F9EC5}" dt="2024-01-17T10:03:14.269" v="1640" actId="1076"/>
          <ac:picMkLst>
            <pc:docMk/>
            <pc:sldMk cId="253588182" sldId="463"/>
            <ac:picMk id="14" creationId="{983B2320-9A1C-5883-13F4-DE570DB4C3CA}"/>
          </ac:picMkLst>
        </pc:picChg>
        <pc:picChg chg="add del mod">
          <ac:chgData name="Muriel BORDE" userId="c170603111e0d29b" providerId="LiveId" clId="{57199298-0081-43D7-85F7-B4767A8F9EC5}" dt="2024-01-16T15:25:08.173" v="495" actId="478"/>
          <ac:picMkLst>
            <pc:docMk/>
            <pc:sldMk cId="253588182" sldId="463"/>
            <ac:picMk id="2050" creationId="{741530CA-3C33-716E-6C2F-2B9FBCD99D36}"/>
          </ac:picMkLst>
        </pc:picChg>
        <pc:picChg chg="del">
          <ac:chgData name="Muriel BORDE" userId="c170603111e0d29b" providerId="LiveId" clId="{57199298-0081-43D7-85F7-B4767A8F9EC5}" dt="2024-01-16T15:22:14.012" v="488" actId="478"/>
          <ac:picMkLst>
            <pc:docMk/>
            <pc:sldMk cId="253588182" sldId="463"/>
            <ac:picMk id="6146" creationId="{BAB0F007-7A02-F2C0-EE0C-B82A4A2C624C}"/>
          </ac:picMkLst>
        </pc:picChg>
      </pc:sldChg>
      <pc:sldChg chg="modSp mod">
        <pc:chgData name="Muriel BORDE" userId="c170603111e0d29b" providerId="LiveId" clId="{57199298-0081-43D7-85F7-B4767A8F9EC5}" dt="2024-02-17T12:36:37.623" v="9224" actId="1035"/>
        <pc:sldMkLst>
          <pc:docMk/>
          <pc:sldMk cId="1289996753" sldId="465"/>
        </pc:sldMkLst>
        <pc:spChg chg="mod">
          <ac:chgData name="Muriel BORDE" userId="c170603111e0d29b" providerId="LiveId" clId="{57199298-0081-43D7-85F7-B4767A8F9EC5}" dt="2024-02-17T12:35:47.881" v="9192" actId="14100"/>
          <ac:spMkLst>
            <pc:docMk/>
            <pc:sldMk cId="1289996753" sldId="465"/>
            <ac:spMk id="2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6:34.142" v="9205" actId="6549"/>
          <ac:spMkLst>
            <pc:docMk/>
            <pc:sldMk cId="1289996753" sldId="465"/>
            <ac:spMk id="3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6:37.623" v="9224" actId="1035"/>
          <ac:spMkLst>
            <pc:docMk/>
            <pc:sldMk cId="1289996753" sldId="465"/>
            <ac:spMk id="4" creationId="{1A0DB240-05FA-7028-9D72-C2AB0BC41E6F}"/>
          </ac:spMkLst>
        </pc:spChg>
      </pc:sldChg>
      <pc:sldChg chg="del">
        <pc:chgData name="Muriel BORDE" userId="c170603111e0d29b" providerId="LiveId" clId="{57199298-0081-43D7-85F7-B4767A8F9EC5}" dt="2024-01-17T09:36:07.667" v="1184" actId="47"/>
        <pc:sldMkLst>
          <pc:docMk/>
          <pc:sldMk cId="2222581566" sldId="467"/>
        </pc:sldMkLst>
      </pc:sldChg>
      <pc:sldChg chg="addSp delSp modSp mod">
        <pc:chgData name="Muriel BORDE" userId="c170603111e0d29b" providerId="LiveId" clId="{57199298-0081-43D7-85F7-B4767A8F9EC5}" dt="2024-08-16T13:12:45.709" v="26108" actId="20577"/>
        <pc:sldMkLst>
          <pc:docMk/>
          <pc:sldMk cId="1282490819" sldId="2289"/>
        </pc:sldMkLst>
        <pc:spChg chg="add mod">
          <ac:chgData name="Muriel BORDE" userId="c170603111e0d29b" providerId="LiveId" clId="{57199298-0081-43D7-85F7-B4767A8F9EC5}" dt="2024-08-16T13:12:45.709" v="26108" actId="20577"/>
          <ac:spMkLst>
            <pc:docMk/>
            <pc:sldMk cId="1282490819" sldId="2289"/>
            <ac:spMk id="2" creationId="{4FC319BB-DB8E-338E-520B-EBC8E00552B2}"/>
          </ac:spMkLst>
        </pc:spChg>
        <pc:spChg chg="add del mod">
          <ac:chgData name="Muriel BORDE" userId="c170603111e0d29b" providerId="LiveId" clId="{57199298-0081-43D7-85F7-B4767A8F9EC5}" dt="2024-01-18T16:16:06.340" v="7122" actId="478"/>
          <ac:spMkLst>
            <pc:docMk/>
            <pc:sldMk cId="1282490819" sldId="2289"/>
            <ac:spMk id="2" creationId="{6F34012E-214F-1BBD-3C74-D7089694DF74}"/>
          </ac:spMkLst>
        </pc:spChg>
        <pc:spChg chg="add mod">
          <ac:chgData name="Muriel BORDE" userId="c170603111e0d29b" providerId="LiveId" clId="{57199298-0081-43D7-85F7-B4767A8F9EC5}" dt="2024-02-17T12:56:11.729" v="10218" actId="1076"/>
          <ac:spMkLst>
            <pc:docMk/>
            <pc:sldMk cId="1282490819" sldId="2289"/>
            <ac:spMk id="2" creationId="{B91B97B9-DDCE-DD32-98A0-2CD5A93414F2}"/>
          </ac:spMkLst>
        </pc:spChg>
        <pc:spChg chg="mod">
          <ac:chgData name="Muriel BORDE" userId="c170603111e0d29b" providerId="LiveId" clId="{57199298-0081-43D7-85F7-B4767A8F9EC5}" dt="2024-08-16T08:57:43.619" v="20482" actId="1036"/>
          <ac:spMkLst>
            <pc:docMk/>
            <pc:sldMk cId="1282490819" sldId="2289"/>
            <ac:spMk id="3" creationId="{437B1EDB-FEA0-6D36-3F7B-B5271DE15024}"/>
          </ac:spMkLst>
        </pc:spChg>
        <pc:spChg chg="add del mod">
          <ac:chgData name="Muriel BORDE" userId="c170603111e0d29b" providerId="LiveId" clId="{57199298-0081-43D7-85F7-B4767A8F9EC5}" dt="2024-01-16T14:42:49.376" v="329" actId="21"/>
          <ac:spMkLst>
            <pc:docMk/>
            <pc:sldMk cId="1282490819" sldId="2289"/>
            <ac:spMk id="4" creationId="{5B07CA15-2590-160C-5CD0-93C2E0115628}"/>
          </ac:spMkLst>
        </pc:spChg>
        <pc:spChg chg="add del mod">
          <ac:chgData name="Muriel BORDE" userId="c170603111e0d29b" providerId="LiveId" clId="{57199298-0081-43D7-85F7-B4767A8F9EC5}" dt="2024-02-17T12:56:44.833" v="10226" actId="478"/>
          <ac:spMkLst>
            <pc:docMk/>
            <pc:sldMk cId="1282490819" sldId="2289"/>
            <ac:spMk id="4" creationId="{734FF5CB-3865-0549-40A0-BB7D1E6DE8C7}"/>
          </ac:spMkLst>
        </pc:spChg>
        <pc:spChg chg="add del mod">
          <ac:chgData name="Muriel BORDE" userId="c170603111e0d29b" providerId="LiveId" clId="{57199298-0081-43D7-85F7-B4767A8F9EC5}" dt="2024-08-16T08:13:50.252" v="18756" actId="478"/>
          <ac:spMkLst>
            <pc:docMk/>
            <pc:sldMk cId="1282490819" sldId="2289"/>
            <ac:spMk id="6" creationId="{1197FD3C-FE7E-18DC-1FF1-EE6CD61D8027}"/>
          </ac:spMkLst>
        </pc:spChg>
        <pc:picChg chg="add mod">
          <ac:chgData name="Muriel BORDE" userId="c170603111e0d29b" providerId="LiveId" clId="{57199298-0081-43D7-85F7-B4767A8F9EC5}" dt="2024-08-16T08:14:16.249" v="18773" actId="1076"/>
          <ac:picMkLst>
            <pc:docMk/>
            <pc:sldMk cId="1282490819" sldId="2289"/>
            <ac:picMk id="4" creationId="{D499C8AA-95A6-2F8A-7C7D-9D75FABA2D55}"/>
          </ac:picMkLst>
        </pc:picChg>
      </pc:sldChg>
      <pc:sldChg chg="modSp add mod">
        <pc:chgData name="Muriel BORDE" userId="c170603111e0d29b" providerId="LiveId" clId="{57199298-0081-43D7-85F7-B4767A8F9EC5}" dt="2024-08-16T13:14:03.433" v="26122" actId="6549"/>
        <pc:sldMkLst>
          <pc:docMk/>
          <pc:sldMk cId="4042442950" sldId="2347"/>
        </pc:sldMkLst>
        <pc:spChg chg="mod">
          <ac:chgData name="Muriel BORDE" userId="c170603111e0d29b" providerId="LiveId" clId="{57199298-0081-43D7-85F7-B4767A8F9EC5}" dt="2024-08-16T13:14:03.433" v="26122" actId="6549"/>
          <ac:spMkLst>
            <pc:docMk/>
            <pc:sldMk cId="4042442950" sldId="2347"/>
            <ac:spMk id="2" creationId="{00000000-0000-0000-0000-000000000000}"/>
          </ac:spMkLst>
        </pc:spChg>
      </pc:sldChg>
      <pc:sldChg chg="addSp delSp modSp mod">
        <pc:chgData name="Muriel BORDE" userId="c170603111e0d29b" providerId="LiveId" clId="{57199298-0081-43D7-85F7-B4767A8F9EC5}" dt="2024-08-16T08:55:27.631" v="20433" actId="478"/>
        <pc:sldMkLst>
          <pc:docMk/>
          <pc:sldMk cId="2007040695" sldId="2349"/>
        </pc:sldMkLst>
        <pc:spChg chg="mod">
          <ac:chgData name="Muriel BORDE" userId="c170603111e0d29b" providerId="LiveId" clId="{57199298-0081-43D7-85F7-B4767A8F9EC5}" dt="2024-02-29T11:07:07.680" v="11428" actId="20577"/>
          <ac:spMkLst>
            <pc:docMk/>
            <pc:sldMk cId="2007040695" sldId="2349"/>
            <ac:spMk id="2" creationId="{00000000-0000-0000-0000-000000000000}"/>
          </ac:spMkLst>
        </pc:spChg>
        <pc:spChg chg="add del mod">
          <ac:chgData name="Muriel BORDE" userId="c170603111e0d29b" providerId="LiveId" clId="{57199298-0081-43D7-85F7-B4767A8F9EC5}" dt="2024-08-16T08:55:27.084" v="20432" actId="6549"/>
          <ac:spMkLst>
            <pc:docMk/>
            <pc:sldMk cId="2007040695" sldId="2349"/>
            <ac:spMk id="3" creationId="{00000000-0000-0000-0000-000000000000}"/>
          </ac:spMkLst>
        </pc:spChg>
        <pc:spChg chg="add del mod">
          <ac:chgData name="Muriel BORDE" userId="c170603111e0d29b" providerId="LiveId" clId="{57199298-0081-43D7-85F7-B4767A8F9EC5}" dt="2024-08-16T08:55:27.631" v="20433" actId="478"/>
          <ac:spMkLst>
            <pc:docMk/>
            <pc:sldMk cId="2007040695" sldId="2349"/>
            <ac:spMk id="4" creationId="{516C3B52-44DB-BF75-51FE-FDB8FA54E65C}"/>
          </ac:spMkLst>
        </pc:spChg>
        <pc:spChg chg="add del mod">
          <ac:chgData name="Muriel BORDE" userId="c170603111e0d29b" providerId="LiveId" clId="{57199298-0081-43D7-85F7-B4767A8F9EC5}" dt="2024-08-16T08:55:26.443" v="20431" actId="478"/>
          <ac:spMkLst>
            <pc:docMk/>
            <pc:sldMk cId="2007040695" sldId="2349"/>
            <ac:spMk id="6" creationId="{6088AC18-98D1-9BBE-CAA1-4BE445F15175}"/>
          </ac:spMkLst>
        </pc:spChg>
        <pc:picChg chg="add del mod">
          <ac:chgData name="Muriel BORDE" userId="c170603111e0d29b" providerId="LiveId" clId="{57199298-0081-43D7-85F7-B4767A8F9EC5}" dt="2024-08-16T08:55:24.548" v="20429" actId="1076"/>
          <ac:picMkLst>
            <pc:docMk/>
            <pc:sldMk cId="2007040695" sldId="2349"/>
            <ac:picMk id="1026" creationId="{988B2DA0-BCA8-F314-7EEF-7C6F28B8AA96}"/>
          </ac:picMkLst>
        </pc:picChg>
        <pc:picChg chg="add mod">
          <ac:chgData name="Muriel BORDE" userId="c170603111e0d29b" providerId="LiveId" clId="{57199298-0081-43D7-85F7-B4767A8F9EC5}" dt="2024-08-16T08:55:19.763" v="20423" actId="1076"/>
          <ac:picMkLst>
            <pc:docMk/>
            <pc:sldMk cId="2007040695" sldId="2349"/>
            <ac:picMk id="1028" creationId="{8F1477C1-C4F8-2445-0DFE-BFBDF556CA2C}"/>
          </ac:picMkLst>
        </pc:picChg>
      </pc:sldChg>
      <pc:sldChg chg="addSp delSp modSp mod">
        <pc:chgData name="Muriel BORDE" userId="c170603111e0d29b" providerId="LiveId" clId="{57199298-0081-43D7-85F7-B4767A8F9EC5}" dt="2024-02-17T12:33:24.247" v="9004" actId="1035"/>
        <pc:sldMkLst>
          <pc:docMk/>
          <pc:sldMk cId="400129297" sldId="2350"/>
        </pc:sldMkLst>
        <pc:spChg chg="mod">
          <ac:chgData name="Muriel BORDE" userId="c170603111e0d29b" providerId="LiveId" clId="{57199298-0081-43D7-85F7-B4767A8F9EC5}" dt="2024-02-17T12:33:21.008" v="8988" actId="6549"/>
          <ac:spMkLst>
            <pc:docMk/>
            <pc:sldMk cId="400129297" sldId="2350"/>
            <ac:spMk id="3" creationId="{00000000-0000-0000-0000-000000000000}"/>
          </ac:spMkLst>
        </pc:spChg>
        <pc:spChg chg="add del mod">
          <ac:chgData name="Muriel BORDE" userId="c170603111e0d29b" providerId="LiveId" clId="{57199298-0081-43D7-85F7-B4767A8F9EC5}" dt="2024-02-17T12:33:24.247" v="9004" actId="1035"/>
          <ac:spMkLst>
            <pc:docMk/>
            <pc:sldMk cId="400129297" sldId="2350"/>
            <ac:spMk id="4" creationId="{516C3B52-44DB-BF75-51FE-FDB8FA54E65C}"/>
          </ac:spMkLst>
        </pc:spChg>
      </pc:sldChg>
      <pc:sldChg chg="addSp delSp modSp add mod ord">
        <pc:chgData name="Muriel BORDE" userId="c170603111e0d29b" providerId="LiveId" clId="{57199298-0081-43D7-85F7-B4767A8F9EC5}" dt="2024-02-17T12:59:09.894" v="10272"/>
        <pc:sldMkLst>
          <pc:docMk/>
          <pc:sldMk cId="1283727771" sldId="2351"/>
        </pc:sldMkLst>
        <pc:spChg chg="add del mod">
          <ac:chgData name="Muriel BORDE" userId="c170603111e0d29b" providerId="LiveId" clId="{57199298-0081-43D7-85F7-B4767A8F9EC5}" dt="2024-02-17T12:36:21.921" v="9202" actId="478"/>
          <ac:spMkLst>
            <pc:docMk/>
            <pc:sldMk cId="1283727771" sldId="2351"/>
            <ac:spMk id="3" creationId="{02DA2257-5802-2D9F-5CC2-AE781B99402B}"/>
          </ac:spMkLst>
        </pc:spChg>
        <pc:spChg chg="add del mod">
          <ac:chgData name="Muriel BORDE" userId="c170603111e0d29b" providerId="LiveId" clId="{57199298-0081-43D7-85F7-B4767A8F9EC5}" dt="2024-02-17T12:59:07.839" v="10270" actId="478"/>
          <ac:spMkLst>
            <pc:docMk/>
            <pc:sldMk cId="1283727771" sldId="2351"/>
            <ac:spMk id="4" creationId="{C66E9AF6-A10E-C2F1-3B85-16598433CBEC}"/>
          </ac:spMkLst>
        </pc:spChg>
        <pc:spChg chg="add del mod">
          <ac:chgData name="Muriel BORDE" userId="c170603111e0d29b" providerId="LiveId" clId="{57199298-0081-43D7-85F7-B4767A8F9EC5}" dt="2024-02-17T12:59:07.839" v="10270" actId="478"/>
          <ac:spMkLst>
            <pc:docMk/>
            <pc:sldMk cId="1283727771" sldId="2351"/>
            <ac:spMk id="6" creationId="{4AFE1B33-7E15-0404-A070-36ABC9673D39}"/>
          </ac:spMkLst>
        </pc:spChg>
        <pc:spChg chg="del">
          <ac:chgData name="Muriel BORDE" userId="c170603111e0d29b" providerId="LiveId" clId="{57199298-0081-43D7-85F7-B4767A8F9EC5}" dt="2024-02-17T12:36:20.128" v="9201" actId="478"/>
          <ac:spMkLst>
            <pc:docMk/>
            <pc:sldMk cId="1283727771" sldId="2351"/>
            <ac:spMk id="7" creationId="{CF4FD38E-033E-B28E-A24E-CBDF1D6BE9C5}"/>
          </ac:spMkLst>
        </pc:spChg>
        <pc:spChg chg="del">
          <ac:chgData name="Muriel BORDE" userId="c170603111e0d29b" providerId="LiveId" clId="{57199298-0081-43D7-85F7-B4767A8F9EC5}" dt="2024-02-17T12:36:20.128" v="9201" actId="478"/>
          <ac:spMkLst>
            <pc:docMk/>
            <pc:sldMk cId="1283727771" sldId="2351"/>
            <ac:spMk id="8" creationId="{5B3BDB73-7782-6B46-3990-A015374C3105}"/>
          </ac:spMkLst>
        </pc:spChg>
        <pc:spChg chg="add del mod">
          <ac:chgData name="Muriel BORDE" userId="c170603111e0d29b" providerId="LiveId" clId="{57199298-0081-43D7-85F7-B4767A8F9EC5}" dt="2024-02-17T12:59:09.635" v="10271" actId="478"/>
          <ac:spMkLst>
            <pc:docMk/>
            <pc:sldMk cId="1283727771" sldId="2351"/>
            <ac:spMk id="10" creationId="{DA7BA29A-B231-A27D-910A-403ABEEA4DB9}"/>
          </ac:spMkLst>
        </pc:spChg>
        <pc:spChg chg="add mod">
          <ac:chgData name="Muriel BORDE" userId="c170603111e0d29b" providerId="LiveId" clId="{57199298-0081-43D7-85F7-B4767A8F9EC5}" dt="2024-02-17T12:59:09.894" v="10272"/>
          <ac:spMkLst>
            <pc:docMk/>
            <pc:sldMk cId="1283727771" sldId="2351"/>
            <ac:spMk id="11" creationId="{B13978D8-C769-BA9B-B7DA-E0C04A94FC3E}"/>
          </ac:spMkLst>
        </pc:spChg>
        <pc:spChg chg="add mod">
          <ac:chgData name="Muriel BORDE" userId="c170603111e0d29b" providerId="LiveId" clId="{57199298-0081-43D7-85F7-B4767A8F9EC5}" dt="2024-02-17T12:59:09.894" v="10272"/>
          <ac:spMkLst>
            <pc:docMk/>
            <pc:sldMk cId="1283727771" sldId="2351"/>
            <ac:spMk id="12" creationId="{16F5E048-FB73-CCA5-AA24-CEBAB27A7919}"/>
          </ac:spMkLst>
        </pc:spChg>
      </pc:sldChg>
      <pc:sldChg chg="addSp delSp modSp add del mod ord">
        <pc:chgData name="Muriel BORDE" userId="c170603111e0d29b" providerId="LiveId" clId="{57199298-0081-43D7-85F7-B4767A8F9EC5}" dt="2024-01-18T11:13:19.020" v="6024" actId="2696"/>
        <pc:sldMkLst>
          <pc:docMk/>
          <pc:sldMk cId="1339904887" sldId="2351"/>
        </pc:sldMkLst>
        <pc:spChg chg="del">
          <ac:chgData name="Muriel BORDE" userId="c170603111e0d29b" providerId="LiveId" clId="{57199298-0081-43D7-85F7-B4767A8F9EC5}" dt="2024-01-17T10:29:47.783" v="3097" actId="478"/>
          <ac:spMkLst>
            <pc:docMk/>
            <pc:sldMk cId="1339904887" sldId="2351"/>
            <ac:spMk id="2" creationId="{6BD13DC8-53C1-DCC4-BE3F-0D8D93B2A18D}"/>
          </ac:spMkLst>
        </pc:spChg>
        <pc:spChg chg="del">
          <ac:chgData name="Muriel BORDE" userId="c170603111e0d29b" providerId="LiveId" clId="{57199298-0081-43D7-85F7-B4767A8F9EC5}" dt="2024-01-17T10:29:47.783" v="3097" actId="478"/>
          <ac:spMkLst>
            <pc:docMk/>
            <pc:sldMk cId="1339904887" sldId="2351"/>
            <ac:spMk id="3" creationId="{6C55C59F-C1D4-B754-AB1C-42BE3A8FA497}"/>
          </ac:spMkLst>
        </pc:spChg>
        <pc:spChg chg="add mod">
          <ac:chgData name="Muriel BORDE" userId="c170603111e0d29b" providerId="LiveId" clId="{57199298-0081-43D7-85F7-B4767A8F9EC5}" dt="2024-01-17T10:29:48.937" v="3098"/>
          <ac:spMkLst>
            <pc:docMk/>
            <pc:sldMk cId="1339904887" sldId="2351"/>
            <ac:spMk id="4" creationId="{B2872FC7-D28B-0F57-1E60-5CCFB03D5EC6}"/>
          </ac:spMkLst>
        </pc:spChg>
        <pc:spChg chg="add mod">
          <ac:chgData name="Muriel BORDE" userId="c170603111e0d29b" providerId="LiveId" clId="{57199298-0081-43D7-85F7-B4767A8F9EC5}" dt="2024-01-17T10:29:49" v="3099" actId="27636"/>
          <ac:spMkLst>
            <pc:docMk/>
            <pc:sldMk cId="1339904887" sldId="2351"/>
            <ac:spMk id="6" creationId="{8D6C1235-0E34-FF3E-BC63-67D222B4744C}"/>
          </ac:spMkLst>
        </pc:spChg>
      </pc:sldChg>
      <pc:sldChg chg="del">
        <pc:chgData name="Muriel BORDE" userId="c170603111e0d29b" providerId="LiveId" clId="{57199298-0081-43D7-85F7-B4767A8F9EC5}" dt="2024-01-16T14:56:40.052" v="471" actId="2696"/>
        <pc:sldMkLst>
          <pc:docMk/>
          <pc:sldMk cId="2330803300" sldId="2351"/>
        </pc:sldMkLst>
      </pc:sldChg>
      <pc:sldChg chg="addSp delSp modSp add del mod">
        <pc:chgData name="Muriel BORDE" userId="c170603111e0d29b" providerId="LiveId" clId="{57199298-0081-43D7-85F7-B4767A8F9EC5}" dt="2024-02-17T12:36:10.985" v="9199" actId="2696"/>
        <pc:sldMkLst>
          <pc:docMk/>
          <pc:sldMk cId="2902418617" sldId="2351"/>
        </pc:sldMkLst>
        <pc:spChg chg="add del mod">
          <ac:chgData name="Muriel BORDE" userId="c170603111e0d29b" providerId="LiveId" clId="{57199298-0081-43D7-85F7-B4767A8F9EC5}" dt="2024-01-18T11:13:45.111" v="6050" actId="478"/>
          <ac:spMkLst>
            <pc:docMk/>
            <pc:sldMk cId="2902418617" sldId="2351"/>
            <ac:spMk id="3" creationId="{93D01090-C188-D73C-83EF-988674FCA83A}"/>
          </ac:spMkLst>
        </pc:spChg>
        <pc:spChg chg="del">
          <ac:chgData name="Muriel BORDE" userId="c170603111e0d29b" providerId="LiveId" clId="{57199298-0081-43D7-85F7-B4767A8F9EC5}" dt="2024-01-18T11:13:42.858" v="6049" actId="478"/>
          <ac:spMkLst>
            <pc:docMk/>
            <pc:sldMk cId="2902418617" sldId="2351"/>
            <ac:spMk id="4" creationId="{B2872FC7-D28B-0F57-1E60-5CCFB03D5EC6}"/>
          </ac:spMkLst>
        </pc:spChg>
        <pc:spChg chg="del">
          <ac:chgData name="Muriel BORDE" userId="c170603111e0d29b" providerId="LiveId" clId="{57199298-0081-43D7-85F7-B4767A8F9EC5}" dt="2024-01-18T11:13:42.858" v="6049" actId="478"/>
          <ac:spMkLst>
            <pc:docMk/>
            <pc:sldMk cId="2902418617" sldId="2351"/>
            <ac:spMk id="6" creationId="{8D6C1235-0E34-FF3E-BC63-67D222B4744C}"/>
          </ac:spMkLst>
        </pc:spChg>
        <pc:spChg chg="add mod">
          <ac:chgData name="Muriel BORDE" userId="c170603111e0d29b" providerId="LiveId" clId="{57199298-0081-43D7-85F7-B4767A8F9EC5}" dt="2024-01-18T11:13:45.302" v="6051"/>
          <ac:spMkLst>
            <pc:docMk/>
            <pc:sldMk cId="2902418617" sldId="2351"/>
            <ac:spMk id="7" creationId="{2FECAC68-7B8B-E320-C130-2AD8C3A0E90D}"/>
          </ac:spMkLst>
        </pc:spChg>
        <pc:spChg chg="add mod">
          <ac:chgData name="Muriel BORDE" userId="c170603111e0d29b" providerId="LiveId" clId="{57199298-0081-43D7-85F7-B4767A8F9EC5}" dt="2024-01-18T11:13:45.302" v="6051"/>
          <ac:spMkLst>
            <pc:docMk/>
            <pc:sldMk cId="2902418617" sldId="2351"/>
            <ac:spMk id="8" creationId="{A5CC64A5-CF21-DFC5-1AC2-AC489BF37765}"/>
          </ac:spMkLst>
        </pc:spChg>
      </pc:sldChg>
      <pc:sldChg chg="modSp mod">
        <pc:chgData name="Muriel BORDE" userId="c170603111e0d29b" providerId="LiveId" clId="{57199298-0081-43D7-85F7-B4767A8F9EC5}" dt="2024-01-17T10:36:54.874" v="3206" actId="403"/>
        <pc:sldMkLst>
          <pc:docMk/>
          <pc:sldMk cId="2076444385" sldId="2353"/>
        </pc:sldMkLst>
        <pc:spChg chg="mod">
          <ac:chgData name="Muriel BORDE" userId="c170603111e0d29b" providerId="LiveId" clId="{57199298-0081-43D7-85F7-B4767A8F9EC5}" dt="2024-01-17T10:36:54.874" v="3206" actId="403"/>
          <ac:spMkLst>
            <pc:docMk/>
            <pc:sldMk cId="2076444385" sldId="2353"/>
            <ac:spMk id="5" creationId="{457D1D89-7B7B-10F7-0F11-43517FAB4F5F}"/>
          </ac:spMkLst>
        </pc:spChg>
      </pc:sldChg>
      <pc:sldChg chg="addSp modSp mod">
        <pc:chgData name="Muriel BORDE" userId="c170603111e0d29b" providerId="LiveId" clId="{57199298-0081-43D7-85F7-B4767A8F9EC5}" dt="2024-01-25T14:58:48.387" v="7235" actId="20577"/>
        <pc:sldMkLst>
          <pc:docMk/>
          <pc:sldMk cId="3524116788" sldId="2355"/>
        </pc:sldMkLst>
        <pc:spChg chg="mod">
          <ac:chgData name="Muriel BORDE" userId="c170603111e0d29b" providerId="LiveId" clId="{57199298-0081-43D7-85F7-B4767A8F9EC5}" dt="2024-01-16T14:34:44.991" v="259" actId="1076"/>
          <ac:spMkLst>
            <pc:docMk/>
            <pc:sldMk cId="3524116788" sldId="2355"/>
            <ac:spMk id="3" creationId="{9EB1A1A1-45B0-5B86-6418-C32F1A5136C9}"/>
          </ac:spMkLst>
        </pc:spChg>
        <pc:spChg chg="mod">
          <ac:chgData name="Muriel BORDE" userId="c170603111e0d29b" providerId="LiveId" clId="{57199298-0081-43D7-85F7-B4767A8F9EC5}" dt="2024-01-16T14:34:44.991" v="259" actId="1076"/>
          <ac:spMkLst>
            <pc:docMk/>
            <pc:sldMk cId="3524116788" sldId="2355"/>
            <ac:spMk id="4" creationId="{097D1A94-BF05-5008-7583-474A5037AB4B}"/>
          </ac:spMkLst>
        </pc:spChg>
        <pc:spChg chg="add mod">
          <ac:chgData name="Muriel BORDE" userId="c170603111e0d29b" providerId="LiveId" clId="{57199298-0081-43D7-85F7-B4767A8F9EC5}" dt="2024-01-16T14:34:49.797" v="260" actId="1076"/>
          <ac:spMkLst>
            <pc:docMk/>
            <pc:sldMk cId="3524116788" sldId="2355"/>
            <ac:spMk id="8" creationId="{BD483E5B-6A65-A3FB-F1B7-934F97BC7C98}"/>
          </ac:spMkLst>
        </pc:spChg>
        <pc:spChg chg="mod">
          <ac:chgData name="Muriel BORDE" userId="c170603111e0d29b" providerId="LiveId" clId="{57199298-0081-43D7-85F7-B4767A8F9EC5}" dt="2024-01-25T14:58:48.387" v="7235" actId="20577"/>
          <ac:spMkLst>
            <pc:docMk/>
            <pc:sldMk cId="3524116788" sldId="2355"/>
            <ac:spMk id="15" creationId="{C8A67E7E-E27B-8A3D-D5AC-6BBBC0603654}"/>
          </ac:spMkLst>
        </pc:spChg>
      </pc:sldChg>
      <pc:sldChg chg="modSp mod">
        <pc:chgData name="Muriel BORDE" userId="c170603111e0d29b" providerId="LiveId" clId="{57199298-0081-43D7-85F7-B4767A8F9EC5}" dt="2024-01-17T09:01:05.194" v="847" actId="14100"/>
        <pc:sldMkLst>
          <pc:docMk/>
          <pc:sldMk cId="370457474" sldId="2356"/>
        </pc:sldMkLst>
        <pc:spChg chg="mod">
          <ac:chgData name="Muriel BORDE" userId="c170603111e0d29b" providerId="LiveId" clId="{57199298-0081-43D7-85F7-B4767A8F9EC5}" dt="2024-01-17T09:01:05.194" v="847" actId="14100"/>
          <ac:spMkLst>
            <pc:docMk/>
            <pc:sldMk cId="370457474" sldId="2356"/>
            <ac:spMk id="8" creationId="{D395D95C-5467-1E74-AC03-5964BFE4C840}"/>
          </ac:spMkLst>
        </pc:spChg>
      </pc:sldChg>
      <pc:sldChg chg="modSp mod">
        <pc:chgData name="Muriel BORDE" userId="c170603111e0d29b" providerId="LiveId" clId="{57199298-0081-43D7-85F7-B4767A8F9EC5}" dt="2024-02-17T12:36:47.017" v="9234" actId="1036"/>
        <pc:sldMkLst>
          <pc:docMk/>
          <pc:sldMk cId="197155214" sldId="2357"/>
        </pc:sldMkLst>
        <pc:spChg chg="mod">
          <ac:chgData name="Muriel BORDE" userId="c170603111e0d29b" providerId="LiveId" clId="{57199298-0081-43D7-85F7-B4767A8F9EC5}" dt="2024-02-17T12:35:54.700" v="9194" actId="14100"/>
          <ac:spMkLst>
            <pc:docMk/>
            <pc:sldMk cId="197155214" sldId="2357"/>
            <ac:spMk id="2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6:43.802" v="9225" actId="6549"/>
          <ac:spMkLst>
            <pc:docMk/>
            <pc:sldMk cId="197155214" sldId="2357"/>
            <ac:spMk id="3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6:47.017" v="9234" actId="1036"/>
          <ac:spMkLst>
            <pc:docMk/>
            <pc:sldMk cId="197155214" sldId="2357"/>
            <ac:spMk id="4" creationId="{1A0DB240-05FA-7028-9D72-C2AB0BC41E6F}"/>
          </ac:spMkLst>
        </pc:spChg>
      </pc:sldChg>
      <pc:sldChg chg="modSp mod">
        <pc:chgData name="Muriel BORDE" userId="c170603111e0d29b" providerId="LiveId" clId="{57199298-0081-43D7-85F7-B4767A8F9EC5}" dt="2024-02-17T12:36:56.869" v="9248" actId="1035"/>
        <pc:sldMkLst>
          <pc:docMk/>
          <pc:sldMk cId="3262102359" sldId="2358"/>
        </pc:sldMkLst>
        <pc:spChg chg="mod">
          <ac:chgData name="Muriel BORDE" userId="c170603111e0d29b" providerId="LiveId" clId="{57199298-0081-43D7-85F7-B4767A8F9EC5}" dt="2024-02-17T12:36:02.086" v="9196" actId="14100"/>
          <ac:spMkLst>
            <pc:docMk/>
            <pc:sldMk cId="3262102359" sldId="2358"/>
            <ac:spMk id="2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6:53.702" v="9235" actId="6549"/>
          <ac:spMkLst>
            <pc:docMk/>
            <pc:sldMk cId="3262102359" sldId="2358"/>
            <ac:spMk id="3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6:56.869" v="9248" actId="1035"/>
          <ac:spMkLst>
            <pc:docMk/>
            <pc:sldMk cId="3262102359" sldId="2358"/>
            <ac:spMk id="4" creationId="{1A0DB240-05FA-7028-9D72-C2AB0BC41E6F}"/>
          </ac:spMkLst>
        </pc:spChg>
      </pc:sldChg>
      <pc:sldChg chg="addSp delSp modSp mod">
        <pc:chgData name="Muriel BORDE" userId="c170603111e0d29b" providerId="LiveId" clId="{57199298-0081-43D7-85F7-B4767A8F9EC5}" dt="2024-08-16T13:10:27.542" v="26094" actId="478"/>
        <pc:sldMkLst>
          <pc:docMk/>
          <pc:sldMk cId="589175796" sldId="2360"/>
        </pc:sldMkLst>
        <pc:spChg chg="del mod">
          <ac:chgData name="Muriel BORDE" userId="c170603111e0d29b" providerId="LiveId" clId="{57199298-0081-43D7-85F7-B4767A8F9EC5}" dt="2024-01-16T14:27:03.116" v="145" actId="478"/>
          <ac:spMkLst>
            <pc:docMk/>
            <pc:sldMk cId="589175796" sldId="2360"/>
            <ac:spMk id="3" creationId="{327D8AD1-410B-0062-3A28-E327ABF3D0C7}"/>
          </ac:spMkLst>
        </pc:spChg>
        <pc:spChg chg="add mod">
          <ac:chgData name="Muriel BORDE" userId="c170603111e0d29b" providerId="LiveId" clId="{57199298-0081-43D7-85F7-B4767A8F9EC5}" dt="2024-01-25T15:04:08.052" v="7305" actId="1035"/>
          <ac:spMkLst>
            <pc:docMk/>
            <pc:sldMk cId="589175796" sldId="2360"/>
            <ac:spMk id="3" creationId="{CD3367FF-57A8-75D2-1419-A909BBDD8EBD}"/>
          </ac:spMkLst>
        </pc:spChg>
        <pc:spChg chg="add del mod">
          <ac:chgData name="Muriel BORDE" userId="c170603111e0d29b" providerId="LiveId" clId="{57199298-0081-43D7-85F7-B4767A8F9EC5}" dt="2024-01-17T10:40:10.151" v="3209" actId="478"/>
          <ac:spMkLst>
            <pc:docMk/>
            <pc:sldMk cId="589175796" sldId="2360"/>
            <ac:spMk id="4" creationId="{2C7EE786-CB02-C394-CCAB-0BF9CF25B6A8}"/>
          </ac:spMkLst>
        </pc:spChg>
        <pc:spChg chg="del mod">
          <ac:chgData name="Muriel BORDE" userId="c170603111e0d29b" providerId="LiveId" clId="{57199298-0081-43D7-85F7-B4767A8F9EC5}" dt="2024-01-16T14:26:32.320" v="139" actId="478"/>
          <ac:spMkLst>
            <pc:docMk/>
            <pc:sldMk cId="589175796" sldId="2360"/>
            <ac:spMk id="4" creationId="{C09C1CB3-89CB-E6A7-74E4-C503CD8BEA3B}"/>
          </ac:spMkLst>
        </pc:spChg>
        <pc:spChg chg="add mod">
          <ac:chgData name="Muriel BORDE" userId="c170603111e0d29b" providerId="LiveId" clId="{57199298-0081-43D7-85F7-B4767A8F9EC5}" dt="2024-02-01T08:22:03.331" v="7673" actId="1076"/>
          <ac:spMkLst>
            <pc:docMk/>
            <pc:sldMk cId="589175796" sldId="2360"/>
            <ac:spMk id="4" creationId="{D2E0B966-491D-B2DA-97D2-3694AD2E90CC}"/>
          </ac:spMkLst>
        </pc:spChg>
        <pc:spChg chg="del mod">
          <ac:chgData name="Muriel BORDE" userId="c170603111e0d29b" providerId="LiveId" clId="{57199298-0081-43D7-85F7-B4767A8F9EC5}" dt="2024-01-16T14:26:32.320" v="139" actId="478"/>
          <ac:spMkLst>
            <pc:docMk/>
            <pc:sldMk cId="589175796" sldId="2360"/>
            <ac:spMk id="5" creationId="{40DF4CAE-47E5-FD3B-5A1B-3DBB68C87174}"/>
          </ac:spMkLst>
        </pc:spChg>
        <pc:spChg chg="add del mod">
          <ac:chgData name="Muriel BORDE" userId="c170603111e0d29b" providerId="LiveId" clId="{57199298-0081-43D7-85F7-B4767A8F9EC5}" dt="2024-08-16T13:10:27.542" v="26094" actId="478"/>
          <ac:spMkLst>
            <pc:docMk/>
            <pc:sldMk cId="589175796" sldId="2360"/>
            <ac:spMk id="5" creationId="{568C6876-BCFB-331B-6ECC-8EDAB6BE96B6}"/>
          </ac:spMkLst>
        </pc:spChg>
        <pc:spChg chg="add del mod">
          <ac:chgData name="Muriel BORDE" userId="c170603111e0d29b" providerId="LiveId" clId="{57199298-0081-43D7-85F7-B4767A8F9EC5}" dt="2024-01-25T15:03:41.505" v="7278" actId="478"/>
          <ac:spMkLst>
            <pc:docMk/>
            <pc:sldMk cId="589175796" sldId="2360"/>
            <ac:spMk id="5" creationId="{A556A4CF-B81B-000E-ED8B-4D4D2FB57695}"/>
          </ac:spMkLst>
        </pc:spChg>
        <pc:spChg chg="del mod">
          <ac:chgData name="Muriel BORDE" userId="c170603111e0d29b" providerId="LiveId" clId="{57199298-0081-43D7-85F7-B4767A8F9EC5}" dt="2024-01-18T10:42:04.640" v="5011" actId="478"/>
          <ac:spMkLst>
            <pc:docMk/>
            <pc:sldMk cId="589175796" sldId="2360"/>
            <ac:spMk id="6" creationId="{EF916B91-4AE3-DBE2-F732-05D5304FFB04}"/>
          </ac:spMkLst>
        </pc:spChg>
        <pc:spChg chg="del mod">
          <ac:chgData name="Muriel BORDE" userId="c170603111e0d29b" providerId="LiveId" clId="{57199298-0081-43D7-85F7-B4767A8F9EC5}" dt="2024-01-17T10:40:07.800" v="3208" actId="478"/>
          <ac:spMkLst>
            <pc:docMk/>
            <pc:sldMk cId="589175796" sldId="2360"/>
            <ac:spMk id="7" creationId="{5A64F6B4-F5FA-B16D-01B5-3EC78605F54E}"/>
          </ac:spMkLst>
        </pc:spChg>
        <pc:spChg chg="add mod">
          <ac:chgData name="Muriel BORDE" userId="c170603111e0d29b" providerId="LiveId" clId="{57199298-0081-43D7-85F7-B4767A8F9EC5}" dt="2024-01-25T15:04:13.551" v="7306" actId="1076"/>
          <ac:spMkLst>
            <pc:docMk/>
            <pc:sldMk cId="589175796" sldId="2360"/>
            <ac:spMk id="7" creationId="{D8236130-55FF-0BE1-D909-00F746DB2093}"/>
          </ac:spMkLst>
        </pc:spChg>
        <pc:spChg chg="add del mod">
          <ac:chgData name="Muriel BORDE" userId="c170603111e0d29b" providerId="LiveId" clId="{57199298-0081-43D7-85F7-B4767A8F9EC5}" dt="2024-01-18T10:38:59.965" v="4884" actId="478"/>
          <ac:spMkLst>
            <pc:docMk/>
            <pc:sldMk cId="589175796" sldId="2360"/>
            <ac:spMk id="8" creationId="{309A04E4-B291-4194-7798-5F38A5CAFA33}"/>
          </ac:spMkLst>
        </pc:spChg>
        <pc:spChg chg="add del">
          <ac:chgData name="Muriel BORDE" userId="c170603111e0d29b" providerId="LiveId" clId="{57199298-0081-43D7-85F7-B4767A8F9EC5}" dt="2024-01-16T14:18:48.409" v="82" actId="478"/>
          <ac:spMkLst>
            <pc:docMk/>
            <pc:sldMk cId="589175796" sldId="2360"/>
            <ac:spMk id="8" creationId="{82537CC0-CA05-D238-63A9-994F9CADCD16}"/>
          </ac:spMkLst>
        </pc:spChg>
        <pc:spChg chg="add mod">
          <ac:chgData name="Muriel BORDE" userId="c170603111e0d29b" providerId="LiveId" clId="{57199298-0081-43D7-85F7-B4767A8F9EC5}" dt="2024-01-25T15:04:02.621" v="7283" actId="1076"/>
          <ac:spMkLst>
            <pc:docMk/>
            <pc:sldMk cId="589175796" sldId="2360"/>
            <ac:spMk id="9" creationId="{562ADD99-EB15-D02C-D658-6EAAAAB388DB}"/>
          </ac:spMkLst>
        </pc:spChg>
        <pc:spChg chg="add del mod">
          <ac:chgData name="Muriel BORDE" userId="c170603111e0d29b" providerId="LiveId" clId="{57199298-0081-43D7-85F7-B4767A8F9EC5}" dt="2024-01-18T10:25:18.513" v="3674" actId="478"/>
          <ac:spMkLst>
            <pc:docMk/>
            <pc:sldMk cId="589175796" sldId="2360"/>
            <ac:spMk id="10" creationId="{5747E519-7517-184D-6ACC-FC8615A7BBA6}"/>
          </ac:spMkLst>
        </pc:spChg>
        <pc:picChg chg="add del mod">
          <ac:chgData name="Muriel BORDE" userId="c170603111e0d29b" providerId="LiveId" clId="{57199298-0081-43D7-85F7-B4767A8F9EC5}" dt="2024-01-16T14:19:47.171" v="86" actId="478"/>
          <ac:picMkLst>
            <pc:docMk/>
            <pc:sldMk cId="589175796" sldId="2360"/>
            <ac:picMk id="9" creationId="{DD8557F6-1A7E-478F-1F07-7079B3AEF545}"/>
          </ac:picMkLst>
        </pc:picChg>
        <pc:picChg chg="add del">
          <ac:chgData name="Muriel BORDE" userId="c170603111e0d29b" providerId="LiveId" clId="{57199298-0081-43D7-85F7-B4767A8F9EC5}" dt="2024-01-16T14:17:32.682" v="74" actId="478"/>
          <ac:picMkLst>
            <pc:docMk/>
            <pc:sldMk cId="589175796" sldId="2360"/>
            <ac:picMk id="1026" creationId="{974431DE-D77C-0C42-5185-06C46CB58524}"/>
          </ac:picMkLst>
        </pc:picChg>
        <pc:picChg chg="add del">
          <ac:chgData name="Muriel BORDE" userId="c170603111e0d29b" providerId="LiveId" clId="{57199298-0081-43D7-85F7-B4767A8F9EC5}" dt="2024-01-16T14:18:24.883" v="80" actId="478"/>
          <ac:picMkLst>
            <pc:docMk/>
            <pc:sldMk cId="589175796" sldId="2360"/>
            <ac:picMk id="1028" creationId="{ED057977-D0B6-CF45-99BD-1B56D4F3273F}"/>
          </ac:picMkLst>
        </pc:picChg>
        <pc:picChg chg="add del mod">
          <ac:chgData name="Muriel BORDE" userId="c170603111e0d29b" providerId="LiveId" clId="{57199298-0081-43D7-85F7-B4767A8F9EC5}" dt="2024-01-16T14:26:32.320" v="139" actId="478"/>
          <ac:picMkLst>
            <pc:docMk/>
            <pc:sldMk cId="589175796" sldId="2360"/>
            <ac:picMk id="1032" creationId="{02BC99FC-738F-5189-48A2-4694CC191975}"/>
          </ac:picMkLst>
        </pc:picChg>
        <pc:picChg chg="add del mod">
          <ac:chgData name="Muriel BORDE" userId="c170603111e0d29b" providerId="LiveId" clId="{57199298-0081-43D7-85F7-B4767A8F9EC5}" dt="2024-01-16T14:23:42.508" v="105" actId="478"/>
          <ac:picMkLst>
            <pc:docMk/>
            <pc:sldMk cId="589175796" sldId="2360"/>
            <ac:picMk id="1034" creationId="{3280426D-D49E-8C7C-1561-375F2E0E9542}"/>
          </ac:picMkLst>
        </pc:picChg>
        <pc:picChg chg="add del mod">
          <ac:chgData name="Muriel BORDE" userId="c170603111e0d29b" providerId="LiveId" clId="{57199298-0081-43D7-85F7-B4767A8F9EC5}" dt="2024-08-16T13:10:27.542" v="26094" actId="478"/>
          <ac:picMkLst>
            <pc:docMk/>
            <pc:sldMk cId="589175796" sldId="2360"/>
            <ac:picMk id="6146" creationId="{35D6D5CD-BB76-2D47-4C8B-A9FE28D37137}"/>
          </ac:picMkLst>
        </pc:picChg>
      </pc:sldChg>
      <pc:sldChg chg="del">
        <pc:chgData name="Muriel BORDE" userId="c170603111e0d29b" providerId="LiveId" clId="{57199298-0081-43D7-85F7-B4767A8F9EC5}" dt="2024-01-16T14:27:42.316" v="158" actId="47"/>
        <pc:sldMkLst>
          <pc:docMk/>
          <pc:sldMk cId="2225718568" sldId="2361"/>
        </pc:sldMkLst>
      </pc:sldChg>
      <pc:sldChg chg="addSp delSp modSp del mod">
        <pc:chgData name="Muriel BORDE" userId="c170603111e0d29b" providerId="LiveId" clId="{57199298-0081-43D7-85F7-B4767A8F9EC5}" dt="2024-01-16T14:40:08.337" v="292" actId="47"/>
        <pc:sldMkLst>
          <pc:docMk/>
          <pc:sldMk cId="1164663873" sldId="2363"/>
        </pc:sldMkLst>
        <pc:spChg chg="del">
          <ac:chgData name="Muriel BORDE" userId="c170603111e0d29b" providerId="LiveId" clId="{57199298-0081-43D7-85F7-B4767A8F9EC5}" dt="2024-01-16T14:27:46.345" v="159" actId="478"/>
          <ac:spMkLst>
            <pc:docMk/>
            <pc:sldMk cId="1164663873" sldId="2363"/>
            <ac:spMk id="3" creationId="{327D8AD1-410B-0062-3A28-E327ABF3D0C7}"/>
          </ac:spMkLst>
        </pc:spChg>
        <pc:spChg chg="del">
          <ac:chgData name="Muriel BORDE" userId="c170603111e0d29b" providerId="LiveId" clId="{57199298-0081-43D7-85F7-B4767A8F9EC5}" dt="2024-01-16T14:28:06.545" v="177" actId="478"/>
          <ac:spMkLst>
            <pc:docMk/>
            <pc:sldMk cId="1164663873" sldId="2363"/>
            <ac:spMk id="4" creationId="{2EB92758-D91F-22BC-389D-9BF20AB9C3C1}"/>
          </ac:spMkLst>
        </pc:spChg>
        <pc:spChg chg="del">
          <ac:chgData name="Muriel BORDE" userId="c170603111e0d29b" providerId="LiveId" clId="{57199298-0081-43D7-85F7-B4767A8F9EC5}" dt="2024-01-16T14:28:06.545" v="177" actId="478"/>
          <ac:spMkLst>
            <pc:docMk/>
            <pc:sldMk cId="1164663873" sldId="2363"/>
            <ac:spMk id="5" creationId="{8C8FEB71-3D19-C373-88B7-7CB1260EDEAE}"/>
          </ac:spMkLst>
        </pc:spChg>
        <pc:spChg chg="mod">
          <ac:chgData name="Muriel BORDE" userId="c170603111e0d29b" providerId="LiveId" clId="{57199298-0081-43D7-85F7-B4767A8F9EC5}" dt="2024-01-16T14:28:07.913" v="178" actId="1076"/>
          <ac:spMkLst>
            <pc:docMk/>
            <pc:sldMk cId="1164663873" sldId="2363"/>
            <ac:spMk id="6" creationId="{728D9FA2-2B92-6F9B-1691-447E2CF3D34A}"/>
          </ac:spMkLst>
        </pc:spChg>
        <pc:spChg chg="del">
          <ac:chgData name="Muriel BORDE" userId="c170603111e0d29b" providerId="LiveId" clId="{57199298-0081-43D7-85F7-B4767A8F9EC5}" dt="2024-01-16T14:27:46.345" v="159" actId="478"/>
          <ac:spMkLst>
            <pc:docMk/>
            <pc:sldMk cId="1164663873" sldId="2363"/>
            <ac:spMk id="7" creationId="{5A64F6B4-F5FA-B16D-01B5-3EC78605F54E}"/>
          </ac:spMkLst>
        </pc:spChg>
        <pc:spChg chg="del">
          <ac:chgData name="Muriel BORDE" userId="c170603111e0d29b" providerId="LiveId" clId="{57199298-0081-43D7-85F7-B4767A8F9EC5}" dt="2024-01-16T14:27:46.345" v="159" actId="478"/>
          <ac:spMkLst>
            <pc:docMk/>
            <pc:sldMk cId="1164663873" sldId="2363"/>
            <ac:spMk id="8" creationId="{A855DE31-4F3D-EC6A-26C3-796BABA98569}"/>
          </ac:spMkLst>
        </pc:spChg>
        <pc:spChg chg="add del mod">
          <ac:chgData name="Muriel BORDE" userId="c170603111e0d29b" providerId="LiveId" clId="{57199298-0081-43D7-85F7-B4767A8F9EC5}" dt="2024-01-16T14:27:48.759" v="160" actId="478"/>
          <ac:spMkLst>
            <pc:docMk/>
            <pc:sldMk cId="1164663873" sldId="2363"/>
            <ac:spMk id="10" creationId="{562ADF48-E7B8-3C53-AE83-16DDB5351D0D}"/>
          </ac:spMkLst>
        </pc:spChg>
        <pc:spChg chg="add mod">
          <ac:chgData name="Muriel BORDE" userId="c170603111e0d29b" providerId="LiveId" clId="{57199298-0081-43D7-85F7-B4767A8F9EC5}" dt="2024-01-16T14:29:27.927" v="188" actId="11"/>
          <ac:spMkLst>
            <pc:docMk/>
            <pc:sldMk cId="1164663873" sldId="2363"/>
            <ac:spMk id="12" creationId="{81E4B8D4-E03A-EE77-7082-4F146DAD6CA8}"/>
          </ac:spMkLst>
        </pc:spChg>
        <pc:spChg chg="add mod">
          <ac:chgData name="Muriel BORDE" userId="c170603111e0d29b" providerId="LiveId" clId="{57199298-0081-43D7-85F7-B4767A8F9EC5}" dt="2024-01-16T14:30:03.511" v="207" actId="404"/>
          <ac:spMkLst>
            <pc:docMk/>
            <pc:sldMk cId="1164663873" sldId="2363"/>
            <ac:spMk id="13" creationId="{327D8AD1-410B-0062-3A28-E327ABF3D0C7}"/>
          </ac:spMkLst>
        </pc:spChg>
        <pc:spChg chg="add mod">
          <ac:chgData name="Muriel BORDE" userId="c170603111e0d29b" providerId="LiveId" clId="{57199298-0081-43D7-85F7-B4767A8F9EC5}" dt="2024-01-16T14:30:03.511" v="207" actId="404"/>
          <ac:spMkLst>
            <pc:docMk/>
            <pc:sldMk cId="1164663873" sldId="2363"/>
            <ac:spMk id="14" creationId="{410BB325-EDC1-8FC9-0136-2770E2DB0F98}"/>
          </ac:spMkLst>
        </pc:spChg>
      </pc:sldChg>
      <pc:sldChg chg="delSp modSp del mod">
        <pc:chgData name="Muriel BORDE" userId="c170603111e0d29b" providerId="LiveId" clId="{57199298-0081-43D7-85F7-B4767A8F9EC5}" dt="2024-01-16T14:30:08.261" v="208" actId="47"/>
        <pc:sldMkLst>
          <pc:docMk/>
          <pc:sldMk cId="1120425585" sldId="2364"/>
        </pc:sldMkLst>
        <pc:spChg chg="del mod">
          <ac:chgData name="Muriel BORDE" userId="c170603111e0d29b" providerId="LiveId" clId="{57199298-0081-43D7-85F7-B4767A8F9EC5}" dt="2024-01-16T14:29:41.164" v="193" actId="21"/>
          <ac:spMkLst>
            <pc:docMk/>
            <pc:sldMk cId="1120425585" sldId="2364"/>
            <ac:spMk id="3" creationId="{327D8AD1-410B-0062-3A28-E327ABF3D0C7}"/>
          </ac:spMkLst>
        </pc:spChg>
      </pc:sldChg>
      <pc:sldChg chg="addSp delSp modSp del mod">
        <pc:chgData name="Muriel BORDE" userId="c170603111e0d29b" providerId="LiveId" clId="{57199298-0081-43D7-85F7-B4767A8F9EC5}" dt="2024-01-16T14:40:08.337" v="292" actId="47"/>
        <pc:sldMkLst>
          <pc:docMk/>
          <pc:sldMk cId="3593921522" sldId="2365"/>
        </pc:sldMkLst>
        <pc:spChg chg="del">
          <ac:chgData name="Muriel BORDE" userId="c170603111e0d29b" providerId="LiveId" clId="{57199298-0081-43D7-85F7-B4767A8F9EC5}" dt="2024-01-16T14:30:55.257" v="221" actId="478"/>
          <ac:spMkLst>
            <pc:docMk/>
            <pc:sldMk cId="3593921522" sldId="2365"/>
            <ac:spMk id="3" creationId="{327D8AD1-410B-0062-3A28-E327ABF3D0C7}"/>
          </ac:spMkLst>
        </pc:spChg>
        <pc:spChg chg="add mod">
          <ac:chgData name="Muriel BORDE" userId="c170603111e0d29b" providerId="LiveId" clId="{57199298-0081-43D7-85F7-B4767A8F9EC5}" dt="2024-01-16T14:30:54.041" v="220" actId="6549"/>
          <ac:spMkLst>
            <pc:docMk/>
            <pc:sldMk cId="3593921522" sldId="2365"/>
            <ac:spMk id="4" creationId="{32A21986-71F7-3C50-7635-A66D2CBB46E8}"/>
          </ac:spMkLst>
        </pc:spChg>
        <pc:spChg chg="mod">
          <ac:chgData name="Muriel BORDE" userId="c170603111e0d29b" providerId="LiveId" clId="{57199298-0081-43D7-85F7-B4767A8F9EC5}" dt="2024-01-16T14:31:00.076" v="224" actId="1076"/>
          <ac:spMkLst>
            <pc:docMk/>
            <pc:sldMk cId="3593921522" sldId="2365"/>
            <ac:spMk id="6" creationId="{A65DFC0B-8F2D-A6C8-BA76-2BA8C039BDC6}"/>
          </ac:spMkLst>
        </pc:spChg>
        <pc:spChg chg="del mod">
          <ac:chgData name="Muriel BORDE" userId="c170603111e0d29b" providerId="LiveId" clId="{57199298-0081-43D7-85F7-B4767A8F9EC5}" dt="2024-01-16T14:30:56.581" v="222" actId="478"/>
          <ac:spMkLst>
            <pc:docMk/>
            <pc:sldMk cId="3593921522" sldId="2365"/>
            <ac:spMk id="7" creationId="{5A64F6B4-F5FA-B16D-01B5-3EC78605F54E}"/>
          </ac:spMkLst>
        </pc:spChg>
        <pc:spChg chg="add del mod">
          <ac:chgData name="Muriel BORDE" userId="c170603111e0d29b" providerId="LiveId" clId="{57199298-0081-43D7-85F7-B4767A8F9EC5}" dt="2024-01-16T14:30:58.488" v="223" actId="478"/>
          <ac:spMkLst>
            <pc:docMk/>
            <pc:sldMk cId="3593921522" sldId="2365"/>
            <ac:spMk id="8" creationId="{82C27CF1-83E9-FA7E-13F2-47D04D4BBED4}"/>
          </ac:spMkLst>
        </pc:spChg>
      </pc:sldChg>
      <pc:sldChg chg="modSp mod">
        <pc:chgData name="Muriel BORDE" userId="c170603111e0d29b" providerId="LiveId" clId="{57199298-0081-43D7-85F7-B4767A8F9EC5}" dt="2024-02-17T12:33:18.605" v="8987" actId="1036"/>
        <pc:sldMkLst>
          <pc:docMk/>
          <pc:sldMk cId="265957559" sldId="2366"/>
        </pc:sldMkLst>
        <pc:spChg chg="mod">
          <ac:chgData name="Muriel BORDE" userId="c170603111e0d29b" providerId="LiveId" clId="{57199298-0081-43D7-85F7-B4767A8F9EC5}" dt="2024-02-17T12:33:14.227" v="8976" actId="6549"/>
          <ac:spMkLst>
            <pc:docMk/>
            <pc:sldMk cId="265957559" sldId="2366"/>
            <ac:spMk id="3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3:18.605" v="8987" actId="1036"/>
          <ac:spMkLst>
            <pc:docMk/>
            <pc:sldMk cId="265957559" sldId="2366"/>
            <ac:spMk id="4" creationId="{516C3B52-44DB-BF75-51FE-FDB8FA54E65C}"/>
          </ac:spMkLst>
        </pc:spChg>
      </pc:sldChg>
      <pc:sldChg chg="addSp delSp modSp add del mod">
        <pc:chgData name="Muriel BORDE" userId="c170603111e0d29b" providerId="LiveId" clId="{57199298-0081-43D7-85F7-B4767A8F9EC5}" dt="2024-02-29T11:06:56.500" v="11426" actId="20577"/>
        <pc:sldMkLst>
          <pc:docMk/>
          <pc:sldMk cId="1895667479" sldId="2367"/>
        </pc:sldMkLst>
        <pc:spChg chg="mod">
          <ac:chgData name="Muriel BORDE" userId="c170603111e0d29b" providerId="LiveId" clId="{57199298-0081-43D7-85F7-B4767A8F9EC5}" dt="2024-02-29T11:06:56.500" v="11426" actId="20577"/>
          <ac:spMkLst>
            <pc:docMk/>
            <pc:sldMk cId="1895667479" sldId="2367"/>
            <ac:spMk id="2" creationId="{00000000-0000-0000-0000-000000000000}"/>
          </ac:spMkLst>
        </pc:spChg>
        <pc:spChg chg="del mod">
          <ac:chgData name="Muriel BORDE" userId="c170603111e0d29b" providerId="LiveId" clId="{57199298-0081-43D7-85F7-B4767A8F9EC5}" dt="2024-01-18T16:13:09.551" v="7091" actId="478"/>
          <ac:spMkLst>
            <pc:docMk/>
            <pc:sldMk cId="1895667479" sldId="2367"/>
            <ac:spMk id="3" creationId="{00000000-0000-0000-0000-000000000000}"/>
          </ac:spMkLst>
        </pc:spChg>
        <pc:spChg chg="del">
          <ac:chgData name="Muriel BORDE" userId="c170603111e0d29b" providerId="LiveId" clId="{57199298-0081-43D7-85F7-B4767A8F9EC5}" dt="2024-01-18T16:13:08.094" v="7090" actId="478"/>
          <ac:spMkLst>
            <pc:docMk/>
            <pc:sldMk cId="1895667479" sldId="2367"/>
            <ac:spMk id="4" creationId="{516C3B52-44DB-BF75-51FE-FDB8FA54E65C}"/>
          </ac:spMkLst>
        </pc:spChg>
        <pc:spChg chg="add del mod">
          <ac:chgData name="Muriel BORDE" userId="c170603111e0d29b" providerId="LiveId" clId="{57199298-0081-43D7-85F7-B4767A8F9EC5}" dt="2024-01-18T16:13:10.704" v="7092" actId="478"/>
          <ac:spMkLst>
            <pc:docMk/>
            <pc:sldMk cId="1895667479" sldId="2367"/>
            <ac:spMk id="5" creationId="{90B43742-5D96-973C-D33A-A04647545994}"/>
          </ac:spMkLst>
        </pc:spChg>
        <pc:spChg chg="add del mod">
          <ac:chgData name="Muriel BORDE" userId="c170603111e0d29b" providerId="LiveId" clId="{57199298-0081-43D7-85F7-B4767A8F9EC5}" dt="2024-01-18T16:13:12.797" v="7093" actId="478"/>
          <ac:spMkLst>
            <pc:docMk/>
            <pc:sldMk cId="1895667479" sldId="2367"/>
            <ac:spMk id="7" creationId="{4A985C29-363F-B76A-D1EC-AF48014F6C44}"/>
          </ac:spMkLst>
        </pc:spChg>
        <pc:spChg chg="add mod ord">
          <ac:chgData name="Muriel BORDE" userId="c170603111e0d29b" providerId="LiveId" clId="{57199298-0081-43D7-85F7-B4767A8F9EC5}" dt="2024-01-18T16:15:11.987" v="7115" actId="2085"/>
          <ac:spMkLst>
            <pc:docMk/>
            <pc:sldMk cId="1895667479" sldId="2367"/>
            <ac:spMk id="8" creationId="{9534B736-FFC7-5D35-E847-CDE2D98F662D}"/>
          </ac:spMkLst>
        </pc:spChg>
        <pc:picChg chg="add mod">
          <ac:chgData name="Muriel BORDE" userId="c170603111e0d29b" providerId="LiveId" clId="{57199298-0081-43D7-85F7-B4767A8F9EC5}" dt="2024-01-18T16:15:17.415" v="7117" actId="14100"/>
          <ac:picMkLst>
            <pc:docMk/>
            <pc:sldMk cId="1895667479" sldId="2367"/>
            <ac:picMk id="4098" creationId="{01F2F050-4892-0807-4F2D-EB6460D45A8A}"/>
          </ac:picMkLst>
        </pc:picChg>
      </pc:sldChg>
      <pc:sldChg chg="del">
        <pc:chgData name="Muriel BORDE" userId="c170603111e0d29b" providerId="LiveId" clId="{57199298-0081-43D7-85F7-B4767A8F9EC5}" dt="2024-01-16T14:44:21.614" v="430" actId="47"/>
        <pc:sldMkLst>
          <pc:docMk/>
          <pc:sldMk cId="1998727231" sldId="2368"/>
        </pc:sldMkLst>
      </pc:sldChg>
      <pc:sldChg chg="addSp delSp modSp mod">
        <pc:chgData name="Muriel BORDE" userId="c170603111e0d29b" providerId="LiveId" clId="{57199298-0081-43D7-85F7-B4767A8F9EC5}" dt="2024-01-17T10:01:23.098" v="1609" actId="1076"/>
        <pc:sldMkLst>
          <pc:docMk/>
          <pc:sldMk cId="1455919165" sldId="2369"/>
        </pc:sldMkLst>
        <pc:spChg chg="add mod">
          <ac:chgData name="Muriel BORDE" userId="c170603111e0d29b" providerId="LiveId" clId="{57199298-0081-43D7-85F7-B4767A8F9EC5}" dt="2024-01-17T10:01:23.098" v="1609" actId="1076"/>
          <ac:spMkLst>
            <pc:docMk/>
            <pc:sldMk cId="1455919165" sldId="2369"/>
            <ac:spMk id="3" creationId="{01D3A8BE-C045-3A31-D9BC-6CFDB53B9565}"/>
          </ac:spMkLst>
        </pc:spChg>
        <pc:spChg chg="del">
          <ac:chgData name="Muriel BORDE" userId="c170603111e0d29b" providerId="LiveId" clId="{57199298-0081-43D7-85F7-B4767A8F9EC5}" dt="2024-01-16T14:43:29.370" v="384" actId="478"/>
          <ac:spMkLst>
            <pc:docMk/>
            <pc:sldMk cId="1455919165" sldId="2369"/>
            <ac:spMk id="3" creationId="{C432E627-CC93-D8B5-06E0-4C7952374646}"/>
          </ac:spMkLst>
        </pc:spChg>
        <pc:spChg chg="add del mod">
          <ac:chgData name="Muriel BORDE" userId="c170603111e0d29b" providerId="LiveId" clId="{57199298-0081-43D7-85F7-B4767A8F9EC5}" dt="2024-01-16T14:43:27.082" v="383" actId="478"/>
          <ac:spMkLst>
            <pc:docMk/>
            <pc:sldMk cId="1455919165" sldId="2369"/>
            <ac:spMk id="4" creationId="{5B07CA15-2590-160C-5CD0-93C2E0115628}"/>
          </ac:spMkLst>
        </pc:spChg>
        <pc:spChg chg="mod">
          <ac:chgData name="Muriel BORDE" userId="c170603111e0d29b" providerId="LiveId" clId="{57199298-0081-43D7-85F7-B4767A8F9EC5}" dt="2024-01-16T14:43:25.201" v="382" actId="20577"/>
          <ac:spMkLst>
            <pc:docMk/>
            <pc:sldMk cId="1455919165" sldId="2369"/>
            <ac:spMk id="11" creationId="{DB9FAB11-093A-CCE1-B08C-C364C3A4D0EE}"/>
          </ac:spMkLst>
        </pc:spChg>
        <pc:spChg chg="del">
          <ac:chgData name="Muriel BORDE" userId="c170603111e0d29b" providerId="LiveId" clId="{57199298-0081-43D7-85F7-B4767A8F9EC5}" dt="2024-01-16T14:43:31.204" v="385" actId="478"/>
          <ac:spMkLst>
            <pc:docMk/>
            <pc:sldMk cId="1455919165" sldId="2369"/>
            <ac:spMk id="2030433198" creationId="{00000000-0000-0000-0000-000000000000}"/>
          </ac:spMkLst>
        </pc:spChg>
      </pc:sldChg>
      <pc:sldChg chg="addSp delSp modSp add mod ord">
        <pc:chgData name="Muriel BORDE" userId="c170603111e0d29b" providerId="LiveId" clId="{57199298-0081-43D7-85F7-B4767A8F9EC5}" dt="2024-02-17T12:53:19.945" v="10068" actId="1076"/>
        <pc:sldMkLst>
          <pc:docMk/>
          <pc:sldMk cId="2991082071" sldId="2370"/>
        </pc:sldMkLst>
        <pc:spChg chg="del">
          <ac:chgData name="Muriel BORDE" userId="c170603111e0d29b" providerId="LiveId" clId="{57199298-0081-43D7-85F7-B4767A8F9EC5}" dt="2024-01-16T14:26:08.634" v="127" actId="478"/>
          <ac:spMkLst>
            <pc:docMk/>
            <pc:sldMk cId="2991082071" sldId="2370"/>
            <ac:spMk id="3" creationId="{327D8AD1-410B-0062-3A28-E327ABF3D0C7}"/>
          </ac:spMkLst>
        </pc:spChg>
        <pc:spChg chg="add del mod">
          <ac:chgData name="Muriel BORDE" userId="c170603111e0d29b" providerId="LiveId" clId="{57199298-0081-43D7-85F7-B4767A8F9EC5}" dt="2024-01-17T09:12:56.262" v="996" actId="478"/>
          <ac:spMkLst>
            <pc:docMk/>
            <pc:sldMk cId="2991082071" sldId="2370"/>
            <ac:spMk id="3" creationId="{4ED13388-6CB9-82A4-302C-94D100605261}"/>
          </ac:spMkLst>
        </pc:spChg>
        <pc:spChg chg="add mod">
          <ac:chgData name="Muriel BORDE" userId="c170603111e0d29b" providerId="LiveId" clId="{57199298-0081-43D7-85F7-B4767A8F9EC5}" dt="2024-01-25T15:09:40.792" v="7454" actId="552"/>
          <ac:spMkLst>
            <pc:docMk/>
            <pc:sldMk cId="2991082071" sldId="2370"/>
            <ac:spMk id="3" creationId="{9D20D299-79DF-16C4-B1D8-6134B265BE38}"/>
          </ac:spMkLst>
        </pc:spChg>
        <pc:spChg chg="del">
          <ac:chgData name="Muriel BORDE" userId="c170603111e0d29b" providerId="LiveId" clId="{57199298-0081-43D7-85F7-B4767A8F9EC5}" dt="2024-01-16T14:26:10.277" v="128" actId="478"/>
          <ac:spMkLst>
            <pc:docMk/>
            <pc:sldMk cId="2991082071" sldId="2370"/>
            <ac:spMk id="4" creationId="{C09C1CB3-89CB-E6A7-74E4-C503CD8BEA3B}"/>
          </ac:spMkLst>
        </pc:spChg>
        <pc:spChg chg="add del mod">
          <ac:chgData name="Muriel BORDE" userId="c170603111e0d29b" providerId="LiveId" clId="{57199298-0081-43D7-85F7-B4767A8F9EC5}" dt="2024-01-17T09:12:56.262" v="996" actId="478"/>
          <ac:spMkLst>
            <pc:docMk/>
            <pc:sldMk cId="2991082071" sldId="2370"/>
            <ac:spMk id="4" creationId="{F6D9BAC1-461C-4BD7-78F6-BC2EBD49ED1E}"/>
          </ac:spMkLst>
        </pc:spChg>
        <pc:spChg chg="mod">
          <ac:chgData name="Muriel BORDE" userId="c170603111e0d29b" providerId="LiveId" clId="{57199298-0081-43D7-85F7-B4767A8F9EC5}" dt="2024-02-17T12:53:19.945" v="10068" actId="1076"/>
          <ac:spMkLst>
            <pc:docMk/>
            <pc:sldMk cId="2991082071" sldId="2370"/>
            <ac:spMk id="5" creationId="{40DF4CAE-47E5-FD3B-5A1B-3DBB68C87174}"/>
          </ac:spMkLst>
        </pc:spChg>
        <pc:spChg chg="del mod ord">
          <ac:chgData name="Muriel BORDE" userId="c170603111e0d29b" providerId="LiveId" clId="{57199298-0081-43D7-85F7-B4767A8F9EC5}" dt="2024-01-17T09:14:01.378" v="1022" actId="478"/>
          <ac:spMkLst>
            <pc:docMk/>
            <pc:sldMk cId="2991082071" sldId="2370"/>
            <ac:spMk id="6" creationId="{EF916B91-4AE3-DBE2-F732-05D5304FFB04}"/>
          </ac:spMkLst>
        </pc:spChg>
        <pc:spChg chg="del">
          <ac:chgData name="Muriel BORDE" userId="c170603111e0d29b" providerId="LiveId" clId="{57199298-0081-43D7-85F7-B4767A8F9EC5}" dt="2024-01-16T14:26:05.670" v="125" actId="478"/>
          <ac:spMkLst>
            <pc:docMk/>
            <pc:sldMk cId="2991082071" sldId="2370"/>
            <ac:spMk id="7" creationId="{5A64F6B4-F5FA-B16D-01B5-3EC78605F54E}"/>
          </ac:spMkLst>
        </pc:spChg>
        <pc:spChg chg="add del mod">
          <ac:chgData name="Muriel BORDE" userId="c170603111e0d29b" providerId="LiveId" clId="{57199298-0081-43D7-85F7-B4767A8F9EC5}" dt="2024-02-17T12:35:21.845" v="9181" actId="478"/>
          <ac:spMkLst>
            <pc:docMk/>
            <pc:sldMk cId="2991082071" sldId="2370"/>
            <ac:spMk id="7" creationId="{F19CDC9C-41E7-C60D-9BD8-4002E2CB6152}"/>
          </ac:spMkLst>
        </pc:spChg>
        <pc:spChg chg="add mod">
          <ac:chgData name="Muriel BORDE" userId="c170603111e0d29b" providerId="LiveId" clId="{57199298-0081-43D7-85F7-B4767A8F9EC5}" dt="2024-02-17T12:35:22.201" v="9182"/>
          <ac:spMkLst>
            <pc:docMk/>
            <pc:sldMk cId="2991082071" sldId="2370"/>
            <ac:spMk id="8" creationId="{ACFA61CC-5DB1-5BA3-94EE-F126B771CF7A}"/>
          </ac:spMkLst>
        </pc:spChg>
        <pc:spChg chg="add del mod">
          <ac:chgData name="Muriel BORDE" userId="c170603111e0d29b" providerId="LiveId" clId="{57199298-0081-43D7-85F7-B4767A8F9EC5}" dt="2024-01-17T09:13:00.481" v="999" actId="478"/>
          <ac:spMkLst>
            <pc:docMk/>
            <pc:sldMk cId="2991082071" sldId="2370"/>
            <ac:spMk id="8" creationId="{CADA0C11-F383-8CF9-3839-83E2554AC186}"/>
          </ac:spMkLst>
        </pc:spChg>
        <pc:spChg chg="add del mod">
          <ac:chgData name="Muriel BORDE" userId="c170603111e0d29b" providerId="LiveId" clId="{57199298-0081-43D7-85F7-B4767A8F9EC5}" dt="2024-01-16T14:26:07.284" v="126" actId="478"/>
          <ac:spMkLst>
            <pc:docMk/>
            <pc:sldMk cId="2991082071" sldId="2370"/>
            <ac:spMk id="9" creationId="{30C69C43-81A1-01CE-B00A-03B818B7C83F}"/>
          </ac:spMkLst>
        </pc:spChg>
        <pc:spChg chg="add del mod">
          <ac:chgData name="Muriel BORDE" userId="c170603111e0d29b" providerId="LiveId" clId="{57199298-0081-43D7-85F7-B4767A8F9EC5}" dt="2024-02-17T12:35:18.905" v="9179" actId="478"/>
          <ac:spMkLst>
            <pc:docMk/>
            <pc:sldMk cId="2991082071" sldId="2370"/>
            <ac:spMk id="9" creationId="{39CB9946-8641-DEA2-CB7B-0584A9FC71D9}"/>
          </ac:spMkLst>
        </pc:spChg>
        <pc:spChg chg="add del mod">
          <ac:chgData name="Muriel BORDE" userId="c170603111e0d29b" providerId="LiveId" clId="{57199298-0081-43D7-85F7-B4767A8F9EC5}" dt="2024-02-17T12:35:18.905" v="9179" actId="478"/>
          <ac:spMkLst>
            <pc:docMk/>
            <pc:sldMk cId="2991082071" sldId="2370"/>
            <ac:spMk id="10" creationId="{F32121F5-7413-9711-1E4F-24175161B364}"/>
          </ac:spMkLst>
        </pc:spChg>
        <pc:spChg chg="add del mod">
          <ac:chgData name="Muriel BORDE" userId="c170603111e0d29b" providerId="LiveId" clId="{57199298-0081-43D7-85F7-B4767A8F9EC5}" dt="2024-01-17T09:13:56.971" v="1020" actId="478"/>
          <ac:spMkLst>
            <pc:docMk/>
            <pc:sldMk cId="2991082071" sldId="2370"/>
            <ac:spMk id="11" creationId="{3D75FB49-A8BB-8E65-0FD4-8A3EA3CDBFAD}"/>
          </ac:spMkLst>
        </pc:spChg>
        <pc:spChg chg="add mod">
          <ac:chgData name="Muriel BORDE" userId="c170603111e0d29b" providerId="LiveId" clId="{57199298-0081-43D7-85F7-B4767A8F9EC5}" dt="2024-02-17T12:35:22.201" v="9182"/>
          <ac:spMkLst>
            <pc:docMk/>
            <pc:sldMk cId="2991082071" sldId="2370"/>
            <ac:spMk id="11" creationId="{3FA9081F-3473-CD9E-983E-B8E16108D5B2}"/>
          </ac:spMkLst>
        </pc:spChg>
        <pc:spChg chg="add mod">
          <ac:chgData name="Muriel BORDE" userId="c170603111e0d29b" providerId="LiveId" clId="{57199298-0081-43D7-85F7-B4767A8F9EC5}" dt="2024-01-25T15:09:40.792" v="7454" actId="552"/>
          <ac:spMkLst>
            <pc:docMk/>
            <pc:sldMk cId="2991082071" sldId="2370"/>
            <ac:spMk id="12" creationId="{1D0D00F6-5BD8-6B7A-9BDA-9E52A64D9DB8}"/>
          </ac:spMkLst>
        </pc:spChg>
        <pc:spChg chg="add del mod">
          <ac:chgData name="Muriel BORDE" userId="c170603111e0d29b" providerId="LiveId" clId="{57199298-0081-43D7-85F7-B4767A8F9EC5}" dt="2024-01-17T09:13:56.971" v="1020" actId="478"/>
          <ac:spMkLst>
            <pc:docMk/>
            <pc:sldMk cId="2991082071" sldId="2370"/>
            <ac:spMk id="13" creationId="{3A61B81F-3A5B-534B-C296-C5CB52F13CAC}"/>
          </ac:spMkLst>
        </pc:spChg>
        <pc:spChg chg="add del mod">
          <ac:chgData name="Muriel BORDE" userId="c170603111e0d29b" providerId="LiveId" clId="{57199298-0081-43D7-85F7-B4767A8F9EC5}" dt="2024-01-16T14:43:46.355" v="388" actId="478"/>
          <ac:spMkLst>
            <pc:docMk/>
            <pc:sldMk cId="2991082071" sldId="2370"/>
            <ac:spMk id="15" creationId="{92310375-6D21-16F0-D9D0-406F6363CC63}"/>
          </ac:spMkLst>
        </pc:spChg>
        <pc:spChg chg="add del mod">
          <ac:chgData name="Muriel BORDE" userId="c170603111e0d29b" providerId="LiveId" clId="{57199298-0081-43D7-85F7-B4767A8F9EC5}" dt="2024-01-17T09:12:58.583" v="997" actId="478"/>
          <ac:spMkLst>
            <pc:docMk/>
            <pc:sldMk cId="2991082071" sldId="2370"/>
            <ac:spMk id="16" creationId="{3823813C-D154-65DF-D927-38F73AB9C6D5}"/>
          </ac:spMkLst>
        </pc:spChg>
        <pc:spChg chg="add mod">
          <ac:chgData name="Muriel BORDE" userId="c170603111e0d29b" providerId="LiveId" clId="{57199298-0081-43D7-85F7-B4767A8F9EC5}" dt="2024-01-25T15:09:47.590" v="7464" actId="1038"/>
          <ac:spMkLst>
            <pc:docMk/>
            <pc:sldMk cId="2991082071" sldId="2370"/>
            <ac:spMk id="17" creationId="{3E956035-4208-A8A0-D0A0-7B8F22602D20}"/>
          </ac:spMkLst>
        </pc:spChg>
        <pc:spChg chg="add del mod">
          <ac:chgData name="Muriel BORDE" userId="c170603111e0d29b" providerId="LiveId" clId="{57199298-0081-43D7-85F7-B4767A8F9EC5}" dt="2024-01-17T09:12:58.583" v="997" actId="478"/>
          <ac:spMkLst>
            <pc:docMk/>
            <pc:sldMk cId="2991082071" sldId="2370"/>
            <ac:spMk id="17" creationId="{5582B9AA-172F-C269-577A-BF171AB6983A}"/>
          </ac:spMkLst>
        </pc:spChg>
        <pc:spChg chg="del mod">
          <ac:chgData name="Muriel BORDE" userId="c170603111e0d29b" providerId="LiveId" clId="{57199298-0081-43D7-85F7-B4767A8F9EC5}" dt="2024-01-16T14:43:44.197" v="386" actId="478"/>
          <ac:spMkLst>
            <pc:docMk/>
            <pc:sldMk cId="2991082071" sldId="2370"/>
            <ac:spMk id="21" creationId="{89DA77D4-70CA-ADA4-0FAA-2824DE016195}"/>
          </ac:spMkLst>
        </pc:spChg>
        <pc:spChg chg="add mod">
          <ac:chgData name="Muriel BORDE" userId="c170603111e0d29b" providerId="LiveId" clId="{57199298-0081-43D7-85F7-B4767A8F9EC5}" dt="2024-01-25T15:09:40.792" v="7454" actId="552"/>
          <ac:spMkLst>
            <pc:docMk/>
            <pc:sldMk cId="2991082071" sldId="2370"/>
            <ac:spMk id="22" creationId="{22FFB6EE-CA1A-58FD-4044-94BB205C92C8}"/>
          </ac:spMkLst>
        </pc:spChg>
        <pc:spChg chg="del mod">
          <ac:chgData name="Muriel BORDE" userId="c170603111e0d29b" providerId="LiveId" clId="{57199298-0081-43D7-85F7-B4767A8F9EC5}" dt="2024-01-16T14:43:44.197" v="386" actId="478"/>
          <ac:spMkLst>
            <pc:docMk/>
            <pc:sldMk cId="2991082071" sldId="2370"/>
            <ac:spMk id="22" creationId="{6BE834DA-EE4F-0173-280B-862322786229}"/>
          </ac:spMkLst>
        </pc:spChg>
        <pc:spChg chg="add mod">
          <ac:chgData name="Muriel BORDE" userId="c170603111e0d29b" providerId="LiveId" clId="{57199298-0081-43D7-85F7-B4767A8F9EC5}" dt="2024-01-18T10:56:51.209" v="5663" actId="20577"/>
          <ac:spMkLst>
            <pc:docMk/>
            <pc:sldMk cId="2991082071" sldId="2370"/>
            <ac:spMk id="40" creationId="{0DDB9EDB-0924-2128-B341-B134F4EDB658}"/>
          </ac:spMkLst>
        </pc:spChg>
        <pc:spChg chg="add mod">
          <ac:chgData name="Muriel BORDE" userId="c170603111e0d29b" providerId="LiveId" clId="{57199298-0081-43D7-85F7-B4767A8F9EC5}" dt="2024-01-25T15:09:47.590" v="7464" actId="1038"/>
          <ac:spMkLst>
            <pc:docMk/>
            <pc:sldMk cId="2991082071" sldId="2370"/>
            <ac:spMk id="45" creationId="{5B588F48-0B17-0393-9306-8E592A414595}"/>
          </ac:spMkLst>
        </pc:spChg>
        <pc:spChg chg="add mod">
          <ac:chgData name="Muriel BORDE" userId="c170603111e0d29b" providerId="LiveId" clId="{57199298-0081-43D7-85F7-B4767A8F9EC5}" dt="2024-01-25T15:09:47.590" v="7464" actId="1038"/>
          <ac:spMkLst>
            <pc:docMk/>
            <pc:sldMk cId="2991082071" sldId="2370"/>
            <ac:spMk id="48" creationId="{D4FD1FEF-5AD6-55B0-D534-D7ED7B3190E5}"/>
          </ac:spMkLst>
        </pc:spChg>
        <pc:picChg chg="add mod ord">
          <ac:chgData name="Muriel BORDE" userId="c170603111e0d29b" providerId="LiveId" clId="{57199298-0081-43D7-85F7-B4767A8F9EC5}" dt="2024-01-18T10:54:07.889" v="5534" actId="14100"/>
          <ac:picMkLst>
            <pc:docMk/>
            <pc:sldMk cId="2991082071" sldId="2370"/>
            <ac:picMk id="27" creationId="{B8403DDF-3AA4-A60A-E3ED-E6D8B57490AD}"/>
          </ac:picMkLst>
        </pc:picChg>
        <pc:picChg chg="add del mod">
          <ac:chgData name="Muriel BORDE" userId="c170603111e0d29b" providerId="LiveId" clId="{57199298-0081-43D7-85F7-B4767A8F9EC5}" dt="2024-01-18T10:53:33.699" v="5523" actId="478"/>
          <ac:picMkLst>
            <pc:docMk/>
            <pc:sldMk cId="2991082071" sldId="2370"/>
            <ac:picMk id="1026" creationId="{6CEBBE91-6AD2-21A4-2F24-6238253FB339}"/>
          </ac:picMkLst>
        </pc:picChg>
        <pc:picChg chg="add del mod">
          <ac:chgData name="Muriel BORDE" userId="c170603111e0d29b" providerId="LiveId" clId="{57199298-0081-43D7-85F7-B4767A8F9EC5}" dt="2024-01-18T10:53:56.267" v="5529" actId="478"/>
          <ac:picMkLst>
            <pc:docMk/>
            <pc:sldMk cId="2991082071" sldId="2370"/>
            <ac:picMk id="1032" creationId="{02BC99FC-738F-5189-48A2-4694CC191975}"/>
          </ac:picMkLst>
        </pc:picChg>
        <pc:cxnChg chg="add mod">
          <ac:chgData name="Muriel BORDE" userId="c170603111e0d29b" providerId="LiveId" clId="{57199298-0081-43D7-85F7-B4767A8F9EC5}" dt="2024-01-25T15:09:40.792" v="7454" actId="552"/>
          <ac:cxnSpMkLst>
            <pc:docMk/>
            <pc:sldMk cId="2991082071" sldId="2370"/>
            <ac:cxnSpMk id="6" creationId="{31495540-6886-9718-2D7A-9F0BFF51C169}"/>
          </ac:cxnSpMkLst>
        </pc:cxnChg>
        <pc:cxnChg chg="add mod">
          <ac:chgData name="Muriel BORDE" userId="c170603111e0d29b" providerId="LiveId" clId="{57199298-0081-43D7-85F7-B4767A8F9EC5}" dt="2024-01-25T15:09:30.818" v="7452" actId="14100"/>
          <ac:cxnSpMkLst>
            <pc:docMk/>
            <pc:sldMk cId="2991082071" sldId="2370"/>
            <ac:cxnSpMk id="13" creationId="{D9E8B0A9-8B6B-728D-5A80-C96C49F996E9}"/>
          </ac:cxnSpMkLst>
        </pc:cxnChg>
        <pc:cxnChg chg="add mod">
          <ac:chgData name="Muriel BORDE" userId="c170603111e0d29b" providerId="LiveId" clId="{57199298-0081-43D7-85F7-B4767A8F9EC5}" dt="2024-01-25T15:09:51.376" v="7465" actId="14100"/>
          <ac:cxnSpMkLst>
            <pc:docMk/>
            <pc:sldMk cId="2991082071" sldId="2370"/>
            <ac:cxnSpMk id="18" creationId="{7A368C9B-D7D0-0209-1B4D-C774196F6169}"/>
          </ac:cxnSpMkLst>
        </pc:cxnChg>
        <pc:cxnChg chg="add mod">
          <ac:chgData name="Muriel BORDE" userId="c170603111e0d29b" providerId="LiveId" clId="{57199298-0081-43D7-85F7-B4767A8F9EC5}" dt="2024-01-18T11:00:27.651" v="5897" actId="14100"/>
          <ac:cxnSpMkLst>
            <pc:docMk/>
            <pc:sldMk cId="2991082071" sldId="2370"/>
            <ac:cxnSpMk id="23" creationId="{B20EB6F8-D5EF-5A89-897E-6D650F66D978}"/>
          </ac:cxnSpMkLst>
        </pc:cxnChg>
        <pc:cxnChg chg="add mod">
          <ac:chgData name="Muriel BORDE" userId="c170603111e0d29b" providerId="LiveId" clId="{57199298-0081-43D7-85F7-B4767A8F9EC5}" dt="2024-01-18T10:59:30.385" v="5836" actId="1582"/>
          <ac:cxnSpMkLst>
            <pc:docMk/>
            <pc:sldMk cId="2991082071" sldId="2370"/>
            <ac:cxnSpMk id="41" creationId="{B933BB9F-0DA9-D428-77BF-A2D70F8EB6B9}"/>
          </ac:cxnSpMkLst>
        </pc:cxnChg>
        <pc:cxnChg chg="add mod">
          <ac:chgData name="Muriel BORDE" userId="c170603111e0d29b" providerId="LiveId" clId="{57199298-0081-43D7-85F7-B4767A8F9EC5}" dt="2024-01-25T15:09:47.590" v="7464" actId="1038"/>
          <ac:cxnSpMkLst>
            <pc:docMk/>
            <pc:sldMk cId="2991082071" sldId="2370"/>
            <ac:cxnSpMk id="46" creationId="{1FC6FA51-DD0C-EB86-FCB6-A0C2AA5AA65D}"/>
          </ac:cxnSpMkLst>
        </pc:cxnChg>
        <pc:cxnChg chg="add mod">
          <ac:chgData name="Muriel BORDE" userId="c170603111e0d29b" providerId="LiveId" clId="{57199298-0081-43D7-85F7-B4767A8F9EC5}" dt="2024-01-25T15:09:47.590" v="7464" actId="1038"/>
          <ac:cxnSpMkLst>
            <pc:docMk/>
            <pc:sldMk cId="2991082071" sldId="2370"/>
            <ac:cxnSpMk id="49" creationId="{87083075-B522-E468-2451-955461FDEB51}"/>
          </ac:cxnSpMkLst>
        </pc:cxnChg>
      </pc:sldChg>
      <pc:sldChg chg="addSp delSp modSp add mod">
        <pc:chgData name="Muriel BORDE" userId="c170603111e0d29b" providerId="LiveId" clId="{57199298-0081-43D7-85F7-B4767A8F9EC5}" dt="2024-01-17T09:00:56.373" v="845"/>
        <pc:sldMkLst>
          <pc:docMk/>
          <pc:sldMk cId="2624253155" sldId="2371"/>
        </pc:sldMkLst>
        <pc:spChg chg="add del mod">
          <ac:chgData name="Muriel BORDE" userId="c170603111e0d29b" providerId="LiveId" clId="{57199298-0081-43D7-85F7-B4767A8F9EC5}" dt="2024-01-17T09:00:56.056" v="844" actId="478"/>
          <ac:spMkLst>
            <pc:docMk/>
            <pc:sldMk cId="2624253155" sldId="2371"/>
            <ac:spMk id="3" creationId="{E63BF056-1EBE-3401-C9EC-210AFF1E11FE}"/>
          </ac:spMkLst>
        </pc:spChg>
        <pc:spChg chg="add mod">
          <ac:chgData name="Muriel BORDE" userId="c170603111e0d29b" providerId="LiveId" clId="{57199298-0081-43D7-85F7-B4767A8F9EC5}" dt="2024-01-17T09:00:56.373" v="845"/>
          <ac:spMkLst>
            <pc:docMk/>
            <pc:sldMk cId="2624253155" sldId="2371"/>
            <ac:spMk id="4" creationId="{44644232-BEB6-94D2-321F-D96C3277DD0F}"/>
          </ac:spMkLst>
        </pc:spChg>
        <pc:spChg chg="del">
          <ac:chgData name="Muriel BORDE" userId="c170603111e0d29b" providerId="LiveId" clId="{57199298-0081-43D7-85F7-B4767A8F9EC5}" dt="2024-01-16T15:26:30.839" v="554" actId="478"/>
          <ac:spMkLst>
            <pc:docMk/>
            <pc:sldMk cId="2624253155" sldId="2371"/>
            <ac:spMk id="9" creationId="{B3657361-9AE0-1125-7501-BABFA370B79E}"/>
          </ac:spMkLst>
        </pc:spChg>
        <pc:spChg chg="del">
          <ac:chgData name="Muriel BORDE" userId="c170603111e0d29b" providerId="LiveId" clId="{57199298-0081-43D7-85F7-B4767A8F9EC5}" dt="2024-01-16T15:26:33.489" v="555" actId="478"/>
          <ac:spMkLst>
            <pc:docMk/>
            <pc:sldMk cId="2624253155" sldId="2371"/>
            <ac:spMk id="12" creationId="{4C6F5A6A-AC4F-A759-4082-0F2921A0CDDF}"/>
          </ac:spMkLst>
        </pc:spChg>
        <pc:spChg chg="del">
          <ac:chgData name="Muriel BORDE" userId="c170603111e0d29b" providerId="LiveId" clId="{57199298-0081-43D7-85F7-B4767A8F9EC5}" dt="2024-01-16T15:26:30.839" v="554" actId="478"/>
          <ac:spMkLst>
            <pc:docMk/>
            <pc:sldMk cId="2624253155" sldId="2371"/>
            <ac:spMk id="15" creationId="{2BA37E8B-1D6C-FE55-D805-DDA8CAA81DB7}"/>
          </ac:spMkLst>
        </pc:spChg>
        <pc:spChg chg="del">
          <ac:chgData name="Muriel BORDE" userId="c170603111e0d29b" providerId="LiveId" clId="{57199298-0081-43D7-85F7-B4767A8F9EC5}" dt="2024-01-16T15:26:30.839" v="554" actId="478"/>
          <ac:spMkLst>
            <pc:docMk/>
            <pc:sldMk cId="2624253155" sldId="2371"/>
            <ac:spMk id="16" creationId="{D76B8303-BAB0-DBCC-D7C3-EE00746AC1AC}"/>
          </ac:spMkLst>
        </pc:spChg>
        <pc:spChg chg="del">
          <ac:chgData name="Muriel BORDE" userId="c170603111e0d29b" providerId="LiveId" clId="{57199298-0081-43D7-85F7-B4767A8F9EC5}" dt="2024-01-16T15:26:30.839" v="554" actId="478"/>
          <ac:spMkLst>
            <pc:docMk/>
            <pc:sldMk cId="2624253155" sldId="2371"/>
            <ac:spMk id="17" creationId="{E35127CC-A272-B5E7-F01F-9FD9CB7FDC41}"/>
          </ac:spMkLst>
        </pc:spChg>
        <pc:picChg chg="del">
          <ac:chgData name="Muriel BORDE" userId="c170603111e0d29b" providerId="LiveId" clId="{57199298-0081-43D7-85F7-B4767A8F9EC5}" dt="2024-01-16T15:26:33.489" v="555" actId="478"/>
          <ac:picMkLst>
            <pc:docMk/>
            <pc:sldMk cId="2624253155" sldId="2371"/>
            <ac:picMk id="11" creationId="{B9C70CF8-D6D3-1FD7-AAC5-D73DA480997E}"/>
          </ac:picMkLst>
        </pc:picChg>
        <pc:picChg chg="mod">
          <ac:chgData name="Muriel BORDE" userId="c170603111e0d29b" providerId="LiveId" clId="{57199298-0081-43D7-85F7-B4767A8F9EC5}" dt="2024-01-16T15:26:57.052" v="578" actId="1036"/>
          <ac:picMkLst>
            <pc:docMk/>
            <pc:sldMk cId="2624253155" sldId="2371"/>
            <ac:picMk id="14" creationId="{983B2320-9A1C-5883-13F4-DE570DB4C3CA}"/>
          </ac:picMkLst>
        </pc:picChg>
      </pc:sldChg>
      <pc:sldChg chg="add del">
        <pc:chgData name="Muriel BORDE" userId="c170603111e0d29b" providerId="LiveId" clId="{57199298-0081-43D7-85F7-B4767A8F9EC5}" dt="2024-01-16T14:40:08.337" v="292" actId="47"/>
        <pc:sldMkLst>
          <pc:docMk/>
          <pc:sldMk cId="2647797201" sldId="2371"/>
        </pc:sldMkLst>
      </pc:sldChg>
      <pc:sldChg chg="modSp add del mod ord">
        <pc:chgData name="Muriel BORDE" userId="c170603111e0d29b" providerId="LiveId" clId="{57199298-0081-43D7-85F7-B4767A8F9EC5}" dt="2024-01-17T10:29:18.440" v="3061" actId="47"/>
        <pc:sldMkLst>
          <pc:docMk/>
          <pc:sldMk cId="200701741" sldId="2372"/>
        </pc:sldMkLst>
        <pc:spChg chg="mod">
          <ac:chgData name="Muriel BORDE" userId="c170603111e0d29b" providerId="LiveId" clId="{57199298-0081-43D7-85F7-B4767A8F9EC5}" dt="2024-01-16T15:28:03.948" v="611" actId="14100"/>
          <ac:spMkLst>
            <pc:docMk/>
            <pc:sldMk cId="200701741" sldId="2372"/>
            <ac:spMk id="4" creationId="{516C3B52-44DB-BF75-51FE-FDB8FA54E65C}"/>
          </ac:spMkLst>
        </pc:spChg>
      </pc:sldChg>
      <pc:sldChg chg="modSp add del mod ord">
        <pc:chgData name="Muriel BORDE" userId="c170603111e0d29b" providerId="LiveId" clId="{57199298-0081-43D7-85F7-B4767A8F9EC5}" dt="2024-01-17T10:29:16.427" v="3060" actId="47"/>
        <pc:sldMkLst>
          <pc:docMk/>
          <pc:sldMk cId="3132947452" sldId="2373"/>
        </pc:sldMkLst>
        <pc:spChg chg="mod">
          <ac:chgData name="Muriel BORDE" userId="c170603111e0d29b" providerId="LiveId" clId="{57199298-0081-43D7-85F7-B4767A8F9EC5}" dt="2024-01-16T15:28:12.556" v="630" actId="1036"/>
          <ac:spMkLst>
            <pc:docMk/>
            <pc:sldMk cId="3132947452" sldId="2373"/>
            <ac:spMk id="4" creationId="{516C3B52-44DB-BF75-51FE-FDB8FA54E65C}"/>
          </ac:spMkLst>
        </pc:spChg>
      </pc:sldChg>
      <pc:sldChg chg="modSp add del mod">
        <pc:chgData name="Muriel BORDE" userId="c170603111e0d29b" providerId="LiveId" clId="{57199298-0081-43D7-85F7-B4767A8F9EC5}" dt="2024-02-17T12:37:05.796" v="9250" actId="47"/>
        <pc:sldMkLst>
          <pc:docMk/>
          <pc:sldMk cId="3028062842" sldId="2374"/>
        </pc:sldMkLst>
        <pc:spChg chg="mod">
          <ac:chgData name="Muriel BORDE" userId="c170603111e0d29b" providerId="LiveId" clId="{57199298-0081-43D7-85F7-B4767A8F9EC5}" dt="2024-02-17T12:36:06.640" v="9198" actId="14100"/>
          <ac:spMkLst>
            <pc:docMk/>
            <pc:sldMk cId="3028062842" sldId="2374"/>
            <ac:spMk id="2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7:02.124" v="9249" actId="6549"/>
          <ac:spMkLst>
            <pc:docMk/>
            <pc:sldMk cId="3028062842" sldId="2374"/>
            <ac:spMk id="3" creationId="{00000000-0000-0000-0000-000000000000}"/>
          </ac:spMkLst>
        </pc:spChg>
        <pc:spChg chg="mod">
          <ac:chgData name="Muriel BORDE" userId="c170603111e0d29b" providerId="LiveId" clId="{57199298-0081-43D7-85F7-B4767A8F9EC5}" dt="2024-01-17T10:49:42.610" v="3494" actId="1036"/>
          <ac:spMkLst>
            <pc:docMk/>
            <pc:sldMk cId="3028062842" sldId="2374"/>
            <ac:spMk id="4" creationId="{1A0DB240-05FA-7028-9D72-C2AB0BC41E6F}"/>
          </ac:spMkLst>
        </pc:spChg>
      </pc:sldChg>
      <pc:sldChg chg="addSp delSp modSp add mod">
        <pc:chgData name="Muriel BORDE" userId="c170603111e0d29b" providerId="LiveId" clId="{57199298-0081-43D7-85F7-B4767A8F9EC5}" dt="2024-01-17T09:47:09.878" v="1428" actId="478"/>
        <pc:sldMkLst>
          <pc:docMk/>
          <pc:sldMk cId="1342425211" sldId="2375"/>
        </pc:sldMkLst>
        <pc:spChg chg="add del mod">
          <ac:chgData name="Muriel BORDE" userId="c170603111e0d29b" providerId="LiveId" clId="{57199298-0081-43D7-85F7-B4767A8F9EC5}" dt="2024-01-17T09:08:38.229" v="988" actId="478"/>
          <ac:spMkLst>
            <pc:docMk/>
            <pc:sldMk cId="1342425211" sldId="2375"/>
            <ac:spMk id="4" creationId="{D376C4FA-5354-B6C6-A2F0-1D0175DACB46}"/>
          </ac:spMkLst>
        </pc:spChg>
        <pc:spChg chg="add del mod">
          <ac:chgData name="Muriel BORDE" userId="c170603111e0d29b" providerId="LiveId" clId="{57199298-0081-43D7-85F7-B4767A8F9EC5}" dt="2024-01-17T09:08:38.229" v="988" actId="478"/>
          <ac:spMkLst>
            <pc:docMk/>
            <pc:sldMk cId="1342425211" sldId="2375"/>
            <ac:spMk id="6" creationId="{5FF96767-D0BD-A5A0-073F-A4FDE246F391}"/>
          </ac:spMkLst>
        </pc:spChg>
        <pc:spChg chg="mod">
          <ac:chgData name="Muriel BORDE" userId="c170603111e0d29b" providerId="LiveId" clId="{57199298-0081-43D7-85F7-B4767A8F9EC5}" dt="2024-01-17T08:55:25.654" v="721" actId="20577"/>
          <ac:spMkLst>
            <pc:docMk/>
            <pc:sldMk cId="1342425211" sldId="2375"/>
            <ac:spMk id="8" creationId="{CE955EF6-B6A1-AECD-3ED1-95E1E12AE151}"/>
          </ac:spMkLst>
        </pc:spChg>
        <pc:spChg chg="del">
          <ac:chgData name="Muriel BORDE" userId="c170603111e0d29b" providerId="LiveId" clId="{57199298-0081-43D7-85F7-B4767A8F9EC5}" dt="2024-01-17T08:55:37.496" v="725" actId="478"/>
          <ac:spMkLst>
            <pc:docMk/>
            <pc:sldMk cId="1342425211" sldId="2375"/>
            <ac:spMk id="9" creationId="{B3657361-9AE0-1125-7501-BABFA370B79E}"/>
          </ac:spMkLst>
        </pc:spChg>
        <pc:spChg chg="mod">
          <ac:chgData name="Muriel BORDE" userId="c170603111e0d29b" providerId="LiveId" clId="{57199298-0081-43D7-85F7-B4767A8F9EC5}" dt="2024-01-17T08:55:34.089" v="724" actId="3626"/>
          <ac:spMkLst>
            <pc:docMk/>
            <pc:sldMk cId="1342425211" sldId="2375"/>
            <ac:spMk id="12" creationId="{4C6F5A6A-AC4F-A759-4082-0F2921A0CDDF}"/>
          </ac:spMkLst>
        </pc:spChg>
        <pc:spChg chg="add del mod">
          <ac:chgData name="Muriel BORDE" userId="c170603111e0d29b" providerId="LiveId" clId="{57199298-0081-43D7-85F7-B4767A8F9EC5}" dt="2024-01-17T09:46:00.761" v="1426" actId="478"/>
          <ac:spMkLst>
            <pc:docMk/>
            <pc:sldMk cId="1342425211" sldId="2375"/>
            <ac:spMk id="13" creationId="{E796B069-E829-3E7C-F0FF-0824E84956FC}"/>
          </ac:spMkLst>
        </pc:spChg>
        <pc:spChg chg="del">
          <ac:chgData name="Muriel BORDE" userId="c170603111e0d29b" providerId="LiveId" clId="{57199298-0081-43D7-85F7-B4767A8F9EC5}" dt="2024-01-17T08:55:37.496" v="725" actId="478"/>
          <ac:spMkLst>
            <pc:docMk/>
            <pc:sldMk cId="1342425211" sldId="2375"/>
            <ac:spMk id="15" creationId="{2BA37E8B-1D6C-FE55-D805-DDA8CAA81DB7}"/>
          </ac:spMkLst>
        </pc:spChg>
        <pc:spChg chg="del">
          <ac:chgData name="Muriel BORDE" userId="c170603111e0d29b" providerId="LiveId" clId="{57199298-0081-43D7-85F7-B4767A8F9EC5}" dt="2024-01-17T08:55:37.496" v="725" actId="478"/>
          <ac:spMkLst>
            <pc:docMk/>
            <pc:sldMk cId="1342425211" sldId="2375"/>
            <ac:spMk id="16" creationId="{D76B8303-BAB0-DBCC-D7C3-EE00746AC1AC}"/>
          </ac:spMkLst>
        </pc:spChg>
        <pc:spChg chg="del">
          <ac:chgData name="Muriel BORDE" userId="c170603111e0d29b" providerId="LiveId" clId="{57199298-0081-43D7-85F7-B4767A8F9EC5}" dt="2024-01-17T08:55:37.496" v="725" actId="478"/>
          <ac:spMkLst>
            <pc:docMk/>
            <pc:sldMk cId="1342425211" sldId="2375"/>
            <ac:spMk id="17" creationId="{E35127CC-A272-B5E7-F01F-9FD9CB7FDC41}"/>
          </ac:spMkLst>
        </pc:spChg>
        <pc:picChg chg="mod">
          <ac:chgData name="Muriel BORDE" userId="c170603111e0d29b" providerId="LiveId" clId="{57199298-0081-43D7-85F7-B4767A8F9EC5}" dt="2024-01-17T09:07:41.296" v="987"/>
          <ac:picMkLst>
            <pc:docMk/>
            <pc:sldMk cId="1342425211" sldId="2375"/>
            <ac:picMk id="11" creationId="{B9C70CF8-D6D3-1FD7-AAC5-D73DA480997E}"/>
          </ac:picMkLst>
        </pc:picChg>
        <pc:picChg chg="del">
          <ac:chgData name="Muriel BORDE" userId="c170603111e0d29b" providerId="LiveId" clId="{57199298-0081-43D7-85F7-B4767A8F9EC5}" dt="2024-01-17T08:55:27.611" v="722" actId="478"/>
          <ac:picMkLst>
            <pc:docMk/>
            <pc:sldMk cId="1342425211" sldId="2375"/>
            <ac:picMk id="14" creationId="{983B2320-9A1C-5883-13F4-DE570DB4C3CA}"/>
          </ac:picMkLst>
        </pc:picChg>
        <pc:picChg chg="add mod">
          <ac:chgData name="Muriel BORDE" userId="c170603111e0d29b" providerId="LiveId" clId="{57199298-0081-43D7-85F7-B4767A8F9EC5}" dt="2024-01-17T09:45:42.224" v="1425" actId="1076"/>
          <ac:picMkLst>
            <pc:docMk/>
            <pc:sldMk cId="1342425211" sldId="2375"/>
            <ac:picMk id="19" creationId="{D0B725A8-C673-5072-4E33-C9C7DA501987}"/>
          </ac:picMkLst>
        </pc:picChg>
        <pc:picChg chg="add del mod">
          <ac:chgData name="Muriel BORDE" userId="c170603111e0d29b" providerId="LiveId" clId="{57199298-0081-43D7-85F7-B4767A8F9EC5}" dt="2024-01-17T09:45:15.655" v="1413" actId="478"/>
          <ac:picMkLst>
            <pc:docMk/>
            <pc:sldMk cId="1342425211" sldId="2375"/>
            <ac:picMk id="20" creationId="{68B49DFA-D90A-71B9-B792-2B4996F81E38}"/>
          </ac:picMkLst>
        </pc:picChg>
        <pc:picChg chg="add mod">
          <ac:chgData name="Muriel BORDE" userId="c170603111e0d29b" providerId="LiveId" clId="{57199298-0081-43D7-85F7-B4767A8F9EC5}" dt="2024-01-17T09:45:32.682" v="1423" actId="1076"/>
          <ac:picMkLst>
            <pc:docMk/>
            <pc:sldMk cId="1342425211" sldId="2375"/>
            <ac:picMk id="22" creationId="{664C3D4B-3ED3-A34C-F3AE-FDD989993B88}"/>
          </ac:picMkLst>
        </pc:picChg>
        <pc:picChg chg="add del mod">
          <ac:chgData name="Muriel BORDE" userId="c170603111e0d29b" providerId="LiveId" clId="{57199298-0081-43D7-85F7-B4767A8F9EC5}" dt="2024-01-17T09:44:07.735" v="1402" actId="478"/>
          <ac:picMkLst>
            <pc:docMk/>
            <pc:sldMk cId="1342425211" sldId="2375"/>
            <ac:picMk id="1026" creationId="{CAC375D2-5383-BC47-02A5-F3CA830CFD7C}"/>
          </ac:picMkLst>
        </pc:picChg>
        <pc:picChg chg="add del mod">
          <ac:chgData name="Muriel BORDE" userId="c170603111e0d29b" providerId="LiveId" clId="{57199298-0081-43D7-85F7-B4767A8F9EC5}" dt="2024-01-17T09:33:52.644" v="1177" actId="21"/>
          <ac:picMkLst>
            <pc:docMk/>
            <pc:sldMk cId="1342425211" sldId="2375"/>
            <ac:picMk id="1028" creationId="{9303B89B-8D78-F0BA-4FEB-0F170F39D131}"/>
          </ac:picMkLst>
        </pc:picChg>
        <pc:picChg chg="add del mod">
          <ac:chgData name="Muriel BORDE" userId="c170603111e0d29b" providerId="LiveId" clId="{57199298-0081-43D7-85F7-B4767A8F9EC5}" dt="2024-01-17T09:44:33.544" v="1405" actId="478"/>
          <ac:picMkLst>
            <pc:docMk/>
            <pc:sldMk cId="1342425211" sldId="2375"/>
            <ac:picMk id="1030" creationId="{062A808E-CBF6-CE5D-5FB2-3A606E9B4149}"/>
          </ac:picMkLst>
        </pc:picChg>
        <pc:picChg chg="add del">
          <ac:chgData name="Muriel BORDE" userId="c170603111e0d29b" providerId="LiveId" clId="{57199298-0081-43D7-85F7-B4767A8F9EC5}" dt="2024-01-17T09:32:54.949" v="1165" actId="21"/>
          <ac:picMkLst>
            <pc:docMk/>
            <pc:sldMk cId="1342425211" sldId="2375"/>
            <ac:picMk id="1032" creationId="{ADB093BA-A72F-82E6-8154-46EB824EF9D6}"/>
          </ac:picMkLst>
        </pc:picChg>
        <pc:picChg chg="add del">
          <ac:chgData name="Muriel BORDE" userId="c170603111e0d29b" providerId="LiveId" clId="{57199298-0081-43D7-85F7-B4767A8F9EC5}" dt="2024-01-17T09:47:09.878" v="1428" actId="478"/>
          <ac:picMkLst>
            <pc:docMk/>
            <pc:sldMk cId="1342425211" sldId="2375"/>
            <ac:picMk id="1034" creationId="{11553BDA-BD66-CE78-4261-864B6D083F8F}"/>
          </ac:picMkLst>
        </pc:picChg>
      </pc:sldChg>
      <pc:sldChg chg="addSp delSp modSp add mod">
        <pc:chgData name="Muriel BORDE" userId="c170603111e0d29b" providerId="LiveId" clId="{57199298-0081-43D7-85F7-B4767A8F9EC5}" dt="2024-01-17T10:46:07.707" v="3360" actId="1038"/>
        <pc:sldMkLst>
          <pc:docMk/>
          <pc:sldMk cId="2170316599" sldId="2376"/>
        </pc:sldMkLst>
        <pc:spChg chg="mod ord">
          <ac:chgData name="Muriel BORDE" userId="c170603111e0d29b" providerId="LiveId" clId="{57199298-0081-43D7-85F7-B4767A8F9EC5}" dt="2024-01-17T10:46:07.707" v="3360" actId="1038"/>
          <ac:spMkLst>
            <pc:docMk/>
            <pc:sldMk cId="2170316599" sldId="2376"/>
            <ac:spMk id="3" creationId="{E63BF056-1EBE-3401-C9EC-210AFF1E11FE}"/>
          </ac:spMkLst>
        </pc:spChg>
        <pc:spChg chg="mod">
          <ac:chgData name="Muriel BORDE" userId="c170603111e0d29b" providerId="LiveId" clId="{57199298-0081-43D7-85F7-B4767A8F9EC5}" dt="2024-01-17T09:00:41.985" v="841" actId="20577"/>
          <ac:spMkLst>
            <pc:docMk/>
            <pc:sldMk cId="2170316599" sldId="2376"/>
            <ac:spMk id="8" creationId="{CE955EF6-B6A1-AECD-3ED1-95E1E12AE151}"/>
          </ac:spMkLst>
        </pc:spChg>
        <pc:picChg chg="add mod">
          <ac:chgData name="Muriel BORDE" userId="c170603111e0d29b" providerId="LiveId" clId="{57199298-0081-43D7-85F7-B4767A8F9EC5}" dt="2024-01-17T10:45:57.644" v="3349" actId="1037"/>
          <ac:picMkLst>
            <pc:docMk/>
            <pc:sldMk cId="2170316599" sldId="2376"/>
            <ac:picMk id="5" creationId="{5879060D-2240-0784-B575-D5F5292C7A80}"/>
          </ac:picMkLst>
        </pc:picChg>
        <pc:picChg chg="del">
          <ac:chgData name="Muriel BORDE" userId="c170603111e0d29b" providerId="LiveId" clId="{57199298-0081-43D7-85F7-B4767A8F9EC5}" dt="2024-01-17T09:00:36.282" v="828" actId="478"/>
          <ac:picMkLst>
            <pc:docMk/>
            <pc:sldMk cId="2170316599" sldId="2376"/>
            <ac:picMk id="14" creationId="{983B2320-9A1C-5883-13F4-DE570DB4C3CA}"/>
          </ac:picMkLst>
        </pc:picChg>
      </pc:sldChg>
      <pc:sldChg chg="modSp add mod">
        <pc:chgData name="Muriel BORDE" userId="c170603111e0d29b" providerId="LiveId" clId="{57199298-0081-43D7-85F7-B4767A8F9EC5}" dt="2024-02-17T12:37:27.382" v="9283" actId="1035"/>
        <pc:sldMkLst>
          <pc:docMk/>
          <pc:sldMk cId="142008290" sldId="2377"/>
        </pc:sldMkLst>
        <pc:spChg chg="mod">
          <ac:chgData name="Muriel BORDE" userId="c170603111e0d29b" providerId="LiveId" clId="{57199298-0081-43D7-85F7-B4767A8F9EC5}" dt="2024-02-17T12:37:24.120" v="9274" actId="14100"/>
          <ac:spMkLst>
            <pc:docMk/>
            <pc:sldMk cId="142008290" sldId="2377"/>
            <ac:spMk id="2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7:25.570" v="9275" actId="6549"/>
          <ac:spMkLst>
            <pc:docMk/>
            <pc:sldMk cId="142008290" sldId="2377"/>
            <ac:spMk id="3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7:27.382" v="9283" actId="1035"/>
          <ac:spMkLst>
            <pc:docMk/>
            <pc:sldMk cId="142008290" sldId="2377"/>
            <ac:spMk id="4" creationId="{1A0DB240-05FA-7028-9D72-C2AB0BC41E6F}"/>
          </ac:spMkLst>
        </pc:spChg>
      </pc:sldChg>
      <pc:sldChg chg="addSp delSp modSp add mod">
        <pc:chgData name="Muriel BORDE" userId="c170603111e0d29b" providerId="LiveId" clId="{57199298-0081-43D7-85F7-B4767A8F9EC5}" dt="2024-02-17T13:17:52.415" v="11010" actId="1037"/>
        <pc:sldMkLst>
          <pc:docMk/>
          <pc:sldMk cId="2355586980" sldId="2378"/>
        </pc:sldMkLst>
        <pc:spChg chg="add del mod">
          <ac:chgData name="Muriel BORDE" userId="c170603111e0d29b" providerId="LiveId" clId="{57199298-0081-43D7-85F7-B4767A8F9EC5}" dt="2024-02-17T13:16:44.108" v="10933" actId="478"/>
          <ac:spMkLst>
            <pc:docMk/>
            <pc:sldMk cId="2355586980" sldId="2378"/>
            <ac:spMk id="3" creationId="{BEB6CA2F-00EC-674B-6A09-607A0D9B54DA}"/>
          </ac:spMkLst>
        </pc:spChg>
        <pc:spChg chg="del">
          <ac:chgData name="Muriel BORDE" userId="c170603111e0d29b" providerId="LiveId" clId="{57199298-0081-43D7-85F7-B4767A8F9EC5}" dt="2024-01-17T09:01:30.074" v="884" actId="478"/>
          <ac:spMkLst>
            <pc:docMk/>
            <pc:sldMk cId="2355586980" sldId="2378"/>
            <ac:spMk id="3" creationId="{E63BF056-1EBE-3401-C9EC-210AFF1E11FE}"/>
          </ac:spMkLst>
        </pc:spChg>
        <pc:spChg chg="add mod">
          <ac:chgData name="Muriel BORDE" userId="c170603111e0d29b" providerId="LiveId" clId="{57199298-0081-43D7-85F7-B4767A8F9EC5}" dt="2024-01-17T09:27:47.270" v="1099" actId="1076"/>
          <ac:spMkLst>
            <pc:docMk/>
            <pc:sldMk cId="2355586980" sldId="2378"/>
            <ac:spMk id="4" creationId="{33D353E4-0350-7841-D649-88EAC347E670}"/>
          </ac:spMkLst>
        </pc:spChg>
        <pc:spChg chg="mod">
          <ac:chgData name="Muriel BORDE" userId="c170603111e0d29b" providerId="LiveId" clId="{57199298-0081-43D7-85F7-B4767A8F9EC5}" dt="2024-01-17T09:01:28.337" v="883" actId="20577"/>
          <ac:spMkLst>
            <pc:docMk/>
            <pc:sldMk cId="2355586980" sldId="2378"/>
            <ac:spMk id="8" creationId="{CE955EF6-B6A1-AECD-3ED1-95E1E12AE151}"/>
          </ac:spMkLst>
        </pc:spChg>
        <pc:spChg chg="add mod">
          <ac:chgData name="Muriel BORDE" userId="c170603111e0d29b" providerId="LiveId" clId="{57199298-0081-43D7-85F7-B4767A8F9EC5}" dt="2024-01-17T09:50:20.216" v="1462" actId="554"/>
          <ac:spMkLst>
            <pc:docMk/>
            <pc:sldMk cId="2355586980" sldId="2378"/>
            <ac:spMk id="9" creationId="{AFA6F55E-24F2-1721-2C36-7CFD4DB797F1}"/>
          </ac:spMkLst>
        </pc:spChg>
        <pc:spChg chg="add mod">
          <ac:chgData name="Muriel BORDE" userId="c170603111e0d29b" providerId="LiveId" clId="{57199298-0081-43D7-85F7-B4767A8F9EC5}" dt="2024-01-25T15:11:45.404" v="7526" actId="6549"/>
          <ac:spMkLst>
            <pc:docMk/>
            <pc:sldMk cId="2355586980" sldId="2378"/>
            <ac:spMk id="10" creationId="{7E23E29F-7ACB-4F48-B5FE-4A2D9377CB6A}"/>
          </ac:spMkLst>
        </pc:spChg>
        <pc:spChg chg="add mod">
          <ac:chgData name="Muriel BORDE" userId="c170603111e0d29b" providerId="LiveId" clId="{57199298-0081-43D7-85F7-B4767A8F9EC5}" dt="2024-01-17T09:50:42.841" v="1501" actId="1037"/>
          <ac:spMkLst>
            <pc:docMk/>
            <pc:sldMk cId="2355586980" sldId="2378"/>
            <ac:spMk id="11" creationId="{DDD8306C-160C-917E-A397-055048D9F490}"/>
          </ac:spMkLst>
        </pc:spChg>
        <pc:spChg chg="add mod">
          <ac:chgData name="Muriel BORDE" userId="c170603111e0d29b" providerId="LiveId" clId="{57199298-0081-43D7-85F7-B4767A8F9EC5}" dt="2024-02-17T13:17:52.415" v="11010" actId="1037"/>
          <ac:spMkLst>
            <pc:docMk/>
            <pc:sldMk cId="2355586980" sldId="2378"/>
            <ac:spMk id="13" creationId="{940292F4-64AA-1135-4AED-72AD04F96327}"/>
          </ac:spMkLst>
        </pc:spChg>
        <pc:graphicFrameChg chg="add mod modGraphic">
          <ac:chgData name="Muriel BORDE" userId="c170603111e0d29b" providerId="LiveId" clId="{57199298-0081-43D7-85F7-B4767A8F9EC5}" dt="2024-01-17T09:27:47.270" v="1099" actId="1076"/>
          <ac:graphicFrameMkLst>
            <pc:docMk/>
            <pc:sldMk cId="2355586980" sldId="2378"/>
            <ac:graphicFrameMk id="5" creationId="{3E436424-0708-4E14-B4CC-F7B701CB5621}"/>
          </ac:graphicFrameMkLst>
        </pc:graphicFrameChg>
        <pc:picChg chg="add mod">
          <ac:chgData name="Muriel BORDE" userId="c170603111e0d29b" providerId="LiveId" clId="{57199298-0081-43D7-85F7-B4767A8F9EC5}" dt="2024-01-17T10:47:24.720" v="3366" actId="1037"/>
          <ac:picMkLst>
            <pc:docMk/>
            <pc:sldMk cId="2355586980" sldId="2378"/>
            <ac:picMk id="6" creationId="{DD319201-FCAA-197C-1FC8-24703F0A4ECB}"/>
          </ac:picMkLst>
        </pc:picChg>
        <pc:picChg chg="add mod">
          <ac:chgData name="Muriel BORDE" userId="c170603111e0d29b" providerId="LiveId" clId="{57199298-0081-43D7-85F7-B4767A8F9EC5}" dt="2024-01-17T09:50:47.187" v="1502" actId="14100"/>
          <ac:picMkLst>
            <pc:docMk/>
            <pc:sldMk cId="2355586980" sldId="2378"/>
            <ac:picMk id="14" creationId="{2A4A42C4-782A-9080-202D-E0A31408F511}"/>
          </ac:picMkLst>
        </pc:picChg>
      </pc:sldChg>
      <pc:sldChg chg="addSp delSp modSp add mod">
        <pc:chgData name="Muriel BORDE" userId="c170603111e0d29b" providerId="LiveId" clId="{57199298-0081-43D7-85F7-B4767A8F9EC5}" dt="2024-01-17T09:49:04.491" v="1457" actId="1076"/>
        <pc:sldMkLst>
          <pc:docMk/>
          <pc:sldMk cId="1394764312" sldId="2379"/>
        </pc:sldMkLst>
        <pc:spChg chg="del">
          <ac:chgData name="Muriel BORDE" userId="c170603111e0d29b" providerId="LiveId" clId="{57199298-0081-43D7-85F7-B4767A8F9EC5}" dt="2024-01-17T09:32:51.489" v="1164" actId="478"/>
          <ac:spMkLst>
            <pc:docMk/>
            <pc:sldMk cId="1394764312" sldId="2379"/>
            <ac:spMk id="5" creationId="{40DF4CAE-47E5-FD3B-5A1B-3DBB68C87174}"/>
          </ac:spMkLst>
        </pc:spChg>
        <pc:spChg chg="add mod">
          <ac:chgData name="Muriel BORDE" userId="c170603111e0d29b" providerId="LiveId" clId="{57199298-0081-43D7-85F7-B4767A8F9EC5}" dt="2024-01-17T09:34:24.909" v="1183"/>
          <ac:spMkLst>
            <pc:docMk/>
            <pc:sldMk cId="1394764312" sldId="2379"/>
            <ac:spMk id="8" creationId="{3560DE91-41B2-8280-A133-28D33434D611}"/>
          </ac:spMkLst>
        </pc:spChg>
        <pc:spChg chg="add mod">
          <ac:chgData name="Muriel BORDE" userId="c170603111e0d29b" providerId="LiveId" clId="{57199298-0081-43D7-85F7-B4767A8F9EC5}" dt="2024-01-17T09:41:44.809" v="1388" actId="1038"/>
          <ac:spMkLst>
            <pc:docMk/>
            <pc:sldMk cId="1394764312" sldId="2379"/>
            <ac:spMk id="11" creationId="{5BAEBDCB-4155-0603-A834-A2FE8280EDB1}"/>
          </ac:spMkLst>
        </pc:spChg>
        <pc:spChg chg="add mod">
          <ac:chgData name="Muriel BORDE" userId="c170603111e0d29b" providerId="LiveId" clId="{57199298-0081-43D7-85F7-B4767A8F9EC5}" dt="2024-01-17T09:41:09.109" v="1378" actId="408"/>
          <ac:spMkLst>
            <pc:docMk/>
            <pc:sldMk cId="1394764312" sldId="2379"/>
            <ac:spMk id="12" creationId="{EA36FF63-7012-AE86-C0F3-2627EB923B28}"/>
          </ac:spMkLst>
        </pc:spChg>
        <pc:spChg chg="add mod">
          <ac:chgData name="Muriel BORDE" userId="c170603111e0d29b" providerId="LiveId" clId="{57199298-0081-43D7-85F7-B4767A8F9EC5}" dt="2024-01-17T09:41:48.632" v="1395" actId="1037"/>
          <ac:spMkLst>
            <pc:docMk/>
            <pc:sldMk cId="1394764312" sldId="2379"/>
            <ac:spMk id="13" creationId="{DA474473-F771-BED7-5FF4-DA4D9625FD16}"/>
          </ac:spMkLst>
        </pc:spChg>
        <pc:spChg chg="add mod">
          <ac:chgData name="Muriel BORDE" userId="c170603111e0d29b" providerId="LiveId" clId="{57199298-0081-43D7-85F7-B4767A8F9EC5}" dt="2024-01-17T09:43:35.814" v="1401" actId="1076"/>
          <ac:spMkLst>
            <pc:docMk/>
            <pc:sldMk cId="1394764312" sldId="2379"/>
            <ac:spMk id="16" creationId="{33B2476C-35B8-DC6C-D5B3-A1D47384C56A}"/>
          </ac:spMkLst>
        </pc:spChg>
        <pc:spChg chg="add mod">
          <ac:chgData name="Muriel BORDE" userId="c170603111e0d29b" providerId="LiveId" clId="{57199298-0081-43D7-85F7-B4767A8F9EC5}" dt="2024-01-17T09:48:49.755" v="1447" actId="14100"/>
          <ac:spMkLst>
            <pc:docMk/>
            <pc:sldMk cId="1394764312" sldId="2379"/>
            <ac:spMk id="17" creationId="{BBC76B55-3DA1-EE99-D9A6-B92B57A11A2F}"/>
          </ac:spMkLst>
        </pc:spChg>
        <pc:picChg chg="add del mod">
          <ac:chgData name="Muriel BORDE" userId="c170603111e0d29b" providerId="LiveId" clId="{57199298-0081-43D7-85F7-B4767A8F9EC5}" dt="2024-01-17T09:33:20.921" v="1169" actId="478"/>
          <ac:picMkLst>
            <pc:docMk/>
            <pc:sldMk cId="1394764312" sldId="2379"/>
            <ac:picMk id="3" creationId="{ADB093BA-A72F-82E6-8154-46EB824EF9D6}"/>
          </ac:picMkLst>
        </pc:picChg>
        <pc:picChg chg="add del mod">
          <ac:chgData name="Muriel BORDE" userId="c170603111e0d29b" providerId="LiveId" clId="{57199298-0081-43D7-85F7-B4767A8F9EC5}" dt="2024-01-17T09:39:54.457" v="1357" actId="478"/>
          <ac:picMkLst>
            <pc:docMk/>
            <pc:sldMk cId="1394764312" sldId="2379"/>
            <ac:picMk id="6" creationId="{EEA8CF52-1DDE-C6A0-70E5-E3AA8617B026}"/>
          </ac:picMkLst>
        </pc:picChg>
        <pc:picChg chg="add mod">
          <ac:chgData name="Muriel BORDE" userId="c170603111e0d29b" providerId="LiveId" clId="{57199298-0081-43D7-85F7-B4767A8F9EC5}" dt="2024-01-17T09:34:24.909" v="1183"/>
          <ac:picMkLst>
            <pc:docMk/>
            <pc:sldMk cId="1394764312" sldId="2379"/>
            <ac:picMk id="7" creationId="{ADD7E40A-C004-F779-7F19-5D1327635D6D}"/>
          </ac:picMkLst>
        </pc:picChg>
        <pc:picChg chg="add mod">
          <ac:chgData name="Muriel BORDE" userId="c170603111e0d29b" providerId="LiveId" clId="{57199298-0081-43D7-85F7-B4767A8F9EC5}" dt="2024-01-17T09:40:30.245" v="1366" actId="14100"/>
          <ac:picMkLst>
            <pc:docMk/>
            <pc:sldMk cId="1394764312" sldId="2379"/>
            <ac:picMk id="15" creationId="{188CFCC8-60CE-CD7A-D0FF-84FEEB893FA0}"/>
          </ac:picMkLst>
        </pc:picChg>
        <pc:picChg chg="add mod">
          <ac:chgData name="Muriel BORDE" userId="c170603111e0d29b" providerId="LiveId" clId="{57199298-0081-43D7-85F7-B4767A8F9EC5}" dt="2024-01-17T09:43:35.814" v="1401" actId="1076"/>
          <ac:picMkLst>
            <pc:docMk/>
            <pc:sldMk cId="1394764312" sldId="2379"/>
            <ac:picMk id="1028" creationId="{9303B89B-8D78-F0BA-4FEB-0F170F39D131}"/>
          </ac:picMkLst>
        </pc:picChg>
        <pc:picChg chg="del">
          <ac:chgData name="Muriel BORDE" userId="c170603111e0d29b" providerId="LiveId" clId="{57199298-0081-43D7-85F7-B4767A8F9EC5}" dt="2024-01-17T09:32:51.489" v="1164" actId="478"/>
          <ac:picMkLst>
            <pc:docMk/>
            <pc:sldMk cId="1394764312" sldId="2379"/>
            <ac:picMk id="1032" creationId="{02BC99FC-738F-5189-48A2-4694CC191975}"/>
          </ac:picMkLst>
        </pc:picChg>
        <pc:picChg chg="add del">
          <ac:chgData name="Muriel BORDE" userId="c170603111e0d29b" providerId="LiveId" clId="{57199298-0081-43D7-85F7-B4767A8F9EC5}" dt="2024-01-17T09:37:20.420" v="1186" actId="478"/>
          <ac:picMkLst>
            <pc:docMk/>
            <pc:sldMk cId="1394764312" sldId="2379"/>
            <ac:picMk id="3074" creationId="{0E5A33C4-F117-DF6E-CD7E-EAADE8892E00}"/>
          </ac:picMkLst>
        </pc:picChg>
        <pc:picChg chg="add del mod">
          <ac:chgData name="Muriel BORDE" userId="c170603111e0d29b" providerId="LiveId" clId="{57199298-0081-43D7-85F7-B4767A8F9EC5}" dt="2024-01-17T09:40:17.479" v="1360" actId="478"/>
          <ac:picMkLst>
            <pc:docMk/>
            <pc:sldMk cId="1394764312" sldId="2379"/>
            <ac:picMk id="3076" creationId="{CB40DC05-99DB-5378-5FDE-14ECEE47BDE0}"/>
          </ac:picMkLst>
        </pc:picChg>
        <pc:picChg chg="add mod">
          <ac:chgData name="Muriel BORDE" userId="c170603111e0d29b" providerId="LiveId" clId="{57199298-0081-43D7-85F7-B4767A8F9EC5}" dt="2024-01-17T09:48:59.664" v="1455" actId="1038"/>
          <ac:picMkLst>
            <pc:docMk/>
            <pc:sldMk cId="1394764312" sldId="2379"/>
            <ac:picMk id="3078" creationId="{C555624F-0D04-4D3C-4A89-327A412B9CED}"/>
          </ac:picMkLst>
        </pc:picChg>
        <pc:picChg chg="add mod">
          <ac:chgData name="Muriel BORDE" userId="c170603111e0d29b" providerId="LiveId" clId="{57199298-0081-43D7-85F7-B4767A8F9EC5}" dt="2024-01-17T09:49:04.491" v="1457" actId="1076"/>
          <ac:picMkLst>
            <pc:docMk/>
            <pc:sldMk cId="1394764312" sldId="2379"/>
            <ac:picMk id="3080" creationId="{EFB16083-0397-47B3-D57B-EAD4E92B1F1A}"/>
          </ac:picMkLst>
        </pc:picChg>
      </pc:sldChg>
      <pc:sldChg chg="addSp delSp modSp add del mod">
        <pc:chgData name="Muriel BORDE" userId="c170603111e0d29b" providerId="LiveId" clId="{57199298-0081-43D7-85F7-B4767A8F9EC5}" dt="2024-08-16T08:36:35.380" v="19602" actId="2696"/>
        <pc:sldMkLst>
          <pc:docMk/>
          <pc:sldMk cId="1798292884" sldId="2380"/>
        </pc:sldMkLst>
        <pc:spChg chg="del mod">
          <ac:chgData name="Muriel BORDE" userId="c170603111e0d29b" providerId="LiveId" clId="{57199298-0081-43D7-85F7-B4767A8F9EC5}" dt="2024-01-17T10:17:45.117" v="2623" actId="478"/>
          <ac:spMkLst>
            <pc:docMk/>
            <pc:sldMk cId="1798292884" sldId="2380"/>
            <ac:spMk id="3" creationId="{B2BDCDB4-C398-2830-9E0A-9AA500D36250}"/>
          </ac:spMkLst>
        </pc:spChg>
        <pc:spChg chg="add">
          <ac:chgData name="Muriel BORDE" userId="c170603111e0d29b" providerId="LiveId" clId="{57199298-0081-43D7-85F7-B4767A8F9EC5}" dt="2024-01-17T10:11:53.485" v="2266"/>
          <ac:spMkLst>
            <pc:docMk/>
            <pc:sldMk cId="1798292884" sldId="2380"/>
            <ac:spMk id="4" creationId="{D9794127-DA1B-4D62-1BE2-3F58A047B727}"/>
          </ac:spMkLst>
        </pc:spChg>
        <pc:spChg chg="add del mod">
          <ac:chgData name="Muriel BORDE" userId="c170603111e0d29b" providerId="LiveId" clId="{57199298-0081-43D7-85F7-B4767A8F9EC5}" dt="2024-02-17T13:05:06.069" v="10330" actId="478"/>
          <ac:spMkLst>
            <pc:docMk/>
            <pc:sldMk cId="1798292884" sldId="2380"/>
            <ac:spMk id="5" creationId="{7B0A6CC3-372E-03F4-57D8-EBE358A045CF}"/>
          </ac:spMkLst>
        </pc:spChg>
        <pc:spChg chg="add mod">
          <ac:chgData name="Muriel BORDE" userId="c170603111e0d29b" providerId="LiveId" clId="{57199298-0081-43D7-85F7-B4767A8F9EC5}" dt="2024-02-17T13:13:04.018" v="10873" actId="1076"/>
          <ac:spMkLst>
            <pc:docMk/>
            <pc:sldMk cId="1798292884" sldId="2380"/>
            <ac:spMk id="9" creationId="{8DD000DE-5C1A-A348-A417-3FF5D0DE90C2}"/>
          </ac:spMkLst>
        </pc:spChg>
        <pc:spChg chg="del">
          <ac:chgData name="Muriel BORDE" userId="c170603111e0d29b" providerId="LiveId" clId="{57199298-0081-43D7-85F7-B4767A8F9EC5}" dt="2024-01-17T10:10:19.691" v="2235" actId="478"/>
          <ac:spMkLst>
            <pc:docMk/>
            <pc:sldMk cId="1798292884" sldId="2380"/>
            <ac:spMk id="9" creationId="{B3657361-9AE0-1125-7501-BABFA370B79E}"/>
          </ac:spMkLst>
        </pc:spChg>
        <pc:spChg chg="add mod">
          <ac:chgData name="Muriel BORDE" userId="c170603111e0d29b" providerId="LiveId" clId="{57199298-0081-43D7-85F7-B4767A8F9EC5}" dt="2024-02-17T13:12:50.700" v="10829" actId="1036"/>
          <ac:spMkLst>
            <pc:docMk/>
            <pc:sldMk cId="1798292884" sldId="2380"/>
            <ac:spMk id="10" creationId="{769B7EAA-DAD2-B66D-B3CC-495EFD605F0D}"/>
          </ac:spMkLst>
        </pc:spChg>
        <pc:spChg chg="del">
          <ac:chgData name="Muriel BORDE" userId="c170603111e0d29b" providerId="LiveId" clId="{57199298-0081-43D7-85F7-B4767A8F9EC5}" dt="2024-01-17T10:10:32.958" v="2258" actId="478"/>
          <ac:spMkLst>
            <pc:docMk/>
            <pc:sldMk cId="1798292884" sldId="2380"/>
            <ac:spMk id="12" creationId="{4C6F5A6A-AC4F-A759-4082-0F2921A0CDDF}"/>
          </ac:spMkLst>
        </pc:spChg>
        <pc:spChg chg="add mod">
          <ac:chgData name="Muriel BORDE" userId="c170603111e0d29b" providerId="LiveId" clId="{57199298-0081-43D7-85F7-B4767A8F9EC5}" dt="2024-02-17T13:12:50.700" v="10829" actId="1036"/>
          <ac:spMkLst>
            <pc:docMk/>
            <pc:sldMk cId="1798292884" sldId="2380"/>
            <ac:spMk id="13" creationId="{EB092965-87E6-95CC-E44C-3D3B18829B1F}"/>
          </ac:spMkLst>
        </pc:spChg>
        <pc:spChg chg="del">
          <ac:chgData name="Muriel BORDE" userId="c170603111e0d29b" providerId="LiveId" clId="{57199298-0081-43D7-85F7-B4767A8F9EC5}" dt="2024-01-17T10:10:19.691" v="2235" actId="478"/>
          <ac:spMkLst>
            <pc:docMk/>
            <pc:sldMk cId="1798292884" sldId="2380"/>
            <ac:spMk id="15" creationId="{2BA37E8B-1D6C-FE55-D805-DDA8CAA81DB7}"/>
          </ac:spMkLst>
        </pc:spChg>
        <pc:spChg chg="del">
          <ac:chgData name="Muriel BORDE" userId="c170603111e0d29b" providerId="LiveId" clId="{57199298-0081-43D7-85F7-B4767A8F9EC5}" dt="2024-01-17T10:10:19.691" v="2235" actId="478"/>
          <ac:spMkLst>
            <pc:docMk/>
            <pc:sldMk cId="1798292884" sldId="2380"/>
            <ac:spMk id="16" creationId="{D76B8303-BAB0-DBCC-D7C3-EE00746AC1AC}"/>
          </ac:spMkLst>
        </pc:spChg>
        <pc:spChg chg="del">
          <ac:chgData name="Muriel BORDE" userId="c170603111e0d29b" providerId="LiveId" clId="{57199298-0081-43D7-85F7-B4767A8F9EC5}" dt="2024-01-17T10:10:31.663" v="2257" actId="478"/>
          <ac:spMkLst>
            <pc:docMk/>
            <pc:sldMk cId="1798292884" sldId="2380"/>
            <ac:spMk id="17" creationId="{E35127CC-A272-B5E7-F01F-9FD9CB7FDC41}"/>
          </ac:spMkLst>
        </pc:spChg>
        <pc:spChg chg="add mod">
          <ac:chgData name="Muriel BORDE" userId="c170603111e0d29b" providerId="LiveId" clId="{57199298-0081-43D7-85F7-B4767A8F9EC5}" dt="2024-02-17T13:12:50.700" v="10829" actId="1036"/>
          <ac:spMkLst>
            <pc:docMk/>
            <pc:sldMk cId="1798292884" sldId="2380"/>
            <ac:spMk id="18" creationId="{593E47AD-55A2-AC03-1677-6A36E845BBE4}"/>
          </ac:spMkLst>
        </pc:spChg>
        <pc:spChg chg="add del mod">
          <ac:chgData name="Muriel BORDE" userId="c170603111e0d29b" providerId="LiveId" clId="{57199298-0081-43D7-85F7-B4767A8F9EC5}" dt="2024-01-17T10:21:45.652" v="2709" actId="478"/>
          <ac:spMkLst>
            <pc:docMk/>
            <pc:sldMk cId="1798292884" sldId="2380"/>
            <ac:spMk id="19" creationId="{51DC85EF-AFCC-2712-D6CE-4F6B8F1298A5}"/>
          </ac:spMkLst>
        </pc:spChg>
        <pc:spChg chg="add mod">
          <ac:chgData name="Muriel BORDE" userId="c170603111e0d29b" providerId="LiveId" clId="{57199298-0081-43D7-85F7-B4767A8F9EC5}" dt="2024-02-17T13:12:50.700" v="10829" actId="1036"/>
          <ac:spMkLst>
            <pc:docMk/>
            <pc:sldMk cId="1798292884" sldId="2380"/>
            <ac:spMk id="29" creationId="{C02943B2-5857-012C-0BA1-5C6CB9217FC9}"/>
          </ac:spMkLst>
        </pc:spChg>
        <pc:spChg chg="add mod">
          <ac:chgData name="Muriel BORDE" userId="c170603111e0d29b" providerId="LiveId" clId="{57199298-0081-43D7-85F7-B4767A8F9EC5}" dt="2024-02-17T13:12:50.700" v="10829" actId="1036"/>
          <ac:spMkLst>
            <pc:docMk/>
            <pc:sldMk cId="1798292884" sldId="2380"/>
            <ac:spMk id="30" creationId="{1D41AC52-EBAD-A49B-EA5E-764291EC4B38}"/>
          </ac:spMkLst>
        </pc:spChg>
        <pc:spChg chg="add mod">
          <ac:chgData name="Muriel BORDE" userId="c170603111e0d29b" providerId="LiveId" clId="{57199298-0081-43D7-85F7-B4767A8F9EC5}" dt="2024-02-17T13:12:50.700" v="10829" actId="1036"/>
          <ac:spMkLst>
            <pc:docMk/>
            <pc:sldMk cId="1798292884" sldId="2380"/>
            <ac:spMk id="31" creationId="{E6DA94FA-86BD-9B0A-6D23-526C370EFB9B}"/>
          </ac:spMkLst>
        </pc:spChg>
        <pc:spChg chg="add del mod">
          <ac:chgData name="Muriel BORDE" userId="c170603111e0d29b" providerId="LiveId" clId="{57199298-0081-43D7-85F7-B4767A8F9EC5}" dt="2024-01-17T10:24:02.334" v="2758" actId="478"/>
          <ac:spMkLst>
            <pc:docMk/>
            <pc:sldMk cId="1798292884" sldId="2380"/>
            <ac:spMk id="32" creationId="{073C22F4-97DC-E10E-DD3C-E3C32FA2F200}"/>
          </ac:spMkLst>
        </pc:spChg>
        <pc:spChg chg="add mod">
          <ac:chgData name="Muriel BORDE" userId="c170603111e0d29b" providerId="LiveId" clId="{57199298-0081-43D7-85F7-B4767A8F9EC5}" dt="2024-04-03T09:35:09.222" v="17788" actId="6549"/>
          <ac:spMkLst>
            <pc:docMk/>
            <pc:sldMk cId="1798292884" sldId="2380"/>
            <ac:spMk id="33" creationId="{3494FCCA-88A7-9E47-40B0-5F6F0850EFBE}"/>
          </ac:spMkLst>
        </pc:spChg>
        <pc:spChg chg="add del mod">
          <ac:chgData name="Muriel BORDE" userId="c170603111e0d29b" providerId="LiveId" clId="{57199298-0081-43D7-85F7-B4767A8F9EC5}" dt="2024-01-25T15:04:35.321" v="7309" actId="478"/>
          <ac:spMkLst>
            <pc:docMk/>
            <pc:sldMk cId="1798292884" sldId="2380"/>
            <ac:spMk id="35" creationId="{2BFD7CB1-D79A-C0FF-5EDA-BC77A475E14E}"/>
          </ac:spMkLst>
        </pc:spChg>
        <pc:graphicFrameChg chg="add mod modGraphic">
          <ac:chgData name="Muriel BORDE" userId="c170603111e0d29b" providerId="LiveId" clId="{57199298-0081-43D7-85F7-B4767A8F9EC5}" dt="2024-02-17T13:13:00.561" v="10872" actId="1037"/>
          <ac:graphicFrameMkLst>
            <pc:docMk/>
            <pc:sldMk cId="1798292884" sldId="2380"/>
            <ac:graphicFrameMk id="6" creationId="{E80C2901-FC0F-4166-5189-99767EC930DA}"/>
          </ac:graphicFrameMkLst>
        </pc:graphicFrameChg>
        <pc:picChg chg="add del mod">
          <ac:chgData name="Muriel BORDE" userId="c170603111e0d29b" providerId="LiveId" clId="{57199298-0081-43D7-85F7-B4767A8F9EC5}" dt="2024-02-17T13:05:06.069" v="10330" actId="478"/>
          <ac:picMkLst>
            <pc:docMk/>
            <pc:sldMk cId="1798292884" sldId="2380"/>
            <ac:picMk id="3" creationId="{FF1DBC8A-56D1-FEEA-619B-39C2DEE1CBD0}"/>
          </ac:picMkLst>
        </pc:picChg>
        <pc:picChg chg="add del mod ord">
          <ac:chgData name="Muriel BORDE" userId="c170603111e0d29b" providerId="LiveId" clId="{57199298-0081-43D7-85F7-B4767A8F9EC5}" dt="2024-01-17T10:17:21.065" v="2620" actId="478"/>
          <ac:picMkLst>
            <pc:docMk/>
            <pc:sldMk cId="1798292884" sldId="2380"/>
            <ac:picMk id="5" creationId="{4961D3FB-130E-CDAA-196C-4EF93C55F9B1}"/>
          </ac:picMkLst>
        </pc:picChg>
        <pc:picChg chg="del">
          <ac:chgData name="Muriel BORDE" userId="c170603111e0d29b" providerId="LiveId" clId="{57199298-0081-43D7-85F7-B4767A8F9EC5}" dt="2024-01-17T10:10:32.958" v="2258" actId="478"/>
          <ac:picMkLst>
            <pc:docMk/>
            <pc:sldMk cId="1798292884" sldId="2380"/>
            <ac:picMk id="11" creationId="{B9C70CF8-D6D3-1FD7-AAC5-D73DA480997E}"/>
          </ac:picMkLst>
        </pc:picChg>
        <pc:picChg chg="del">
          <ac:chgData name="Muriel BORDE" userId="c170603111e0d29b" providerId="LiveId" clId="{57199298-0081-43D7-85F7-B4767A8F9EC5}" dt="2024-01-17T10:10:19.691" v="2235" actId="478"/>
          <ac:picMkLst>
            <pc:docMk/>
            <pc:sldMk cId="1798292884" sldId="2380"/>
            <ac:picMk id="14" creationId="{983B2320-9A1C-5883-13F4-DE570DB4C3CA}"/>
          </ac:picMkLst>
        </pc:picChg>
        <pc:picChg chg="add del mod">
          <ac:chgData name="Muriel BORDE" userId="c170603111e0d29b" providerId="LiveId" clId="{57199298-0081-43D7-85F7-B4767A8F9EC5}" dt="2024-01-25T15:04:36.230" v="7310" actId="478"/>
          <ac:picMkLst>
            <pc:docMk/>
            <pc:sldMk cId="1798292884" sldId="2380"/>
            <ac:picMk id="34" creationId="{6FCB6574-1F31-6448-218B-B29A95563B65}"/>
          </ac:picMkLst>
        </pc:picChg>
        <pc:picChg chg="add del mod">
          <ac:chgData name="Muriel BORDE" userId="c170603111e0d29b" providerId="LiveId" clId="{57199298-0081-43D7-85F7-B4767A8F9EC5}" dt="2024-02-17T13:03:28.768" v="10283" actId="478"/>
          <ac:picMkLst>
            <pc:docMk/>
            <pc:sldMk cId="1798292884" sldId="2380"/>
            <ac:picMk id="1026" creationId="{93EFAB3C-9EB5-1401-60B4-6B03BD81F2CC}"/>
          </ac:picMkLst>
        </pc:picChg>
        <pc:picChg chg="add del mod">
          <ac:chgData name="Muriel BORDE" userId="c170603111e0d29b" providerId="LiveId" clId="{57199298-0081-43D7-85F7-B4767A8F9EC5}" dt="2024-01-17T10:12:33.959" v="2272" actId="478"/>
          <ac:picMkLst>
            <pc:docMk/>
            <pc:sldMk cId="1798292884" sldId="2380"/>
            <ac:picMk id="4098" creationId="{38720169-B268-B2F8-EAF0-E1F0C761CCA4}"/>
          </ac:picMkLst>
        </pc:picChg>
        <pc:picChg chg="add mod">
          <ac:chgData name="Muriel BORDE" userId="c170603111e0d29b" providerId="LiveId" clId="{57199298-0081-43D7-85F7-B4767A8F9EC5}" dt="2024-02-17T13:12:45.343" v="10820" actId="1076"/>
          <ac:picMkLst>
            <pc:docMk/>
            <pc:sldMk cId="1798292884" sldId="2380"/>
            <ac:picMk id="4102" creationId="{050730B0-BDF9-3E0E-E181-4337D77C4801}"/>
          </ac:picMkLst>
        </pc:picChg>
        <pc:cxnChg chg="add del mod">
          <ac:chgData name="Muriel BORDE" userId="c170603111e0d29b" providerId="LiveId" clId="{57199298-0081-43D7-85F7-B4767A8F9EC5}" dt="2024-01-17T10:22:53.334" v="2738" actId="478"/>
          <ac:cxnSpMkLst>
            <pc:docMk/>
            <pc:sldMk cId="1798292884" sldId="2380"/>
            <ac:cxnSpMk id="21" creationId="{47A63F40-FEB0-927B-1B12-F111CFA19B8F}"/>
          </ac:cxnSpMkLst>
        </pc:cxnChg>
        <pc:cxnChg chg="add del mod">
          <ac:chgData name="Muriel BORDE" userId="c170603111e0d29b" providerId="LiveId" clId="{57199298-0081-43D7-85F7-B4767A8F9EC5}" dt="2024-01-17T10:22:53.999" v="2739" actId="478"/>
          <ac:cxnSpMkLst>
            <pc:docMk/>
            <pc:sldMk cId="1798292884" sldId="2380"/>
            <ac:cxnSpMk id="22" creationId="{F47C4060-DBEA-644B-3E64-685403A68177}"/>
          </ac:cxnSpMkLst>
        </pc:cxnChg>
      </pc:sldChg>
      <pc:sldChg chg="addSp delSp modSp add mod">
        <pc:chgData name="Muriel BORDE" userId="c170603111e0d29b" providerId="LiveId" clId="{57199298-0081-43D7-85F7-B4767A8F9EC5}" dt="2024-08-16T09:12:28.139" v="20903" actId="1076"/>
        <pc:sldMkLst>
          <pc:docMk/>
          <pc:sldMk cId="3353250705" sldId="2380"/>
        </pc:sldMkLst>
        <pc:spChg chg="add del mod">
          <ac:chgData name="Muriel BORDE" userId="c170603111e0d29b" providerId="LiveId" clId="{57199298-0081-43D7-85F7-B4767A8F9EC5}" dt="2024-08-16T08:36:57.177" v="19606" actId="478"/>
          <ac:spMkLst>
            <pc:docMk/>
            <pc:sldMk cId="3353250705" sldId="2380"/>
            <ac:spMk id="5" creationId="{5169C489-E72F-EFB7-56FD-8077D7125C23}"/>
          </ac:spMkLst>
        </pc:spChg>
        <pc:spChg chg="del">
          <ac:chgData name="Muriel BORDE" userId="c170603111e0d29b" providerId="LiveId" clId="{57199298-0081-43D7-85F7-B4767A8F9EC5}" dt="2024-08-16T08:36:55.207" v="19604" actId="478"/>
          <ac:spMkLst>
            <pc:docMk/>
            <pc:sldMk cId="3353250705" sldId="2380"/>
            <ac:spMk id="7" creationId="{2F092760-4569-2930-B839-2AD857CD592E}"/>
          </ac:spMkLst>
        </pc:spChg>
        <pc:spChg chg="del">
          <ac:chgData name="Muriel BORDE" userId="c170603111e0d29b" providerId="LiveId" clId="{57199298-0081-43D7-85F7-B4767A8F9EC5}" dt="2024-08-16T08:36:55.207" v="19604" actId="478"/>
          <ac:spMkLst>
            <pc:docMk/>
            <pc:sldMk cId="3353250705" sldId="2380"/>
            <ac:spMk id="8" creationId="{CE955EF6-B6A1-AECD-3ED1-95E1E12AE151}"/>
          </ac:spMkLst>
        </pc:spChg>
        <pc:spChg chg="del">
          <ac:chgData name="Muriel BORDE" userId="c170603111e0d29b" providerId="LiveId" clId="{57199298-0081-43D7-85F7-B4767A8F9EC5}" dt="2024-08-16T08:37:04.425" v="19629" actId="478"/>
          <ac:spMkLst>
            <pc:docMk/>
            <pc:sldMk cId="3353250705" sldId="2380"/>
            <ac:spMk id="9" creationId="{8DD000DE-5C1A-A348-A417-3FF5D0DE90C2}"/>
          </ac:spMkLst>
        </pc:spChg>
        <pc:spChg chg="add mod">
          <ac:chgData name="Muriel BORDE" userId="c170603111e0d29b" providerId="LiveId" clId="{57199298-0081-43D7-85F7-B4767A8F9EC5}" dt="2024-08-16T08:36:57.459" v="19607"/>
          <ac:spMkLst>
            <pc:docMk/>
            <pc:sldMk cId="3353250705" sldId="2380"/>
            <ac:spMk id="11" creationId="{D838B583-D94D-5DC5-A409-9ED4C78919CB}"/>
          </ac:spMkLst>
        </pc:spChg>
        <pc:spChg chg="add mod">
          <ac:chgData name="Muriel BORDE" userId="c170603111e0d29b" providerId="LiveId" clId="{57199298-0081-43D7-85F7-B4767A8F9EC5}" dt="2024-08-16T08:37:02.626" v="19628" actId="20577"/>
          <ac:spMkLst>
            <pc:docMk/>
            <pc:sldMk cId="3353250705" sldId="2380"/>
            <ac:spMk id="12" creationId="{35FEE19D-AE8B-D318-E008-60C170B92B60}"/>
          </ac:spMkLst>
        </pc:spChg>
        <pc:spChg chg="add mod">
          <ac:chgData name="Muriel BORDE" userId="c170603111e0d29b" providerId="LiveId" clId="{57199298-0081-43D7-85F7-B4767A8F9EC5}" dt="2024-08-16T09:12:28.139" v="20903" actId="1076"/>
          <ac:spMkLst>
            <pc:docMk/>
            <pc:sldMk cId="3353250705" sldId="2380"/>
            <ac:spMk id="14" creationId="{0D151C74-E915-E8BF-826F-545AACF49F15}"/>
          </ac:spMkLst>
        </pc:spChg>
        <pc:graphicFrameChg chg="mod">
          <ac:chgData name="Muriel BORDE" userId="c170603111e0d29b" providerId="LiveId" clId="{57199298-0081-43D7-85F7-B4767A8F9EC5}" dt="2024-08-16T08:37:09.932" v="19649" actId="1036"/>
          <ac:graphicFrameMkLst>
            <pc:docMk/>
            <pc:sldMk cId="3353250705" sldId="2380"/>
            <ac:graphicFrameMk id="6" creationId="{E80C2901-FC0F-4166-5189-99767EC930DA}"/>
          </ac:graphicFrameMkLst>
        </pc:graphicFrameChg>
      </pc:sldChg>
      <pc:sldChg chg="modSp add del mod">
        <pc:chgData name="Muriel BORDE" userId="c170603111e0d29b" providerId="LiveId" clId="{57199298-0081-43D7-85F7-B4767A8F9EC5}" dt="2024-08-16T08:55:18.108" v="20420" actId="47"/>
        <pc:sldMkLst>
          <pc:docMk/>
          <pc:sldMk cId="1615705070" sldId="2381"/>
        </pc:sldMkLst>
        <pc:spChg chg="mod">
          <ac:chgData name="Muriel BORDE" userId="c170603111e0d29b" providerId="LiveId" clId="{57199298-0081-43D7-85F7-B4767A8F9EC5}" dt="2024-02-29T11:06:59.586" v="11427" actId="20577"/>
          <ac:spMkLst>
            <pc:docMk/>
            <pc:sldMk cId="1615705070" sldId="2381"/>
            <ac:spMk id="2" creationId="{00000000-0000-0000-0000-000000000000}"/>
          </ac:spMkLst>
        </pc:spChg>
        <pc:spChg chg="mod">
          <ac:chgData name="Muriel BORDE" userId="c170603111e0d29b" providerId="LiveId" clId="{57199298-0081-43D7-85F7-B4767A8F9EC5}" dt="2024-01-17T10:29:40.991" v="3096" actId="1036"/>
          <ac:spMkLst>
            <pc:docMk/>
            <pc:sldMk cId="1615705070" sldId="2381"/>
            <ac:spMk id="4" creationId="{516C3B52-44DB-BF75-51FE-FDB8FA54E65C}"/>
          </ac:spMkLst>
        </pc:spChg>
      </pc:sldChg>
      <pc:sldChg chg="addSp delSp modSp add mod">
        <pc:chgData name="Muriel BORDE" userId="c170603111e0d29b" providerId="LiveId" clId="{57199298-0081-43D7-85F7-B4767A8F9EC5}" dt="2024-02-17T13:21:53.814" v="11022" actId="1076"/>
        <pc:sldMkLst>
          <pc:docMk/>
          <pc:sldMk cId="3757765423" sldId="2382"/>
        </pc:sldMkLst>
        <pc:spChg chg="del">
          <ac:chgData name="Muriel BORDE" userId="c170603111e0d29b" providerId="LiveId" clId="{57199298-0081-43D7-85F7-B4767A8F9EC5}" dt="2024-01-17T10:48:09.153" v="3407" actId="478"/>
          <ac:spMkLst>
            <pc:docMk/>
            <pc:sldMk cId="3757765423" sldId="2382"/>
            <ac:spMk id="3" creationId="{01D3A8BE-C045-3A31-D9BC-6CFDB53B9565}"/>
          </ac:spMkLst>
        </pc:spChg>
        <pc:spChg chg="add mod ord">
          <ac:chgData name="Muriel BORDE" userId="c170603111e0d29b" providerId="LiveId" clId="{57199298-0081-43D7-85F7-B4767A8F9EC5}" dt="2024-02-17T13:21:53.814" v="11022" actId="1076"/>
          <ac:spMkLst>
            <pc:docMk/>
            <pc:sldMk cId="3757765423" sldId="2382"/>
            <ac:spMk id="4" creationId="{05594BB0-B2F5-FE9B-DB68-A9EA0C3BC9FE}"/>
          </ac:spMkLst>
        </pc:spChg>
        <pc:spChg chg="add del mod">
          <ac:chgData name="Muriel BORDE" userId="c170603111e0d29b" providerId="LiveId" clId="{57199298-0081-43D7-85F7-B4767A8F9EC5}" dt="2024-02-17T13:21:20.892" v="11013" actId="478"/>
          <ac:spMkLst>
            <pc:docMk/>
            <pc:sldMk cId="3757765423" sldId="2382"/>
            <ac:spMk id="5" creationId="{46EEF5B7-5065-3774-989A-5C4A699D1721}"/>
          </ac:spMkLst>
        </pc:spChg>
        <pc:spChg chg="add del mod">
          <ac:chgData name="Muriel BORDE" userId="c170603111e0d29b" providerId="LiveId" clId="{57199298-0081-43D7-85F7-B4767A8F9EC5}" dt="2024-01-25T15:12:59.625" v="7529" actId="478"/>
          <ac:spMkLst>
            <pc:docMk/>
            <pc:sldMk cId="3757765423" sldId="2382"/>
            <ac:spMk id="6" creationId="{48A37C94-D05D-C352-061A-7134674BBCD4}"/>
          </ac:spMkLst>
        </pc:spChg>
        <pc:spChg chg="add mod">
          <ac:chgData name="Muriel BORDE" userId="c170603111e0d29b" providerId="LiveId" clId="{57199298-0081-43D7-85F7-B4767A8F9EC5}" dt="2024-02-17T13:21:34.554" v="11014"/>
          <ac:spMkLst>
            <pc:docMk/>
            <pc:sldMk cId="3757765423" sldId="2382"/>
            <ac:spMk id="6" creationId="{909447DE-96A5-2626-02F1-89EC34311C6D}"/>
          </ac:spMkLst>
        </pc:spChg>
        <pc:spChg chg="del">
          <ac:chgData name="Muriel BORDE" userId="c170603111e0d29b" providerId="LiveId" clId="{57199298-0081-43D7-85F7-B4767A8F9EC5}" dt="2024-01-17T10:48:09.153" v="3407" actId="478"/>
          <ac:spMkLst>
            <pc:docMk/>
            <pc:sldMk cId="3757765423" sldId="2382"/>
            <ac:spMk id="9" creationId="{D541EE4D-0D2E-2CEC-24E9-7F700329D74A}"/>
          </ac:spMkLst>
        </pc:spChg>
        <pc:spChg chg="mod">
          <ac:chgData name="Muriel BORDE" userId="c170603111e0d29b" providerId="LiveId" clId="{57199298-0081-43D7-85F7-B4767A8F9EC5}" dt="2024-01-25T15:13:02.866" v="7545" actId="1035"/>
          <ac:spMkLst>
            <pc:docMk/>
            <pc:sldMk cId="3757765423" sldId="2382"/>
            <ac:spMk id="10" creationId="{4FFB4F59-BD2B-E428-A4F8-08EFB710E415}"/>
          </ac:spMkLst>
        </pc:spChg>
        <pc:spChg chg="del mod">
          <ac:chgData name="Muriel BORDE" userId="c170603111e0d29b" providerId="LiveId" clId="{57199298-0081-43D7-85F7-B4767A8F9EC5}" dt="2024-01-25T15:12:57.620" v="7527" actId="478"/>
          <ac:spMkLst>
            <pc:docMk/>
            <pc:sldMk cId="3757765423" sldId="2382"/>
            <ac:spMk id="11" creationId="{DB9FAB11-093A-CCE1-B08C-C364C3A4D0EE}"/>
          </ac:spMkLst>
        </pc:spChg>
        <pc:picChg chg="add mod">
          <ac:chgData name="Muriel BORDE" userId="c170603111e0d29b" providerId="LiveId" clId="{57199298-0081-43D7-85F7-B4767A8F9EC5}" dt="2024-02-17T13:21:40.796" v="11016" actId="1076"/>
          <ac:picMkLst>
            <pc:docMk/>
            <pc:sldMk cId="3757765423" sldId="2382"/>
            <ac:picMk id="3" creationId="{0386E042-4D76-535D-BF5B-03683EF5D777}"/>
          </ac:picMkLst>
        </pc:picChg>
        <pc:picChg chg="del">
          <ac:chgData name="Muriel BORDE" userId="c170603111e0d29b" providerId="LiveId" clId="{57199298-0081-43D7-85F7-B4767A8F9EC5}" dt="2024-01-17T10:48:09.153" v="3407" actId="478"/>
          <ac:picMkLst>
            <pc:docMk/>
            <pc:sldMk cId="3757765423" sldId="2382"/>
            <ac:picMk id="7" creationId="{DDEBBF66-4F62-608A-E4FB-0A81678D29E2}"/>
          </ac:picMkLst>
        </pc:picChg>
        <pc:picChg chg="del">
          <ac:chgData name="Muriel BORDE" userId="c170603111e0d29b" providerId="LiveId" clId="{57199298-0081-43D7-85F7-B4767A8F9EC5}" dt="2024-01-17T10:48:09.153" v="3407" actId="478"/>
          <ac:picMkLst>
            <pc:docMk/>
            <pc:sldMk cId="3757765423" sldId="2382"/>
            <ac:picMk id="8" creationId="{FDB6FCF6-0980-5D67-29E5-8ED18A035D4B}"/>
          </ac:picMkLst>
        </pc:picChg>
      </pc:sldChg>
      <pc:sldChg chg="modSp add mod ord">
        <pc:chgData name="Muriel BORDE" userId="c170603111e0d29b" providerId="LiveId" clId="{57199298-0081-43D7-85F7-B4767A8F9EC5}" dt="2024-02-17T12:37:17.185" v="9272" actId="1036"/>
        <pc:sldMkLst>
          <pc:docMk/>
          <pc:sldMk cId="1986774533" sldId="2383"/>
        </pc:sldMkLst>
        <pc:spChg chg="mod">
          <ac:chgData name="Muriel BORDE" userId="c170603111e0d29b" providerId="LiveId" clId="{57199298-0081-43D7-85F7-B4767A8F9EC5}" dt="2024-02-17T12:37:11.638" v="9254" actId="14100"/>
          <ac:spMkLst>
            <pc:docMk/>
            <pc:sldMk cId="1986774533" sldId="2383"/>
            <ac:spMk id="2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7:13.639" v="9255" actId="6549"/>
          <ac:spMkLst>
            <pc:docMk/>
            <pc:sldMk cId="1986774533" sldId="2383"/>
            <ac:spMk id="3" creationId="{00000000-0000-0000-0000-000000000000}"/>
          </ac:spMkLst>
        </pc:spChg>
        <pc:spChg chg="mod">
          <ac:chgData name="Muriel BORDE" userId="c170603111e0d29b" providerId="LiveId" clId="{57199298-0081-43D7-85F7-B4767A8F9EC5}" dt="2024-02-17T12:37:17.185" v="9272" actId="1036"/>
          <ac:spMkLst>
            <pc:docMk/>
            <pc:sldMk cId="1986774533" sldId="2383"/>
            <ac:spMk id="4" creationId="{1A0DB240-05FA-7028-9D72-C2AB0BC41E6F}"/>
          </ac:spMkLst>
        </pc:spChg>
      </pc:sldChg>
      <pc:sldChg chg="addSp delSp modSp add mod ord">
        <pc:chgData name="Muriel BORDE" userId="c170603111e0d29b" providerId="LiveId" clId="{57199298-0081-43D7-85F7-B4767A8F9EC5}" dt="2024-01-25T15:13:08.330" v="7549"/>
        <pc:sldMkLst>
          <pc:docMk/>
          <pc:sldMk cId="1312096846" sldId="2384"/>
        </pc:sldMkLst>
        <pc:spChg chg="add mod">
          <ac:chgData name="Muriel BORDE" userId="c170603111e0d29b" providerId="LiveId" clId="{57199298-0081-43D7-85F7-B4767A8F9EC5}" dt="2024-01-18T15:53:39.403" v="6137" actId="1076"/>
          <ac:spMkLst>
            <pc:docMk/>
            <pc:sldMk cId="1312096846" sldId="2384"/>
            <ac:spMk id="3" creationId="{6B66E71C-C9A3-AB05-B481-D3C916C9AA34}"/>
          </ac:spMkLst>
        </pc:spChg>
        <pc:spChg chg="del">
          <ac:chgData name="Muriel BORDE" userId="c170603111e0d29b" providerId="LiveId" clId="{57199298-0081-43D7-85F7-B4767A8F9EC5}" dt="2024-01-17T13:00:29.131" v="3635" actId="478"/>
          <ac:spMkLst>
            <pc:docMk/>
            <pc:sldMk cId="1312096846" sldId="2384"/>
            <ac:spMk id="4" creationId="{05594BB0-B2F5-FE9B-DB68-A9EA0C3BC9FE}"/>
          </ac:spMkLst>
        </pc:spChg>
        <pc:spChg chg="add del mod">
          <ac:chgData name="Muriel BORDE" userId="c170603111e0d29b" providerId="LiveId" clId="{57199298-0081-43D7-85F7-B4767A8F9EC5}" dt="2024-01-25T15:13:08.175" v="7548" actId="478"/>
          <ac:spMkLst>
            <pc:docMk/>
            <pc:sldMk cId="1312096846" sldId="2384"/>
            <ac:spMk id="5" creationId="{2B787D39-4CCA-7C2E-AFAA-5A89C6114426}"/>
          </ac:spMkLst>
        </pc:spChg>
        <pc:spChg chg="add del mod">
          <ac:chgData name="Muriel BORDE" userId="c170603111e0d29b" providerId="LiveId" clId="{57199298-0081-43D7-85F7-B4767A8F9EC5}" dt="2024-01-18T15:52:19.863" v="6092" actId="478"/>
          <ac:spMkLst>
            <pc:docMk/>
            <pc:sldMk cId="1312096846" sldId="2384"/>
            <ac:spMk id="5" creationId="{EDD1349F-30EB-70A2-F536-5088788B54EE}"/>
          </ac:spMkLst>
        </pc:spChg>
        <pc:spChg chg="add mod">
          <ac:chgData name="Muriel BORDE" userId="c170603111e0d29b" providerId="LiveId" clId="{57199298-0081-43D7-85F7-B4767A8F9EC5}" dt="2024-01-18T15:54:16.462" v="6165" actId="1038"/>
          <ac:spMkLst>
            <pc:docMk/>
            <pc:sldMk cId="1312096846" sldId="2384"/>
            <ac:spMk id="6" creationId="{E654C23F-00DA-C70B-8812-BAC6312D7B67}"/>
          </ac:spMkLst>
        </pc:spChg>
        <pc:spChg chg="add mod">
          <ac:chgData name="Muriel BORDE" userId="c170603111e0d29b" providerId="LiveId" clId="{57199298-0081-43D7-85F7-B4767A8F9EC5}" dt="2024-01-25T15:13:08.330" v="7549"/>
          <ac:spMkLst>
            <pc:docMk/>
            <pc:sldMk cId="1312096846" sldId="2384"/>
            <ac:spMk id="7" creationId="{D3C39779-7FF6-DFA5-2BEE-8AC800FF856E}"/>
          </ac:spMkLst>
        </pc:spChg>
        <pc:spChg chg="del">
          <ac:chgData name="Muriel BORDE" userId="c170603111e0d29b" providerId="LiveId" clId="{57199298-0081-43D7-85F7-B4767A8F9EC5}" dt="2024-01-25T15:13:06.330" v="7546" actId="478"/>
          <ac:spMkLst>
            <pc:docMk/>
            <pc:sldMk cId="1312096846" sldId="2384"/>
            <ac:spMk id="10" creationId="{4FFB4F59-BD2B-E428-A4F8-08EFB710E415}"/>
          </ac:spMkLst>
        </pc:spChg>
        <pc:spChg chg="del">
          <ac:chgData name="Muriel BORDE" userId="c170603111e0d29b" providerId="LiveId" clId="{57199298-0081-43D7-85F7-B4767A8F9EC5}" dt="2024-01-25T15:13:06.330" v="7546" actId="478"/>
          <ac:spMkLst>
            <pc:docMk/>
            <pc:sldMk cId="1312096846" sldId="2384"/>
            <ac:spMk id="11" creationId="{DB9FAB11-093A-CCE1-B08C-C364C3A4D0EE}"/>
          </ac:spMkLst>
        </pc:spChg>
        <pc:picChg chg="del">
          <ac:chgData name="Muriel BORDE" userId="c170603111e0d29b" providerId="LiveId" clId="{57199298-0081-43D7-85F7-B4767A8F9EC5}" dt="2024-01-17T13:00:28.250" v="3634" actId="478"/>
          <ac:picMkLst>
            <pc:docMk/>
            <pc:sldMk cId="1312096846" sldId="2384"/>
            <ac:picMk id="3" creationId="{0386E042-4D76-535D-BF5B-03683EF5D777}"/>
          </ac:picMkLst>
        </pc:picChg>
        <pc:picChg chg="add mod">
          <ac:chgData name="Muriel BORDE" userId="c170603111e0d29b" providerId="LiveId" clId="{57199298-0081-43D7-85F7-B4767A8F9EC5}" dt="2024-01-18T15:53:59.492" v="6158" actId="1036"/>
          <ac:picMkLst>
            <pc:docMk/>
            <pc:sldMk cId="1312096846" sldId="2384"/>
            <ac:picMk id="1026" creationId="{1A28412A-025B-8505-9BB4-14CFA51E968B}"/>
          </ac:picMkLst>
        </pc:picChg>
      </pc:sldChg>
      <pc:sldChg chg="addSp delSp modSp add del mod">
        <pc:chgData name="Muriel BORDE" userId="c170603111e0d29b" providerId="LiveId" clId="{57199298-0081-43D7-85F7-B4767A8F9EC5}" dt="2024-01-18T16:11:26.717" v="7024" actId="47"/>
        <pc:sldMkLst>
          <pc:docMk/>
          <pc:sldMk cId="3255566924" sldId="2385"/>
        </pc:sldMkLst>
        <pc:spChg chg="mod">
          <ac:chgData name="Muriel BORDE" userId="c170603111e0d29b" providerId="LiveId" clId="{57199298-0081-43D7-85F7-B4767A8F9EC5}" dt="2024-01-18T15:54:38.414" v="6183" actId="20577"/>
          <ac:spMkLst>
            <pc:docMk/>
            <pc:sldMk cId="3255566924" sldId="2385"/>
            <ac:spMk id="3" creationId="{6B66E71C-C9A3-AB05-B481-D3C916C9AA34}"/>
          </ac:spMkLst>
        </pc:spChg>
        <pc:spChg chg="add mod">
          <ac:chgData name="Muriel BORDE" userId="c170603111e0d29b" providerId="LiveId" clId="{57199298-0081-43D7-85F7-B4767A8F9EC5}" dt="2024-01-18T15:54:49.680" v="6204" actId="20577"/>
          <ac:spMkLst>
            <pc:docMk/>
            <pc:sldMk cId="3255566924" sldId="2385"/>
            <ac:spMk id="4" creationId="{37C13B82-434A-DE73-CD8C-0B3D629F607C}"/>
          </ac:spMkLst>
        </pc:spChg>
        <pc:spChg chg="del">
          <ac:chgData name="Muriel BORDE" userId="c170603111e0d29b" providerId="LiveId" clId="{57199298-0081-43D7-85F7-B4767A8F9EC5}" dt="2024-01-18T15:54:29.521" v="6167" actId="478"/>
          <ac:spMkLst>
            <pc:docMk/>
            <pc:sldMk cId="3255566924" sldId="2385"/>
            <ac:spMk id="6" creationId="{E654C23F-00DA-C70B-8812-BAC6312D7B67}"/>
          </ac:spMkLst>
        </pc:spChg>
        <pc:picChg chg="del">
          <ac:chgData name="Muriel BORDE" userId="c170603111e0d29b" providerId="LiveId" clId="{57199298-0081-43D7-85F7-B4767A8F9EC5}" dt="2024-01-18T15:54:29.521" v="6167" actId="478"/>
          <ac:picMkLst>
            <pc:docMk/>
            <pc:sldMk cId="3255566924" sldId="2385"/>
            <ac:picMk id="1026" creationId="{1A28412A-025B-8505-9BB4-14CFA51E968B}"/>
          </ac:picMkLst>
        </pc:picChg>
        <pc:picChg chg="add">
          <ac:chgData name="Muriel BORDE" userId="c170603111e0d29b" providerId="LiveId" clId="{57199298-0081-43D7-85F7-B4767A8F9EC5}" dt="2024-01-18T15:55:27.604" v="6205"/>
          <ac:picMkLst>
            <pc:docMk/>
            <pc:sldMk cId="3255566924" sldId="2385"/>
            <ac:picMk id="2050" creationId="{D9ABB185-1F36-88C7-0CCA-F04CAED4CC02}"/>
          </ac:picMkLst>
        </pc:picChg>
      </pc:sldChg>
      <pc:sldChg chg="addSp delSp modSp add mod ord">
        <pc:chgData name="Muriel BORDE" userId="c170603111e0d29b" providerId="LiveId" clId="{57199298-0081-43D7-85F7-B4767A8F9EC5}" dt="2024-01-25T15:13:59.981" v="7557" actId="20577"/>
        <pc:sldMkLst>
          <pc:docMk/>
          <pc:sldMk cId="2899776979" sldId="2386"/>
        </pc:sldMkLst>
        <pc:spChg chg="del">
          <ac:chgData name="Muriel BORDE" userId="c170603111e0d29b" providerId="LiveId" clId="{57199298-0081-43D7-85F7-B4767A8F9EC5}" dt="2024-01-18T15:56:29.196" v="6208" actId="478"/>
          <ac:spMkLst>
            <pc:docMk/>
            <pc:sldMk cId="2899776979" sldId="2386"/>
            <ac:spMk id="3" creationId="{6B66E71C-C9A3-AB05-B481-D3C916C9AA34}"/>
          </ac:spMkLst>
        </pc:spChg>
        <pc:spChg chg="del">
          <ac:chgData name="Muriel BORDE" userId="c170603111e0d29b" providerId="LiveId" clId="{57199298-0081-43D7-85F7-B4767A8F9EC5}" dt="2024-01-18T15:56:29.196" v="6208" actId="478"/>
          <ac:spMkLst>
            <pc:docMk/>
            <pc:sldMk cId="2899776979" sldId="2386"/>
            <ac:spMk id="4" creationId="{37C13B82-434A-DE73-CD8C-0B3D629F607C}"/>
          </ac:spMkLst>
        </pc:spChg>
        <pc:spChg chg="add del mod">
          <ac:chgData name="Muriel BORDE" userId="c170603111e0d29b" providerId="LiveId" clId="{57199298-0081-43D7-85F7-B4767A8F9EC5}" dt="2024-01-25T15:13:13.829" v="7552" actId="478"/>
          <ac:spMkLst>
            <pc:docMk/>
            <pc:sldMk cId="2899776979" sldId="2386"/>
            <ac:spMk id="4" creationId="{81B71A37-8A57-BF52-6B04-F97A2824B827}"/>
          </ac:spMkLst>
        </pc:spChg>
        <pc:spChg chg="add mod">
          <ac:chgData name="Muriel BORDE" userId="c170603111e0d29b" providerId="LiveId" clId="{57199298-0081-43D7-85F7-B4767A8F9EC5}" dt="2024-01-25T15:13:14.627" v="7553"/>
          <ac:spMkLst>
            <pc:docMk/>
            <pc:sldMk cId="2899776979" sldId="2386"/>
            <ac:spMk id="5" creationId="{F0B867B9-53D9-F8AF-50B8-5EF9B0510327}"/>
          </ac:spMkLst>
        </pc:spChg>
        <pc:spChg chg="del">
          <ac:chgData name="Muriel BORDE" userId="c170603111e0d29b" providerId="LiveId" clId="{57199298-0081-43D7-85F7-B4767A8F9EC5}" dt="2024-01-25T15:13:11.750" v="7550" actId="478"/>
          <ac:spMkLst>
            <pc:docMk/>
            <pc:sldMk cId="2899776979" sldId="2386"/>
            <ac:spMk id="10" creationId="{4FFB4F59-BD2B-E428-A4F8-08EFB710E415}"/>
          </ac:spMkLst>
        </pc:spChg>
        <pc:spChg chg="del">
          <ac:chgData name="Muriel BORDE" userId="c170603111e0d29b" providerId="LiveId" clId="{57199298-0081-43D7-85F7-B4767A8F9EC5}" dt="2024-01-25T15:13:11.750" v="7550" actId="478"/>
          <ac:spMkLst>
            <pc:docMk/>
            <pc:sldMk cId="2899776979" sldId="2386"/>
            <ac:spMk id="11" creationId="{DB9FAB11-093A-CCE1-B08C-C364C3A4D0EE}"/>
          </ac:spMkLst>
        </pc:spChg>
        <pc:spChg chg="add mod">
          <ac:chgData name="Muriel BORDE" userId="c170603111e0d29b" providerId="LiveId" clId="{57199298-0081-43D7-85F7-B4767A8F9EC5}" dt="2024-01-18T16:12:31.754" v="7085" actId="1035"/>
          <ac:spMkLst>
            <pc:docMk/>
            <pc:sldMk cId="2899776979" sldId="2386"/>
            <ac:spMk id="14" creationId="{6BC918B7-82FA-2449-2358-D8EEC4120A5D}"/>
          </ac:spMkLst>
        </pc:spChg>
        <pc:spChg chg="add mod">
          <ac:chgData name="Muriel BORDE" userId="c170603111e0d29b" providerId="LiveId" clId="{57199298-0081-43D7-85F7-B4767A8F9EC5}" dt="2024-01-18T16:12:36.872" v="7088" actId="1035"/>
          <ac:spMkLst>
            <pc:docMk/>
            <pc:sldMk cId="2899776979" sldId="2386"/>
            <ac:spMk id="15" creationId="{961F1FDC-B1A2-D30A-86F1-40DA566E5F52}"/>
          </ac:spMkLst>
        </pc:spChg>
        <pc:spChg chg="add mod">
          <ac:chgData name="Muriel BORDE" userId="c170603111e0d29b" providerId="LiveId" clId="{57199298-0081-43D7-85F7-B4767A8F9EC5}" dt="2024-01-18T16:12:31.754" v="7085" actId="1035"/>
          <ac:spMkLst>
            <pc:docMk/>
            <pc:sldMk cId="2899776979" sldId="2386"/>
            <ac:spMk id="16" creationId="{8830C70A-0607-E9CD-8524-106A92762E61}"/>
          </ac:spMkLst>
        </pc:spChg>
        <pc:spChg chg="add mod">
          <ac:chgData name="Muriel BORDE" userId="c170603111e0d29b" providerId="LiveId" clId="{57199298-0081-43D7-85F7-B4767A8F9EC5}" dt="2024-01-25T15:13:59.981" v="7557" actId="20577"/>
          <ac:spMkLst>
            <pc:docMk/>
            <pc:sldMk cId="2899776979" sldId="2386"/>
            <ac:spMk id="17" creationId="{9518CA9D-501D-81F3-CBDF-623B7A576E3A}"/>
          </ac:spMkLst>
        </pc:spChg>
        <pc:spChg chg="add mod">
          <ac:chgData name="Muriel BORDE" userId="c170603111e0d29b" providerId="LiveId" clId="{57199298-0081-43D7-85F7-B4767A8F9EC5}" dt="2024-01-18T16:12:31.754" v="7085" actId="1035"/>
          <ac:spMkLst>
            <pc:docMk/>
            <pc:sldMk cId="2899776979" sldId="2386"/>
            <ac:spMk id="18" creationId="{A3062179-4AA4-44C1-3F0E-2DEAED84DF86}"/>
          </ac:spMkLst>
        </pc:spChg>
        <pc:spChg chg="add mod">
          <ac:chgData name="Muriel BORDE" userId="c170603111e0d29b" providerId="LiveId" clId="{57199298-0081-43D7-85F7-B4767A8F9EC5}" dt="2024-01-18T16:12:36.872" v="7088" actId="1035"/>
          <ac:spMkLst>
            <pc:docMk/>
            <pc:sldMk cId="2899776979" sldId="2386"/>
            <ac:spMk id="19" creationId="{B31DA975-EA75-EA7A-C812-F5B0208928D4}"/>
          </ac:spMkLst>
        </pc:spChg>
        <pc:spChg chg="add mod">
          <ac:chgData name="Muriel BORDE" userId="c170603111e0d29b" providerId="LiveId" clId="{57199298-0081-43D7-85F7-B4767A8F9EC5}" dt="2024-01-18T16:12:42.720" v="7089" actId="1076"/>
          <ac:spMkLst>
            <pc:docMk/>
            <pc:sldMk cId="2899776979" sldId="2386"/>
            <ac:spMk id="20" creationId="{BACCE04F-B991-0309-8A36-8EB96C05ED98}"/>
          </ac:spMkLst>
        </pc:spChg>
        <pc:picChg chg="add del mod">
          <ac:chgData name="Muriel BORDE" userId="c170603111e0d29b" providerId="LiveId" clId="{57199298-0081-43D7-85F7-B4767A8F9EC5}" dt="2024-01-18T15:57:19.872" v="6218" actId="22"/>
          <ac:picMkLst>
            <pc:docMk/>
            <pc:sldMk cId="2899776979" sldId="2386"/>
            <ac:picMk id="6" creationId="{A9F96F29-18B0-7BAA-2F9A-4D77DCA584FF}"/>
          </ac:picMkLst>
        </pc:picChg>
        <pc:picChg chg="add del">
          <ac:chgData name="Muriel BORDE" userId="c170603111e0d29b" providerId="LiveId" clId="{57199298-0081-43D7-85F7-B4767A8F9EC5}" dt="2024-01-18T15:57:24.502" v="6220" actId="22"/>
          <ac:picMkLst>
            <pc:docMk/>
            <pc:sldMk cId="2899776979" sldId="2386"/>
            <ac:picMk id="8" creationId="{6BB14CEC-FCB8-FCA1-0A40-8CB8B10FAE59}"/>
          </ac:picMkLst>
        </pc:picChg>
        <pc:picChg chg="add mod">
          <ac:chgData name="Muriel BORDE" userId="c170603111e0d29b" providerId="LiveId" clId="{57199298-0081-43D7-85F7-B4767A8F9EC5}" dt="2024-01-18T16:09:44.826" v="6988" actId="14100"/>
          <ac:picMkLst>
            <pc:docMk/>
            <pc:sldMk cId="2899776979" sldId="2386"/>
            <ac:picMk id="12" creationId="{7D9CAF5C-6E34-08CC-ADAF-328AE64A9C62}"/>
          </ac:picMkLst>
        </pc:picChg>
        <pc:picChg chg="add mod">
          <ac:chgData name="Muriel BORDE" userId="c170603111e0d29b" providerId="LiveId" clId="{57199298-0081-43D7-85F7-B4767A8F9EC5}" dt="2024-01-18T16:12:36.872" v="7088" actId="1035"/>
          <ac:picMkLst>
            <pc:docMk/>
            <pc:sldMk cId="2899776979" sldId="2386"/>
            <ac:picMk id="13" creationId="{65DDFDB4-94AF-E522-A401-BDB74408B6B7}"/>
          </ac:picMkLst>
        </pc:picChg>
        <pc:picChg chg="del">
          <ac:chgData name="Muriel BORDE" userId="c170603111e0d29b" providerId="LiveId" clId="{57199298-0081-43D7-85F7-B4767A8F9EC5}" dt="2024-01-18T15:56:25.008" v="6207" actId="478"/>
          <ac:picMkLst>
            <pc:docMk/>
            <pc:sldMk cId="2899776979" sldId="2386"/>
            <ac:picMk id="2050" creationId="{D9ABB185-1F36-88C7-0CCA-F04CAED4CC02}"/>
          </ac:picMkLst>
        </pc:picChg>
        <pc:picChg chg="add del">
          <ac:chgData name="Muriel BORDE" userId="c170603111e0d29b" providerId="LiveId" clId="{57199298-0081-43D7-85F7-B4767A8F9EC5}" dt="2024-01-18T15:57:09.682" v="6210" actId="478"/>
          <ac:picMkLst>
            <pc:docMk/>
            <pc:sldMk cId="2899776979" sldId="2386"/>
            <ac:picMk id="3074" creationId="{DFCDEB6A-4691-04A4-8182-D963B6378A9C}"/>
          </ac:picMkLst>
        </pc:picChg>
        <pc:picChg chg="add del">
          <ac:chgData name="Muriel BORDE" userId="c170603111e0d29b" providerId="LiveId" clId="{57199298-0081-43D7-85F7-B4767A8F9EC5}" dt="2024-01-18T15:57:44.140" v="6222" actId="478"/>
          <ac:picMkLst>
            <pc:docMk/>
            <pc:sldMk cId="2899776979" sldId="2386"/>
            <ac:picMk id="3076" creationId="{F4E224A1-6BE5-52F2-1608-D6707E499809}"/>
          </ac:picMkLst>
        </pc:picChg>
        <pc:picChg chg="add mod">
          <ac:chgData name="Muriel BORDE" userId="c170603111e0d29b" providerId="LiveId" clId="{57199298-0081-43D7-85F7-B4767A8F9EC5}" dt="2024-01-18T16:12:36.872" v="7088" actId="1035"/>
          <ac:picMkLst>
            <pc:docMk/>
            <pc:sldMk cId="2899776979" sldId="2386"/>
            <ac:picMk id="3078" creationId="{1A5188C4-B944-DAD8-B315-CC90CD70BAC8}"/>
          </ac:picMkLst>
        </pc:picChg>
        <pc:picChg chg="add del">
          <ac:chgData name="Muriel BORDE" userId="c170603111e0d29b" providerId="LiveId" clId="{57199298-0081-43D7-85F7-B4767A8F9EC5}" dt="2024-01-18T15:58:25.711" v="6232" actId="478"/>
          <ac:picMkLst>
            <pc:docMk/>
            <pc:sldMk cId="2899776979" sldId="2386"/>
            <ac:picMk id="3080" creationId="{ED9B2D64-692A-7254-6E46-13BB0D531CCD}"/>
          </ac:picMkLst>
        </pc:picChg>
        <pc:picChg chg="add mod">
          <ac:chgData name="Muriel BORDE" userId="c170603111e0d29b" providerId="LiveId" clId="{57199298-0081-43D7-85F7-B4767A8F9EC5}" dt="2024-01-18T16:12:36.872" v="7088" actId="1035"/>
          <ac:picMkLst>
            <pc:docMk/>
            <pc:sldMk cId="2899776979" sldId="2386"/>
            <ac:picMk id="3082" creationId="{26CFB660-D7B8-FE8B-7AA3-B6AC99179FEA}"/>
          </ac:picMkLst>
        </pc:picChg>
      </pc:sldChg>
      <pc:sldChg chg="addSp delSp modSp add del mod">
        <pc:chgData name="Muriel BORDE" userId="c170603111e0d29b" providerId="LiveId" clId="{57199298-0081-43D7-85F7-B4767A8F9EC5}" dt="2024-08-16T13:13:59.013" v="26121" actId="47"/>
        <pc:sldMkLst>
          <pc:docMk/>
          <pc:sldMk cId="3077284424" sldId="2387"/>
        </pc:sldMkLst>
        <pc:spChg chg="mod">
          <ac:chgData name="Muriel BORDE" userId="c170603111e0d29b" providerId="LiveId" clId="{57199298-0081-43D7-85F7-B4767A8F9EC5}" dt="2024-08-16T13:13:02.241" v="26115" actId="20577"/>
          <ac:spMkLst>
            <pc:docMk/>
            <pc:sldMk cId="3077284424" sldId="2387"/>
            <ac:spMk id="2" creationId="{00000000-0000-0000-0000-000000000000}"/>
          </ac:spMkLst>
        </pc:spChg>
        <pc:spChg chg="del">
          <ac:chgData name="Muriel BORDE" userId="c170603111e0d29b" providerId="LiveId" clId="{57199298-0081-43D7-85F7-B4767A8F9EC5}" dt="2024-01-25T15:15:16.503" v="7575" actId="478"/>
          <ac:spMkLst>
            <pc:docMk/>
            <pc:sldMk cId="3077284424" sldId="2387"/>
            <ac:spMk id="8" creationId="{9534B736-FFC7-5D35-E847-CDE2D98F662D}"/>
          </ac:spMkLst>
        </pc:spChg>
        <pc:picChg chg="add mod">
          <ac:chgData name="Muriel BORDE" userId="c170603111e0d29b" providerId="LiveId" clId="{57199298-0081-43D7-85F7-B4767A8F9EC5}" dt="2024-01-25T15:15:26.694" v="7580" actId="1076"/>
          <ac:picMkLst>
            <pc:docMk/>
            <pc:sldMk cId="3077284424" sldId="2387"/>
            <ac:picMk id="2050" creationId="{A010EA79-2ECC-26AD-CF4D-8D610C35DC4A}"/>
          </ac:picMkLst>
        </pc:picChg>
        <pc:picChg chg="del">
          <ac:chgData name="Muriel BORDE" userId="c170603111e0d29b" providerId="LiveId" clId="{57199298-0081-43D7-85F7-B4767A8F9EC5}" dt="2024-01-25T15:15:09.176" v="7573" actId="478"/>
          <ac:picMkLst>
            <pc:docMk/>
            <pc:sldMk cId="3077284424" sldId="2387"/>
            <ac:picMk id="4098" creationId="{01F2F050-4892-0807-4F2D-EB6460D45A8A}"/>
          </ac:picMkLst>
        </pc:picChg>
      </pc:sldChg>
      <pc:sldChg chg="modSp add mod">
        <pc:chgData name="Muriel BORDE" userId="c170603111e0d29b" providerId="LiveId" clId="{57199298-0081-43D7-85F7-B4767A8F9EC5}" dt="2024-02-17T12:34:15.443" v="9090" actId="1035"/>
        <pc:sldMkLst>
          <pc:docMk/>
          <pc:sldMk cId="3577446377" sldId="2388"/>
        </pc:sldMkLst>
        <pc:spChg chg="mod">
          <ac:chgData name="Muriel BORDE" userId="c170603111e0d29b" providerId="LiveId" clId="{57199298-0081-43D7-85F7-B4767A8F9EC5}" dt="2024-02-17T12:33:51.738" v="9031" actId="1037"/>
          <ac:spMkLst>
            <pc:docMk/>
            <pc:sldMk cId="3577446377" sldId="2388"/>
            <ac:spMk id="2" creationId="{CF657BE9-1118-2808-0BB9-680733A42D89}"/>
          </ac:spMkLst>
        </pc:spChg>
        <pc:spChg chg="mod">
          <ac:chgData name="Muriel BORDE" userId="c170603111e0d29b" providerId="LiveId" clId="{57199298-0081-43D7-85F7-B4767A8F9EC5}" dt="2024-02-17T12:34:09.050" v="9064" actId="20577"/>
          <ac:spMkLst>
            <pc:docMk/>
            <pc:sldMk cId="3577446377" sldId="2388"/>
            <ac:spMk id="3" creationId="{58CAE5A6-F165-A15A-6D38-7AACC3461326}"/>
          </ac:spMkLst>
        </pc:spChg>
        <pc:spChg chg="mod">
          <ac:chgData name="Muriel BORDE" userId="c170603111e0d29b" providerId="LiveId" clId="{57199298-0081-43D7-85F7-B4767A8F9EC5}" dt="2024-02-17T12:34:15.443" v="9090" actId="1035"/>
          <ac:spMkLst>
            <pc:docMk/>
            <pc:sldMk cId="3577446377" sldId="2388"/>
            <ac:spMk id="4" creationId="{1BF8E916-4D48-6D72-247E-F0D4F80C28EB}"/>
          </ac:spMkLst>
        </pc:spChg>
      </pc:sldChg>
      <pc:sldChg chg="addSp delSp modSp add mod ord">
        <pc:chgData name="Muriel BORDE" userId="c170603111e0d29b" providerId="LiveId" clId="{57199298-0081-43D7-85F7-B4767A8F9EC5}" dt="2024-02-17T12:54:16.577" v="10127" actId="403"/>
        <pc:sldMkLst>
          <pc:docMk/>
          <pc:sldMk cId="1293308637" sldId="2389"/>
        </pc:sldMkLst>
        <pc:spChg chg="mod">
          <ac:chgData name="Muriel BORDE" userId="c170603111e0d29b" providerId="LiveId" clId="{57199298-0081-43D7-85F7-B4767A8F9EC5}" dt="2024-02-17T12:24:33.575" v="8684" actId="1076"/>
          <ac:spMkLst>
            <pc:docMk/>
            <pc:sldMk cId="1293308637" sldId="2389"/>
            <ac:spMk id="3" creationId="{CDA558D2-5C3B-5A2C-B36B-16A20D2B0CA0}"/>
          </ac:spMkLst>
        </pc:spChg>
        <pc:spChg chg="add mod">
          <ac:chgData name="Muriel BORDE" userId="c170603111e0d29b" providerId="LiveId" clId="{57199298-0081-43D7-85F7-B4767A8F9EC5}" dt="2024-02-17T12:54:16.577" v="10127" actId="403"/>
          <ac:spMkLst>
            <pc:docMk/>
            <pc:sldMk cId="1293308637" sldId="2389"/>
            <ac:spMk id="4" creationId="{3EBE4337-1D99-CEB6-207C-8C185C13CC33}"/>
          </ac:spMkLst>
        </pc:spChg>
        <pc:spChg chg="del mod">
          <ac:chgData name="Muriel BORDE" userId="c170603111e0d29b" providerId="LiveId" clId="{57199298-0081-43D7-85F7-B4767A8F9EC5}" dt="2024-02-17T10:49:50.541" v="8415" actId="478"/>
          <ac:spMkLst>
            <pc:docMk/>
            <pc:sldMk cId="1293308637" sldId="2389"/>
            <ac:spMk id="4" creationId="{5071BD11-5E8B-BBF9-4EEE-88A0EF0D8240}"/>
          </ac:spMkLst>
        </pc:spChg>
        <pc:spChg chg="add del mod">
          <ac:chgData name="Muriel BORDE" userId="c170603111e0d29b" providerId="LiveId" clId="{57199298-0081-43D7-85F7-B4767A8F9EC5}" dt="2024-02-17T10:49:37.959" v="8413" actId="478"/>
          <ac:spMkLst>
            <pc:docMk/>
            <pc:sldMk cId="1293308637" sldId="2389"/>
            <ac:spMk id="6" creationId="{426B92BB-7B5D-98E7-39EB-FB19991B71EB}"/>
          </ac:spMkLst>
        </pc:spChg>
        <pc:spChg chg="mod">
          <ac:chgData name="Muriel BORDE" userId="c170603111e0d29b" providerId="LiveId" clId="{57199298-0081-43D7-85F7-B4767A8F9EC5}" dt="2024-02-17T12:34:38.679" v="9128" actId="20577"/>
          <ac:spMkLst>
            <pc:docMk/>
            <pc:sldMk cId="1293308637" sldId="2389"/>
            <ac:spMk id="7" creationId="{0831B768-F18C-045A-A366-D9878FCA9EB6}"/>
          </ac:spMkLst>
        </pc:spChg>
        <pc:spChg chg="add mod">
          <ac:chgData name="Muriel BORDE" userId="c170603111e0d29b" providerId="LiveId" clId="{57199298-0081-43D7-85F7-B4767A8F9EC5}" dt="2024-02-17T12:25:10.548" v="8689" actId="1076"/>
          <ac:spMkLst>
            <pc:docMk/>
            <pc:sldMk cId="1293308637" sldId="2389"/>
            <ac:spMk id="9" creationId="{D3CC3B26-27A0-B3C9-177D-A3FDB96A3BDB}"/>
          </ac:spMkLst>
        </pc:spChg>
        <pc:spChg chg="add mod">
          <ac:chgData name="Muriel BORDE" userId="c170603111e0d29b" providerId="LiveId" clId="{57199298-0081-43D7-85F7-B4767A8F9EC5}" dt="2024-02-17T12:25:10.548" v="8689" actId="1076"/>
          <ac:spMkLst>
            <pc:docMk/>
            <pc:sldMk cId="1293308637" sldId="2389"/>
            <ac:spMk id="10" creationId="{2EBE85DE-C51E-58D2-2D4D-AED99CD7DF23}"/>
          </ac:spMkLst>
        </pc:spChg>
        <pc:spChg chg="del mod">
          <ac:chgData name="Muriel BORDE" userId="c170603111e0d29b" providerId="LiveId" clId="{57199298-0081-43D7-85F7-B4767A8F9EC5}" dt="2024-02-17T10:46:53.235" v="8374"/>
          <ac:spMkLst>
            <pc:docMk/>
            <pc:sldMk cId="1293308637" sldId="2389"/>
            <ac:spMk id="14" creationId="{B5DDE6B1-98D9-0C8E-B3C7-3F3578B5A7C2}"/>
          </ac:spMkLst>
        </pc:spChg>
        <pc:picChg chg="add del mod">
          <ac:chgData name="Muriel BORDE" userId="c170603111e0d29b" providerId="LiveId" clId="{57199298-0081-43D7-85F7-B4767A8F9EC5}" dt="2024-02-17T10:47:22.402" v="8375" actId="478"/>
          <ac:picMkLst>
            <pc:docMk/>
            <pc:sldMk cId="1293308637" sldId="2389"/>
            <ac:picMk id="5" creationId="{14C4DE5F-17B2-2D1D-46C6-208F8CB19D4F}"/>
          </ac:picMkLst>
        </pc:picChg>
        <pc:picChg chg="del">
          <ac:chgData name="Muriel BORDE" userId="c170603111e0d29b" providerId="LiveId" clId="{57199298-0081-43D7-85F7-B4767A8F9EC5}" dt="2024-02-17T10:32:48.020" v="7831" actId="478"/>
          <ac:picMkLst>
            <pc:docMk/>
            <pc:sldMk cId="1293308637" sldId="2389"/>
            <ac:picMk id="12" creationId="{74965328-965E-4CC9-F250-D9536F2E5F75}"/>
          </ac:picMkLst>
        </pc:picChg>
        <pc:picChg chg="add mod">
          <ac:chgData name="Muriel BORDE" userId="c170603111e0d29b" providerId="LiveId" clId="{57199298-0081-43D7-85F7-B4767A8F9EC5}" dt="2024-02-17T12:25:10.548" v="8689" actId="1076"/>
          <ac:picMkLst>
            <pc:docMk/>
            <pc:sldMk cId="1293308637" sldId="2389"/>
            <ac:picMk id="1026" creationId="{3CBE2377-C5CE-A107-E135-347BF180F9D0}"/>
          </ac:picMkLst>
        </pc:picChg>
        <pc:picChg chg="add del mod">
          <ac:chgData name="Muriel BORDE" userId="c170603111e0d29b" providerId="LiveId" clId="{57199298-0081-43D7-85F7-B4767A8F9EC5}" dt="2024-02-17T10:47:50.024" v="8381" actId="478"/>
          <ac:picMkLst>
            <pc:docMk/>
            <pc:sldMk cId="1293308637" sldId="2389"/>
            <ac:picMk id="1028" creationId="{2384F635-4A81-13F2-1688-80E76E303A59}"/>
          </ac:picMkLst>
        </pc:picChg>
      </pc:sldChg>
      <pc:sldChg chg="addSp delSp modSp add mod ord">
        <pc:chgData name="Muriel BORDE" userId="c170603111e0d29b" providerId="LiveId" clId="{57199298-0081-43D7-85F7-B4767A8F9EC5}" dt="2024-08-16T13:58:00.044" v="27557" actId="478"/>
        <pc:sldMkLst>
          <pc:docMk/>
          <pc:sldMk cId="4223540994" sldId="2390"/>
        </pc:sldMkLst>
        <pc:spChg chg="mod">
          <ac:chgData name="Muriel BORDE" userId="c170603111e0d29b" providerId="LiveId" clId="{57199298-0081-43D7-85F7-B4767A8F9EC5}" dt="2024-02-17T12:52:22.698" v="10063" actId="20577"/>
          <ac:spMkLst>
            <pc:docMk/>
            <pc:sldMk cId="4223540994" sldId="2390"/>
            <ac:spMk id="3" creationId="{4316F789-F523-2A3F-4193-05D90B87F0D0}"/>
          </ac:spMkLst>
        </pc:spChg>
        <pc:spChg chg="del mod">
          <ac:chgData name="Muriel BORDE" userId="c170603111e0d29b" providerId="LiveId" clId="{57199298-0081-43D7-85F7-B4767A8F9EC5}" dt="2024-08-16T13:58:00.044" v="27557" actId="478"/>
          <ac:spMkLst>
            <pc:docMk/>
            <pc:sldMk cId="4223540994" sldId="2390"/>
            <ac:spMk id="4" creationId="{A1A1A90F-433F-3E82-98A2-424FD7B5E794}"/>
          </ac:spMkLst>
        </pc:spChg>
        <pc:spChg chg="del">
          <ac:chgData name="Muriel BORDE" userId="c170603111e0d29b" providerId="LiveId" clId="{57199298-0081-43D7-85F7-B4767A8F9EC5}" dt="2024-02-17T12:26:10.553" v="8754" actId="478"/>
          <ac:spMkLst>
            <pc:docMk/>
            <pc:sldMk cId="4223540994" sldId="2390"/>
            <ac:spMk id="5" creationId="{8BDEB204-BAB3-3804-AC09-B7108B876404}"/>
          </ac:spMkLst>
        </pc:spChg>
        <pc:spChg chg="del">
          <ac:chgData name="Muriel BORDE" userId="c170603111e0d29b" providerId="LiveId" clId="{57199298-0081-43D7-85F7-B4767A8F9EC5}" dt="2024-02-17T12:26:10.553" v="8754" actId="478"/>
          <ac:spMkLst>
            <pc:docMk/>
            <pc:sldMk cId="4223540994" sldId="2390"/>
            <ac:spMk id="6" creationId="{D31A2FEC-E648-D74F-06D6-E93AB910812E}"/>
          </ac:spMkLst>
        </pc:spChg>
        <pc:spChg chg="mod">
          <ac:chgData name="Muriel BORDE" userId="c170603111e0d29b" providerId="LiveId" clId="{57199298-0081-43D7-85F7-B4767A8F9EC5}" dt="2024-02-17T12:34:58.426" v="9146" actId="20577"/>
          <ac:spMkLst>
            <pc:docMk/>
            <pc:sldMk cId="4223540994" sldId="2390"/>
            <ac:spMk id="7" creationId="{E9243E1D-A521-A953-962D-3377EC6FAEB1}"/>
          </ac:spMkLst>
        </pc:spChg>
        <pc:spChg chg="mod">
          <ac:chgData name="Muriel BORDE" userId="c170603111e0d29b" providerId="LiveId" clId="{57199298-0081-43D7-85F7-B4767A8F9EC5}" dt="2024-02-17T12:35:10.410" v="9178" actId="20577"/>
          <ac:spMkLst>
            <pc:docMk/>
            <pc:sldMk cId="4223540994" sldId="2390"/>
            <ac:spMk id="8" creationId="{7E2CDE30-9944-AA80-23F1-4101434B6325}"/>
          </ac:spMkLst>
        </pc:spChg>
        <pc:spChg chg="add mod">
          <ac:chgData name="Muriel BORDE" userId="c170603111e0d29b" providerId="LiveId" clId="{57199298-0081-43D7-85F7-B4767A8F9EC5}" dt="2024-02-17T12:58:35.487" v="10267" actId="20577"/>
          <ac:spMkLst>
            <pc:docMk/>
            <pc:sldMk cId="4223540994" sldId="2390"/>
            <ac:spMk id="10" creationId="{2F522ACD-7E30-775A-337E-25D9BCB95633}"/>
          </ac:spMkLst>
        </pc:spChg>
        <pc:spChg chg="del">
          <ac:chgData name="Muriel BORDE" userId="c170603111e0d29b" providerId="LiveId" clId="{57199298-0081-43D7-85F7-B4767A8F9EC5}" dt="2024-02-17T12:28:02.167" v="8813" actId="478"/>
          <ac:spMkLst>
            <pc:docMk/>
            <pc:sldMk cId="4223540994" sldId="2390"/>
            <ac:spMk id="14" creationId="{84D14CA9-09D7-833E-6048-03478AB5FBF7}"/>
          </ac:spMkLst>
        </pc:spChg>
        <pc:picChg chg="del">
          <ac:chgData name="Muriel BORDE" userId="c170603111e0d29b" providerId="LiveId" clId="{57199298-0081-43D7-85F7-B4767A8F9EC5}" dt="2024-02-17T12:25:30.699" v="8694" actId="478"/>
          <ac:picMkLst>
            <pc:docMk/>
            <pc:sldMk cId="4223540994" sldId="2390"/>
            <ac:picMk id="12" creationId="{8C81959E-F223-26BD-633C-C1D7FDC6CA0E}"/>
          </ac:picMkLst>
        </pc:picChg>
      </pc:sldChg>
      <pc:sldChg chg="modSp add mod">
        <pc:chgData name="Muriel BORDE" userId="c170603111e0d29b" providerId="LiveId" clId="{57199298-0081-43D7-85F7-B4767A8F9EC5}" dt="2024-02-17T12:34:47.699" v="9144" actId="1036"/>
        <pc:sldMkLst>
          <pc:docMk/>
          <pc:sldMk cId="718948572" sldId="2391"/>
        </pc:sldMkLst>
        <pc:spChg chg="mod">
          <ac:chgData name="Muriel BORDE" userId="c170603111e0d29b" providerId="LiveId" clId="{57199298-0081-43D7-85F7-B4767A8F9EC5}" dt="2024-02-17T12:34:47.699" v="9144" actId="1036"/>
          <ac:spMkLst>
            <pc:docMk/>
            <pc:sldMk cId="718948572" sldId="2391"/>
            <ac:spMk id="4" creationId="{D7FBC0A3-4AF5-7943-81E2-E3A5EC1BB652}"/>
          </ac:spMkLst>
        </pc:spChg>
      </pc:sldChg>
      <pc:sldChg chg="addSp delSp modSp add mod">
        <pc:chgData name="Muriel BORDE" userId="c170603111e0d29b" providerId="LiveId" clId="{57199298-0081-43D7-85F7-B4767A8F9EC5}" dt="2024-02-17T12:56:13.957" v="10220" actId="1076"/>
        <pc:sldMkLst>
          <pc:docMk/>
          <pc:sldMk cId="4019362824" sldId="2392"/>
        </pc:sldMkLst>
        <pc:spChg chg="del">
          <ac:chgData name="Muriel BORDE" userId="c170603111e0d29b" providerId="LiveId" clId="{57199298-0081-43D7-85F7-B4767A8F9EC5}" dt="2024-02-17T12:35:37.219" v="9186" actId="478"/>
          <ac:spMkLst>
            <pc:docMk/>
            <pc:sldMk cId="4019362824" sldId="2392"/>
            <ac:spMk id="3" creationId="{F8CB05D3-6F13-704A-9D31-C51778BAD7DF}"/>
          </ac:spMkLst>
        </pc:spChg>
        <pc:spChg chg="add mod">
          <ac:chgData name="Muriel BORDE" userId="c170603111e0d29b" providerId="LiveId" clId="{57199298-0081-43D7-85F7-B4767A8F9EC5}" dt="2024-02-17T12:56:13.957" v="10220" actId="1076"/>
          <ac:spMkLst>
            <pc:docMk/>
            <pc:sldMk cId="4019362824" sldId="2392"/>
            <ac:spMk id="4" creationId="{F46C5522-C77D-A824-1968-40FE83CBC40E}"/>
          </ac:spMkLst>
        </pc:spChg>
        <pc:spChg chg="mod">
          <ac:chgData name="Muriel BORDE" userId="c170603111e0d29b" providerId="LiveId" clId="{57199298-0081-43D7-85F7-B4767A8F9EC5}" dt="2024-02-17T12:54:06.138" v="10126" actId="1076"/>
          <ac:spMkLst>
            <pc:docMk/>
            <pc:sldMk cId="4019362824" sldId="2392"/>
            <ac:spMk id="5" creationId="{A94A18CA-1C9A-69CC-C082-AB4B53358AFD}"/>
          </ac:spMkLst>
        </pc:spChg>
        <pc:spChg chg="del">
          <ac:chgData name="Muriel BORDE" userId="c170603111e0d29b" providerId="LiveId" clId="{57199298-0081-43D7-85F7-B4767A8F9EC5}" dt="2024-02-17T12:35:35.625" v="9185" actId="478"/>
          <ac:spMkLst>
            <pc:docMk/>
            <pc:sldMk cId="4019362824" sldId="2392"/>
            <ac:spMk id="12" creationId="{2620E233-E0B0-3C75-A984-EE339F0B6821}"/>
          </ac:spMkLst>
        </pc:spChg>
        <pc:spChg chg="del">
          <ac:chgData name="Muriel BORDE" userId="c170603111e0d29b" providerId="LiveId" clId="{57199298-0081-43D7-85F7-B4767A8F9EC5}" dt="2024-02-17T12:35:31.544" v="9184" actId="478"/>
          <ac:spMkLst>
            <pc:docMk/>
            <pc:sldMk cId="4019362824" sldId="2392"/>
            <ac:spMk id="17" creationId="{B37B0F8C-91EB-2677-FAB5-5C42C6947382}"/>
          </ac:spMkLst>
        </pc:spChg>
        <pc:spChg chg="del">
          <ac:chgData name="Muriel BORDE" userId="c170603111e0d29b" providerId="LiveId" clId="{57199298-0081-43D7-85F7-B4767A8F9EC5}" dt="2024-02-17T12:35:35.625" v="9185" actId="478"/>
          <ac:spMkLst>
            <pc:docMk/>
            <pc:sldMk cId="4019362824" sldId="2392"/>
            <ac:spMk id="22" creationId="{55563F87-D245-2414-84E7-19B189A33F19}"/>
          </ac:spMkLst>
        </pc:spChg>
        <pc:spChg chg="del">
          <ac:chgData name="Muriel BORDE" userId="c170603111e0d29b" providerId="LiveId" clId="{57199298-0081-43D7-85F7-B4767A8F9EC5}" dt="2024-02-17T12:35:31.544" v="9184" actId="478"/>
          <ac:spMkLst>
            <pc:docMk/>
            <pc:sldMk cId="4019362824" sldId="2392"/>
            <ac:spMk id="40" creationId="{7C306B9D-8BD4-3927-D4BA-AC505B4C7A9C}"/>
          </ac:spMkLst>
        </pc:spChg>
        <pc:spChg chg="del">
          <ac:chgData name="Muriel BORDE" userId="c170603111e0d29b" providerId="LiveId" clId="{57199298-0081-43D7-85F7-B4767A8F9EC5}" dt="2024-02-17T12:35:31.544" v="9184" actId="478"/>
          <ac:spMkLst>
            <pc:docMk/>
            <pc:sldMk cId="4019362824" sldId="2392"/>
            <ac:spMk id="45" creationId="{CC99E2E1-7A0F-C87B-6072-164F416FAD6D}"/>
          </ac:spMkLst>
        </pc:spChg>
        <pc:spChg chg="del">
          <ac:chgData name="Muriel BORDE" userId="c170603111e0d29b" providerId="LiveId" clId="{57199298-0081-43D7-85F7-B4767A8F9EC5}" dt="2024-02-17T12:35:31.544" v="9184" actId="478"/>
          <ac:spMkLst>
            <pc:docMk/>
            <pc:sldMk cId="4019362824" sldId="2392"/>
            <ac:spMk id="48" creationId="{E45BDAB1-863A-EC3F-2E49-6CB44002AE6F}"/>
          </ac:spMkLst>
        </pc:spChg>
        <pc:picChg chg="del">
          <ac:chgData name="Muriel BORDE" userId="c170603111e0d29b" providerId="LiveId" clId="{57199298-0081-43D7-85F7-B4767A8F9EC5}" dt="2024-02-17T12:35:35.625" v="9185" actId="478"/>
          <ac:picMkLst>
            <pc:docMk/>
            <pc:sldMk cId="4019362824" sldId="2392"/>
            <ac:picMk id="27" creationId="{AED7FBD3-051E-8904-890A-7793628627B4}"/>
          </ac:picMkLst>
        </pc:picChg>
        <pc:cxnChg chg="del mod">
          <ac:chgData name="Muriel BORDE" userId="c170603111e0d29b" providerId="LiveId" clId="{57199298-0081-43D7-85F7-B4767A8F9EC5}" dt="2024-02-17T12:35:35.625" v="9185" actId="478"/>
          <ac:cxnSpMkLst>
            <pc:docMk/>
            <pc:sldMk cId="4019362824" sldId="2392"/>
            <ac:cxnSpMk id="6" creationId="{0778F34D-9BB9-14F6-C1FA-33CC47E06064}"/>
          </ac:cxnSpMkLst>
        </pc:cxnChg>
        <pc:cxnChg chg="del">
          <ac:chgData name="Muriel BORDE" userId="c170603111e0d29b" providerId="LiveId" clId="{57199298-0081-43D7-85F7-B4767A8F9EC5}" dt="2024-02-17T12:35:35.625" v="9185" actId="478"/>
          <ac:cxnSpMkLst>
            <pc:docMk/>
            <pc:sldMk cId="4019362824" sldId="2392"/>
            <ac:cxnSpMk id="13" creationId="{86608D52-9F4D-516F-3607-C8D577FCFD59}"/>
          </ac:cxnSpMkLst>
        </pc:cxnChg>
        <pc:cxnChg chg="del mod">
          <ac:chgData name="Muriel BORDE" userId="c170603111e0d29b" providerId="LiveId" clId="{57199298-0081-43D7-85F7-B4767A8F9EC5}" dt="2024-02-17T12:35:31.544" v="9184" actId="478"/>
          <ac:cxnSpMkLst>
            <pc:docMk/>
            <pc:sldMk cId="4019362824" sldId="2392"/>
            <ac:cxnSpMk id="18" creationId="{ED93F633-153B-C2AC-CCC7-A7115F536AC9}"/>
          </ac:cxnSpMkLst>
        </pc:cxnChg>
        <pc:cxnChg chg="del">
          <ac:chgData name="Muriel BORDE" userId="c170603111e0d29b" providerId="LiveId" clId="{57199298-0081-43D7-85F7-B4767A8F9EC5}" dt="2024-02-17T12:35:35.625" v="9185" actId="478"/>
          <ac:cxnSpMkLst>
            <pc:docMk/>
            <pc:sldMk cId="4019362824" sldId="2392"/>
            <ac:cxnSpMk id="23" creationId="{E7AEBB24-2E6C-8EA3-8A88-FED4D11AE620}"/>
          </ac:cxnSpMkLst>
        </pc:cxnChg>
        <pc:cxnChg chg="del">
          <ac:chgData name="Muriel BORDE" userId="c170603111e0d29b" providerId="LiveId" clId="{57199298-0081-43D7-85F7-B4767A8F9EC5}" dt="2024-02-17T12:35:31.544" v="9184" actId="478"/>
          <ac:cxnSpMkLst>
            <pc:docMk/>
            <pc:sldMk cId="4019362824" sldId="2392"/>
            <ac:cxnSpMk id="41" creationId="{A5EC1538-E891-2966-2FDC-47FDAD4BF88B}"/>
          </ac:cxnSpMkLst>
        </pc:cxnChg>
        <pc:cxnChg chg="del mod">
          <ac:chgData name="Muriel BORDE" userId="c170603111e0d29b" providerId="LiveId" clId="{57199298-0081-43D7-85F7-B4767A8F9EC5}" dt="2024-02-17T12:35:31.544" v="9184" actId="478"/>
          <ac:cxnSpMkLst>
            <pc:docMk/>
            <pc:sldMk cId="4019362824" sldId="2392"/>
            <ac:cxnSpMk id="46" creationId="{ED600DE6-32DA-E989-F95A-ED1C90010355}"/>
          </ac:cxnSpMkLst>
        </pc:cxnChg>
        <pc:cxnChg chg="del mod">
          <ac:chgData name="Muriel BORDE" userId="c170603111e0d29b" providerId="LiveId" clId="{57199298-0081-43D7-85F7-B4767A8F9EC5}" dt="2024-02-17T12:35:31.544" v="9184" actId="478"/>
          <ac:cxnSpMkLst>
            <pc:docMk/>
            <pc:sldMk cId="4019362824" sldId="2392"/>
            <ac:cxnSpMk id="49" creationId="{081E5476-9BEB-468B-FB6F-880EB0200693}"/>
          </ac:cxnSpMkLst>
        </pc:cxnChg>
      </pc:sldChg>
      <pc:sldChg chg="addSp delSp modSp add mod">
        <pc:chgData name="Muriel BORDE" userId="c170603111e0d29b" providerId="LiveId" clId="{57199298-0081-43D7-85F7-B4767A8F9EC5}" dt="2024-02-17T12:52:25.611" v="10065" actId="20577"/>
        <pc:sldMkLst>
          <pc:docMk/>
          <pc:sldMk cId="1340817989" sldId="2393"/>
        </pc:sldMkLst>
        <pc:spChg chg="add del mod">
          <ac:chgData name="Muriel BORDE" userId="c170603111e0d29b" providerId="LiveId" clId="{57199298-0081-43D7-85F7-B4767A8F9EC5}" dt="2024-02-17T12:40:43.171" v="9350" actId="478"/>
          <ac:spMkLst>
            <pc:docMk/>
            <pc:sldMk cId="1340817989" sldId="2393"/>
            <ac:spMk id="3" creationId="{0577E4C0-BF14-4C19-726E-BE10577CF524}"/>
          </ac:spMkLst>
        </pc:spChg>
        <pc:spChg chg="add mod">
          <ac:chgData name="Muriel BORDE" userId="c170603111e0d29b" providerId="LiveId" clId="{57199298-0081-43D7-85F7-B4767A8F9EC5}" dt="2024-02-17T12:40:43.548" v="9351"/>
          <ac:spMkLst>
            <pc:docMk/>
            <pc:sldMk cId="1340817989" sldId="2393"/>
            <ac:spMk id="4" creationId="{CCDE2E2F-426C-8110-C7E6-1716B91AC9EB}"/>
          </ac:spMkLst>
        </pc:spChg>
        <pc:spChg chg="add mod">
          <ac:chgData name="Muriel BORDE" userId="c170603111e0d29b" providerId="LiveId" clId="{57199298-0081-43D7-85F7-B4767A8F9EC5}" dt="2024-02-17T12:40:43.548" v="9351"/>
          <ac:spMkLst>
            <pc:docMk/>
            <pc:sldMk cId="1340817989" sldId="2393"/>
            <ac:spMk id="6" creationId="{1EC4E1A7-2B32-B4DE-1EBF-019CC6362DC0}"/>
          </ac:spMkLst>
        </pc:spChg>
        <pc:spChg chg="add mod">
          <ac:chgData name="Muriel BORDE" userId="c170603111e0d29b" providerId="LiveId" clId="{57199298-0081-43D7-85F7-B4767A8F9EC5}" dt="2024-02-17T12:52:25.611" v="10065" actId="20577"/>
          <ac:spMkLst>
            <pc:docMk/>
            <pc:sldMk cId="1340817989" sldId="2393"/>
            <ac:spMk id="7" creationId="{6BC49EB7-DF7E-E5E4-E313-74B96C2D9436}"/>
          </ac:spMkLst>
        </pc:spChg>
        <pc:spChg chg="del">
          <ac:chgData name="Muriel BORDE" userId="c170603111e0d29b" providerId="LiveId" clId="{57199298-0081-43D7-85F7-B4767A8F9EC5}" dt="2024-02-17T12:40:41.195" v="9348" actId="478"/>
          <ac:spMkLst>
            <pc:docMk/>
            <pc:sldMk cId="1340817989" sldId="2393"/>
            <ac:spMk id="8" creationId="{148C1453-23C7-CFE2-E3A8-7405CECC8772}"/>
          </ac:spMkLst>
        </pc:spChg>
        <pc:spChg chg="del">
          <ac:chgData name="Muriel BORDE" userId="c170603111e0d29b" providerId="LiveId" clId="{57199298-0081-43D7-85F7-B4767A8F9EC5}" dt="2024-02-17T12:40:41.195" v="9348" actId="478"/>
          <ac:spMkLst>
            <pc:docMk/>
            <pc:sldMk cId="1340817989" sldId="2393"/>
            <ac:spMk id="9" creationId="{C386AECF-E6C8-B8F3-C4B8-80A233972995}"/>
          </ac:spMkLst>
        </pc:spChg>
      </pc:sldChg>
      <pc:sldChg chg="addSp delSp modSp add del mod">
        <pc:chgData name="Muriel BORDE" userId="c170603111e0d29b" providerId="LiveId" clId="{57199298-0081-43D7-85F7-B4767A8F9EC5}" dt="2024-02-29T11:09:17.199" v="11613" actId="2696"/>
        <pc:sldMkLst>
          <pc:docMk/>
          <pc:sldMk cId="38733347" sldId="2394"/>
        </pc:sldMkLst>
        <pc:spChg chg="del">
          <ac:chgData name="Muriel BORDE" userId="c170603111e0d29b" providerId="LiveId" clId="{57199298-0081-43D7-85F7-B4767A8F9EC5}" dt="2024-02-17T13:05:35.596" v="10371" actId="478"/>
          <ac:spMkLst>
            <pc:docMk/>
            <pc:sldMk cId="38733347" sldId="2394"/>
            <ac:spMk id="5" creationId="{934FE875-02D6-E22C-7EC6-5F7CC5F6E147}"/>
          </ac:spMkLst>
        </pc:spChg>
        <pc:spChg chg="add mod">
          <ac:chgData name="Muriel BORDE" userId="c170603111e0d29b" providerId="LiveId" clId="{57199298-0081-43D7-85F7-B4767A8F9EC5}" dt="2024-02-17T13:05:40.055" v="10372" actId="1076"/>
          <ac:spMkLst>
            <pc:docMk/>
            <pc:sldMk cId="38733347" sldId="2394"/>
            <ac:spMk id="9" creationId="{3E532B17-2E31-65C5-4261-2F31E5C7B21E}"/>
          </ac:spMkLst>
        </pc:spChg>
        <pc:spChg chg="del">
          <ac:chgData name="Muriel BORDE" userId="c170603111e0d29b" providerId="LiveId" clId="{57199298-0081-43D7-85F7-B4767A8F9EC5}" dt="2024-02-17T13:06:03.800" v="10375" actId="478"/>
          <ac:spMkLst>
            <pc:docMk/>
            <pc:sldMk cId="38733347" sldId="2394"/>
            <ac:spMk id="10" creationId="{2908FC1D-BC81-2D48-F2B6-10ED8F3892A3}"/>
          </ac:spMkLst>
        </pc:spChg>
        <pc:spChg chg="add del mod">
          <ac:chgData name="Muriel BORDE" userId="c170603111e0d29b" providerId="LiveId" clId="{57199298-0081-43D7-85F7-B4767A8F9EC5}" dt="2024-02-17T13:11:19.970" v="10760" actId="478"/>
          <ac:spMkLst>
            <pc:docMk/>
            <pc:sldMk cId="38733347" sldId="2394"/>
            <ac:spMk id="11" creationId="{81374A2B-E77D-9E1F-F48B-CCEB0FC15B99}"/>
          </ac:spMkLst>
        </pc:spChg>
        <pc:spChg chg="add del mod">
          <ac:chgData name="Muriel BORDE" userId="c170603111e0d29b" providerId="LiveId" clId="{57199298-0081-43D7-85F7-B4767A8F9EC5}" dt="2024-02-17T13:11:35.084" v="10778" actId="478"/>
          <ac:spMkLst>
            <pc:docMk/>
            <pc:sldMk cId="38733347" sldId="2394"/>
            <ac:spMk id="12" creationId="{65473FBA-1CBA-9AA2-7D4C-449D589ABB91}"/>
          </ac:spMkLst>
        </pc:spChg>
        <pc:spChg chg="del">
          <ac:chgData name="Muriel BORDE" userId="c170603111e0d29b" providerId="LiveId" clId="{57199298-0081-43D7-85F7-B4767A8F9EC5}" dt="2024-02-17T13:06:03.800" v="10375" actId="478"/>
          <ac:spMkLst>
            <pc:docMk/>
            <pc:sldMk cId="38733347" sldId="2394"/>
            <ac:spMk id="13" creationId="{84D16923-B692-416C-4B79-D219B44B0476}"/>
          </ac:spMkLst>
        </pc:spChg>
        <pc:spChg chg="add mod">
          <ac:chgData name="Muriel BORDE" userId="c170603111e0d29b" providerId="LiveId" clId="{57199298-0081-43D7-85F7-B4767A8F9EC5}" dt="2024-02-29T10:54:09.057" v="11074" actId="20577"/>
          <ac:spMkLst>
            <pc:docMk/>
            <pc:sldMk cId="38733347" sldId="2394"/>
            <ac:spMk id="14" creationId="{1A9484DF-0C0E-3298-16B3-10B03F05033A}"/>
          </ac:spMkLst>
        </pc:spChg>
        <pc:spChg chg="del">
          <ac:chgData name="Muriel BORDE" userId="c170603111e0d29b" providerId="LiveId" clId="{57199298-0081-43D7-85F7-B4767A8F9EC5}" dt="2024-02-17T13:06:03.800" v="10375" actId="478"/>
          <ac:spMkLst>
            <pc:docMk/>
            <pc:sldMk cId="38733347" sldId="2394"/>
            <ac:spMk id="18" creationId="{DA41C381-6FC5-920F-1A57-A0E8F139EDC1}"/>
          </ac:spMkLst>
        </pc:spChg>
        <pc:spChg chg="del">
          <ac:chgData name="Muriel BORDE" userId="c170603111e0d29b" providerId="LiveId" clId="{57199298-0081-43D7-85F7-B4767A8F9EC5}" dt="2024-02-17T13:06:03.800" v="10375" actId="478"/>
          <ac:spMkLst>
            <pc:docMk/>
            <pc:sldMk cId="38733347" sldId="2394"/>
            <ac:spMk id="29" creationId="{77518FC0-FA32-9676-E473-3E4E770F017D}"/>
          </ac:spMkLst>
        </pc:spChg>
        <pc:spChg chg="del">
          <ac:chgData name="Muriel BORDE" userId="c170603111e0d29b" providerId="LiveId" clId="{57199298-0081-43D7-85F7-B4767A8F9EC5}" dt="2024-02-17T13:06:03.800" v="10375" actId="478"/>
          <ac:spMkLst>
            <pc:docMk/>
            <pc:sldMk cId="38733347" sldId="2394"/>
            <ac:spMk id="30" creationId="{271BB92E-4254-A945-BACF-1F9D587BEB4E}"/>
          </ac:spMkLst>
        </pc:spChg>
        <pc:spChg chg="del">
          <ac:chgData name="Muriel BORDE" userId="c170603111e0d29b" providerId="LiveId" clId="{57199298-0081-43D7-85F7-B4767A8F9EC5}" dt="2024-02-17T13:06:03.800" v="10375" actId="478"/>
          <ac:spMkLst>
            <pc:docMk/>
            <pc:sldMk cId="38733347" sldId="2394"/>
            <ac:spMk id="31" creationId="{1C55F4F7-8C70-9BC8-0664-54A4B54C1912}"/>
          </ac:spMkLst>
        </pc:spChg>
        <pc:spChg chg="mod">
          <ac:chgData name="Muriel BORDE" userId="c170603111e0d29b" providerId="LiveId" clId="{57199298-0081-43D7-85F7-B4767A8F9EC5}" dt="2024-02-17T13:12:14.843" v="10805" actId="1076"/>
          <ac:spMkLst>
            <pc:docMk/>
            <pc:sldMk cId="38733347" sldId="2394"/>
            <ac:spMk id="33" creationId="{9EB0FF4C-71F0-008D-BC87-91965238FF73}"/>
          </ac:spMkLst>
        </pc:spChg>
        <pc:graphicFrameChg chg="del mod">
          <ac:chgData name="Muriel BORDE" userId="c170603111e0d29b" providerId="LiveId" clId="{57199298-0081-43D7-85F7-B4767A8F9EC5}" dt="2024-02-17T13:02:49.332" v="10275" actId="478"/>
          <ac:graphicFrameMkLst>
            <pc:docMk/>
            <pc:sldMk cId="38733347" sldId="2394"/>
            <ac:graphicFrameMk id="6" creationId="{2186AB28-BC23-38C5-DEDE-0B0E68651C73}"/>
          </ac:graphicFrameMkLst>
        </pc:graphicFrameChg>
        <pc:picChg chg="del">
          <ac:chgData name="Muriel BORDE" userId="c170603111e0d29b" providerId="LiveId" clId="{57199298-0081-43D7-85F7-B4767A8F9EC5}" dt="2024-02-17T13:05:35.596" v="10371" actId="478"/>
          <ac:picMkLst>
            <pc:docMk/>
            <pc:sldMk cId="38733347" sldId="2394"/>
            <ac:picMk id="3" creationId="{BF995AA2-9E7E-F735-CD7C-4E5BEEAE4338}"/>
          </ac:picMkLst>
        </pc:picChg>
        <pc:picChg chg="mod">
          <ac:chgData name="Muriel BORDE" userId="c170603111e0d29b" providerId="LiveId" clId="{57199298-0081-43D7-85F7-B4767A8F9EC5}" dt="2024-02-17T13:10:20.774" v="10699" actId="1076"/>
          <ac:picMkLst>
            <pc:docMk/>
            <pc:sldMk cId="38733347" sldId="2394"/>
            <ac:picMk id="1026" creationId="{2CCDA4E2-FD1B-EEA7-84C7-FDA51AAF03B1}"/>
          </ac:picMkLst>
        </pc:picChg>
        <pc:picChg chg="del">
          <ac:chgData name="Muriel BORDE" userId="c170603111e0d29b" providerId="LiveId" clId="{57199298-0081-43D7-85F7-B4767A8F9EC5}" dt="2024-02-17T13:06:04.644" v="10376" actId="478"/>
          <ac:picMkLst>
            <pc:docMk/>
            <pc:sldMk cId="38733347" sldId="2394"/>
            <ac:picMk id="4102" creationId="{D463CCD2-7E9E-AE12-1241-30FCF1EA61C0}"/>
          </ac:picMkLst>
        </pc:picChg>
      </pc:sldChg>
      <pc:sldChg chg="addSp modSp add mod">
        <pc:chgData name="Muriel BORDE" userId="c170603111e0d29b" providerId="LiveId" clId="{57199298-0081-43D7-85F7-B4767A8F9EC5}" dt="2024-08-16T09:13:17.421" v="20996" actId="1035"/>
        <pc:sldMkLst>
          <pc:docMk/>
          <pc:sldMk cId="1558437040" sldId="2394"/>
        </pc:sldMkLst>
        <pc:spChg chg="mod">
          <ac:chgData name="Muriel BORDE" userId="c170603111e0d29b" providerId="LiveId" clId="{57199298-0081-43D7-85F7-B4767A8F9EC5}" dt="2024-08-16T09:13:17.421" v="20996" actId="1035"/>
          <ac:spMkLst>
            <pc:docMk/>
            <pc:sldMk cId="1558437040" sldId="2394"/>
            <ac:spMk id="3" creationId="{A689C983-4525-E61E-C4F7-00CAB8F03317}"/>
          </ac:spMkLst>
        </pc:spChg>
        <pc:spChg chg="add mod">
          <ac:chgData name="Muriel BORDE" userId="c170603111e0d29b" providerId="LiveId" clId="{57199298-0081-43D7-85F7-B4767A8F9EC5}" dt="2024-08-16T09:13:17.421" v="20996" actId="1035"/>
          <ac:spMkLst>
            <pc:docMk/>
            <pc:sldMk cId="1558437040" sldId="2394"/>
            <ac:spMk id="5" creationId="{9FBC98B4-5FA6-A0CE-4D6B-01A245B1453A}"/>
          </ac:spMkLst>
        </pc:spChg>
        <pc:spChg chg="add mod">
          <ac:chgData name="Muriel BORDE" userId="c170603111e0d29b" providerId="LiveId" clId="{57199298-0081-43D7-85F7-B4767A8F9EC5}" dt="2024-08-16T09:13:11.175" v="20983" actId="1076"/>
          <ac:spMkLst>
            <pc:docMk/>
            <pc:sldMk cId="1558437040" sldId="2394"/>
            <ac:spMk id="6" creationId="{010D26F5-EB82-0BA2-14C8-CF3EDBB1B39F}"/>
          </ac:spMkLst>
        </pc:spChg>
        <pc:spChg chg="mod">
          <ac:chgData name="Muriel BORDE" userId="c170603111e0d29b" providerId="LiveId" clId="{57199298-0081-43D7-85F7-B4767A8F9EC5}" dt="2024-08-16T08:38:30.883" v="19717" actId="20577"/>
          <ac:spMkLst>
            <pc:docMk/>
            <pc:sldMk cId="1558437040" sldId="2394"/>
            <ac:spMk id="8" creationId="{BA5394A8-D59B-BDF3-BD3F-586FAB919209}"/>
          </ac:spMkLst>
        </pc:spChg>
        <pc:spChg chg="mod">
          <ac:chgData name="Muriel BORDE" userId="c170603111e0d29b" providerId="LiveId" clId="{57199298-0081-43D7-85F7-B4767A8F9EC5}" dt="2024-08-16T09:13:17.421" v="20996" actId="1035"/>
          <ac:spMkLst>
            <pc:docMk/>
            <pc:sldMk cId="1558437040" sldId="2394"/>
            <ac:spMk id="14" creationId="{2F12E6C8-5014-D3DD-71AC-E79368F8F588}"/>
          </ac:spMkLst>
        </pc:spChg>
        <pc:spChg chg="mod">
          <ac:chgData name="Muriel BORDE" userId="c170603111e0d29b" providerId="LiveId" clId="{57199298-0081-43D7-85F7-B4767A8F9EC5}" dt="2024-08-16T09:13:17.421" v="20996" actId="1035"/>
          <ac:spMkLst>
            <pc:docMk/>
            <pc:sldMk cId="1558437040" sldId="2394"/>
            <ac:spMk id="33" creationId="{EC73EAB1-0604-5F7E-D66D-CEDF8DF66B9C}"/>
          </ac:spMkLst>
        </pc:spChg>
      </pc:sldChg>
      <pc:sldChg chg="addSp modSp add del mod">
        <pc:chgData name="Muriel BORDE" userId="c170603111e0d29b" providerId="LiveId" clId="{57199298-0081-43D7-85F7-B4767A8F9EC5}" dt="2024-08-16T08:38:24.089" v="19706" actId="2696"/>
        <pc:sldMkLst>
          <pc:docMk/>
          <pc:sldMk cId="3766588320" sldId="2394"/>
        </pc:sldMkLst>
        <pc:spChg chg="add mod">
          <ac:chgData name="Muriel BORDE" userId="c170603111e0d29b" providerId="LiveId" clId="{57199298-0081-43D7-85F7-B4767A8F9EC5}" dt="2024-02-29T11:10:38.863" v="11759" actId="1076"/>
          <ac:spMkLst>
            <pc:docMk/>
            <pc:sldMk cId="3766588320" sldId="2394"/>
            <ac:spMk id="3" creationId="{A689C983-4525-E61E-C4F7-00CAB8F03317}"/>
          </ac:spMkLst>
        </pc:spChg>
        <pc:spChg chg="mod">
          <ac:chgData name="Muriel BORDE" userId="c170603111e0d29b" providerId="LiveId" clId="{57199298-0081-43D7-85F7-B4767A8F9EC5}" dt="2024-02-29T11:09:32.609" v="11653" actId="20577"/>
          <ac:spMkLst>
            <pc:docMk/>
            <pc:sldMk cId="3766588320" sldId="2394"/>
            <ac:spMk id="7" creationId="{EE357308-3D06-54A7-30D2-22BB8486AC33}"/>
          </ac:spMkLst>
        </pc:spChg>
        <pc:spChg chg="mod">
          <ac:chgData name="Muriel BORDE" userId="c170603111e0d29b" providerId="LiveId" clId="{57199298-0081-43D7-85F7-B4767A8F9EC5}" dt="2024-02-29T11:09:47.114" v="11684" actId="20577"/>
          <ac:spMkLst>
            <pc:docMk/>
            <pc:sldMk cId="3766588320" sldId="2394"/>
            <ac:spMk id="8" creationId="{BA5394A8-D59B-BDF3-BD3F-586FAB919209}"/>
          </ac:spMkLst>
        </pc:spChg>
        <pc:spChg chg="mod">
          <ac:chgData name="Muriel BORDE" userId="c170603111e0d29b" providerId="LiveId" clId="{57199298-0081-43D7-85F7-B4767A8F9EC5}" dt="2024-03-20T14:44:51.870" v="12705" actId="13926"/>
          <ac:spMkLst>
            <pc:docMk/>
            <pc:sldMk cId="3766588320" sldId="2394"/>
            <ac:spMk id="14" creationId="{2F12E6C8-5014-D3DD-71AC-E79368F8F588}"/>
          </ac:spMkLst>
        </pc:spChg>
        <pc:spChg chg="mod">
          <ac:chgData name="Muriel BORDE" userId="c170603111e0d29b" providerId="LiveId" clId="{57199298-0081-43D7-85F7-B4767A8F9EC5}" dt="2024-02-29T11:10:42.394" v="11760" actId="1076"/>
          <ac:spMkLst>
            <pc:docMk/>
            <pc:sldMk cId="3766588320" sldId="2394"/>
            <ac:spMk id="33" creationId="{EC73EAB1-0604-5F7E-D66D-CEDF8DF66B9C}"/>
          </ac:spMkLst>
        </pc:spChg>
        <pc:picChg chg="mod">
          <ac:chgData name="Muriel BORDE" userId="c170603111e0d29b" providerId="LiveId" clId="{57199298-0081-43D7-85F7-B4767A8F9EC5}" dt="2024-02-29T11:10:36.988" v="11758" actId="1076"/>
          <ac:picMkLst>
            <pc:docMk/>
            <pc:sldMk cId="3766588320" sldId="2394"/>
            <ac:picMk id="1026" creationId="{0611D66B-7CE8-19C7-30D7-B798E11E3A37}"/>
          </ac:picMkLst>
        </pc:picChg>
      </pc:sldChg>
      <pc:sldChg chg="addSp delSp modSp add mod ord">
        <pc:chgData name="Muriel BORDE" userId="c170603111e0d29b" providerId="LiveId" clId="{57199298-0081-43D7-85F7-B4767A8F9EC5}" dt="2024-04-03T10:02:35.138" v="18481" actId="20578"/>
        <pc:sldMkLst>
          <pc:docMk/>
          <pc:sldMk cId="1959728367" sldId="2395"/>
        </pc:sldMkLst>
        <pc:spChg chg="del">
          <ac:chgData name="Muriel BORDE" userId="c170603111e0d29b" providerId="LiveId" clId="{57199298-0081-43D7-85F7-B4767A8F9EC5}" dt="2024-02-17T13:21:57.732" v="11023" actId="478"/>
          <ac:spMkLst>
            <pc:docMk/>
            <pc:sldMk cId="1959728367" sldId="2395"/>
            <ac:spMk id="4" creationId="{FC925E29-043F-31F9-BC66-49B14C742E0A}"/>
          </ac:spMkLst>
        </pc:spChg>
        <pc:spChg chg="mod">
          <ac:chgData name="Muriel BORDE" userId="c170603111e0d29b" providerId="LiveId" clId="{57199298-0081-43D7-85F7-B4767A8F9EC5}" dt="2024-02-17T13:23:43.060" v="11070" actId="1076"/>
          <ac:spMkLst>
            <pc:docMk/>
            <pc:sldMk cId="1959728367" sldId="2395"/>
            <ac:spMk id="5" creationId="{D086DC89-1544-B624-B503-CC1DB70F0B18}"/>
          </ac:spMkLst>
        </pc:spChg>
        <pc:spChg chg="add mod">
          <ac:chgData name="Muriel BORDE" userId="c170603111e0d29b" providerId="LiveId" clId="{57199298-0081-43D7-85F7-B4767A8F9EC5}" dt="2024-02-17T13:23:39.467" v="11069" actId="1076"/>
          <ac:spMkLst>
            <pc:docMk/>
            <pc:sldMk cId="1959728367" sldId="2395"/>
            <ac:spMk id="6" creationId="{23E0A1FB-4B42-1D28-1634-518EAAEA294E}"/>
          </ac:spMkLst>
        </pc:spChg>
        <pc:spChg chg="add mod">
          <ac:chgData name="Muriel BORDE" userId="c170603111e0d29b" providerId="LiveId" clId="{57199298-0081-43D7-85F7-B4767A8F9EC5}" dt="2024-02-17T13:23:46.043" v="11071" actId="1076"/>
          <ac:spMkLst>
            <pc:docMk/>
            <pc:sldMk cId="1959728367" sldId="2395"/>
            <ac:spMk id="7" creationId="{9D7ECAC6-12A0-82CC-6E4F-DED5F41A9426}"/>
          </ac:spMkLst>
        </pc:spChg>
        <pc:spChg chg="add del mod">
          <ac:chgData name="Muriel BORDE" userId="c170603111e0d29b" providerId="LiveId" clId="{57199298-0081-43D7-85F7-B4767A8F9EC5}" dt="2024-02-17T13:23:22.103" v="11065"/>
          <ac:spMkLst>
            <pc:docMk/>
            <pc:sldMk cId="1959728367" sldId="2395"/>
            <ac:spMk id="8" creationId="{BD1C6862-102C-E1C1-9E8D-EE0CFBE0DD03}"/>
          </ac:spMkLst>
        </pc:spChg>
        <pc:spChg chg="add mod">
          <ac:chgData name="Muriel BORDE" userId="c170603111e0d29b" providerId="LiveId" clId="{57199298-0081-43D7-85F7-B4767A8F9EC5}" dt="2024-02-17T13:23:48.427" v="11072" actId="1076"/>
          <ac:spMkLst>
            <pc:docMk/>
            <pc:sldMk cId="1959728367" sldId="2395"/>
            <ac:spMk id="9" creationId="{B2F922F5-302D-817F-F316-C4C6FD2A23CC}"/>
          </ac:spMkLst>
        </pc:spChg>
        <pc:picChg chg="del">
          <ac:chgData name="Muriel BORDE" userId="c170603111e0d29b" providerId="LiveId" clId="{57199298-0081-43D7-85F7-B4767A8F9EC5}" dt="2024-02-17T13:21:57.732" v="11023" actId="478"/>
          <ac:picMkLst>
            <pc:docMk/>
            <pc:sldMk cId="1959728367" sldId="2395"/>
            <ac:picMk id="3" creationId="{B6DC4109-8C37-674A-77F4-0763EFA384FE}"/>
          </ac:picMkLst>
        </pc:picChg>
      </pc:sldChg>
      <pc:sldChg chg="modSp add del mod">
        <pc:chgData name="Muriel BORDE" userId="c170603111e0d29b" providerId="LiveId" clId="{57199298-0081-43D7-85F7-B4767A8F9EC5}" dt="2024-02-29T11:16:17.352" v="11996" actId="47"/>
        <pc:sldMkLst>
          <pc:docMk/>
          <pc:sldMk cId="1030798488" sldId="2396"/>
        </pc:sldMkLst>
        <pc:spChg chg="mod">
          <ac:chgData name="Muriel BORDE" userId="c170603111e0d29b" providerId="LiveId" clId="{57199298-0081-43D7-85F7-B4767A8F9EC5}" dt="2024-02-29T11:07:49.732" v="11471" actId="20577"/>
          <ac:spMkLst>
            <pc:docMk/>
            <pc:sldMk cId="1030798488" sldId="2396"/>
            <ac:spMk id="2" creationId="{AEC7B026-CC88-6E08-4619-9D6D63192DE2}"/>
          </ac:spMkLst>
        </pc:spChg>
        <pc:spChg chg="mod">
          <ac:chgData name="Muriel BORDE" userId="c170603111e0d29b" providerId="LiveId" clId="{57199298-0081-43D7-85F7-B4767A8F9EC5}" dt="2024-02-29T11:07:57.521" v="11474" actId="12"/>
          <ac:spMkLst>
            <pc:docMk/>
            <pc:sldMk cId="1030798488" sldId="2396"/>
            <ac:spMk id="3" creationId="{96567E80-D001-D81B-837A-5FB272134F0D}"/>
          </ac:spMkLst>
        </pc:spChg>
        <pc:spChg chg="mod">
          <ac:chgData name="Muriel BORDE" userId="c170603111e0d29b" providerId="LiveId" clId="{57199298-0081-43D7-85F7-B4767A8F9EC5}" dt="2024-02-29T11:08:05.429" v="11476" actId="14100"/>
          <ac:spMkLst>
            <pc:docMk/>
            <pc:sldMk cId="1030798488" sldId="2396"/>
            <ac:spMk id="4" creationId="{4D6DD747-6B86-9176-7840-7FE175ED222A}"/>
          </ac:spMkLst>
        </pc:spChg>
      </pc:sldChg>
      <pc:sldChg chg="modSp add del mod">
        <pc:chgData name="Muriel BORDE" userId="c170603111e0d29b" providerId="LiveId" clId="{57199298-0081-43D7-85F7-B4767A8F9EC5}" dt="2024-02-29T11:16:03.501" v="11962" actId="47"/>
        <pc:sldMkLst>
          <pc:docMk/>
          <pc:sldMk cId="1951412498" sldId="2397"/>
        </pc:sldMkLst>
        <pc:spChg chg="mod">
          <ac:chgData name="Muriel BORDE" userId="c170603111e0d29b" providerId="LiveId" clId="{57199298-0081-43D7-85F7-B4767A8F9EC5}" dt="2024-02-29T11:08:14.916" v="11501" actId="1035"/>
          <ac:spMkLst>
            <pc:docMk/>
            <pc:sldMk cId="1951412498" sldId="2397"/>
            <ac:spMk id="4" creationId="{74D5EAB1-EE85-EAAA-C5D7-B7FE11E036B1}"/>
          </ac:spMkLst>
        </pc:spChg>
      </pc:sldChg>
      <pc:sldChg chg="modSp add del mod">
        <pc:chgData name="Muriel BORDE" userId="c170603111e0d29b" providerId="LiveId" clId="{57199298-0081-43D7-85F7-B4767A8F9EC5}" dt="2024-02-29T11:15:15.959" v="11863" actId="47"/>
        <pc:sldMkLst>
          <pc:docMk/>
          <pc:sldMk cId="1563383298" sldId="2398"/>
        </pc:sldMkLst>
        <pc:spChg chg="mod">
          <ac:chgData name="Muriel BORDE" userId="c170603111e0d29b" providerId="LiveId" clId="{57199298-0081-43D7-85F7-B4767A8F9EC5}" dt="2024-02-29T11:08:19.828" v="11503" actId="1076"/>
          <ac:spMkLst>
            <pc:docMk/>
            <pc:sldMk cId="1563383298" sldId="2398"/>
            <ac:spMk id="4" creationId="{245C92C7-6BFA-DDF8-8F69-41458676C246}"/>
          </ac:spMkLst>
        </pc:spChg>
      </pc:sldChg>
      <pc:sldChg chg="modSp add del mod">
        <pc:chgData name="Muriel BORDE" userId="c170603111e0d29b" providerId="LiveId" clId="{57199298-0081-43D7-85F7-B4767A8F9EC5}" dt="2024-02-29T11:15:15.959" v="11863" actId="47"/>
        <pc:sldMkLst>
          <pc:docMk/>
          <pc:sldMk cId="3878144439" sldId="2399"/>
        </pc:sldMkLst>
        <pc:spChg chg="mod">
          <ac:chgData name="Muriel BORDE" userId="c170603111e0d29b" providerId="LiveId" clId="{57199298-0081-43D7-85F7-B4767A8F9EC5}" dt="2024-02-29T11:08:26.017" v="11518" actId="1035"/>
          <ac:spMkLst>
            <pc:docMk/>
            <pc:sldMk cId="3878144439" sldId="2399"/>
            <ac:spMk id="4" creationId="{3C46C621-9524-FD62-1543-88EBF5BB44F0}"/>
          </ac:spMkLst>
        </pc:spChg>
      </pc:sldChg>
      <pc:sldChg chg="modSp add del mod">
        <pc:chgData name="Muriel BORDE" userId="c170603111e0d29b" providerId="LiveId" clId="{57199298-0081-43D7-85F7-B4767A8F9EC5}" dt="2024-02-29T11:15:15.959" v="11863" actId="47"/>
        <pc:sldMkLst>
          <pc:docMk/>
          <pc:sldMk cId="4228231462" sldId="2400"/>
        </pc:sldMkLst>
        <pc:spChg chg="mod">
          <ac:chgData name="Muriel BORDE" userId="c170603111e0d29b" providerId="LiveId" clId="{57199298-0081-43D7-85F7-B4767A8F9EC5}" dt="2024-02-29T11:08:32.691" v="11543" actId="1035"/>
          <ac:spMkLst>
            <pc:docMk/>
            <pc:sldMk cId="4228231462" sldId="2400"/>
            <ac:spMk id="4" creationId="{2D88E880-C414-FF38-2F03-9F8D25D3CF9E}"/>
          </ac:spMkLst>
        </pc:spChg>
      </pc:sldChg>
      <pc:sldChg chg="modSp add del mod">
        <pc:chgData name="Muriel BORDE" userId="c170603111e0d29b" providerId="LiveId" clId="{57199298-0081-43D7-85F7-B4767A8F9EC5}" dt="2024-02-29T11:15:15.959" v="11863" actId="47"/>
        <pc:sldMkLst>
          <pc:docMk/>
          <pc:sldMk cId="3319343106" sldId="2401"/>
        </pc:sldMkLst>
        <pc:spChg chg="mod">
          <ac:chgData name="Muriel BORDE" userId="c170603111e0d29b" providerId="LiveId" clId="{57199298-0081-43D7-85F7-B4767A8F9EC5}" dt="2024-02-29T11:08:38.982" v="11561" actId="1036"/>
          <ac:spMkLst>
            <pc:docMk/>
            <pc:sldMk cId="3319343106" sldId="2401"/>
            <ac:spMk id="4" creationId="{584A3CE3-B8B6-071A-6423-C40B84D58DB7}"/>
          </ac:spMkLst>
        </pc:spChg>
      </pc:sldChg>
      <pc:sldChg chg="modSp add del mod">
        <pc:chgData name="Muriel BORDE" userId="c170603111e0d29b" providerId="LiveId" clId="{57199298-0081-43D7-85F7-B4767A8F9EC5}" dt="2024-02-29T11:15:15.959" v="11863" actId="47"/>
        <pc:sldMkLst>
          <pc:docMk/>
          <pc:sldMk cId="126769328" sldId="2402"/>
        </pc:sldMkLst>
        <pc:spChg chg="mod">
          <ac:chgData name="Muriel BORDE" userId="c170603111e0d29b" providerId="LiveId" clId="{57199298-0081-43D7-85F7-B4767A8F9EC5}" dt="2024-02-29T11:08:44.115" v="11576" actId="1036"/>
          <ac:spMkLst>
            <pc:docMk/>
            <pc:sldMk cId="126769328" sldId="2402"/>
            <ac:spMk id="4" creationId="{AC18685C-F375-3929-8B1A-7B7DE171AB63}"/>
          </ac:spMkLst>
        </pc:spChg>
      </pc:sldChg>
      <pc:sldChg chg="modSp add del mod">
        <pc:chgData name="Muriel BORDE" userId="c170603111e0d29b" providerId="LiveId" clId="{57199298-0081-43D7-85F7-B4767A8F9EC5}" dt="2024-02-29T11:15:15.959" v="11863" actId="47"/>
        <pc:sldMkLst>
          <pc:docMk/>
          <pc:sldMk cId="4168145320" sldId="2403"/>
        </pc:sldMkLst>
        <pc:spChg chg="mod">
          <ac:chgData name="Muriel BORDE" userId="c170603111e0d29b" providerId="LiveId" clId="{57199298-0081-43D7-85F7-B4767A8F9EC5}" dt="2024-02-29T11:08:52.878" v="11599" actId="1035"/>
          <ac:spMkLst>
            <pc:docMk/>
            <pc:sldMk cId="4168145320" sldId="2403"/>
            <ac:spMk id="4" creationId="{11F01234-9301-0C7F-B473-994CF7BB51D7}"/>
          </ac:spMkLst>
        </pc:spChg>
      </pc:sldChg>
      <pc:sldChg chg="modSp add del mod">
        <pc:chgData name="Muriel BORDE" userId="c170603111e0d29b" providerId="LiveId" clId="{57199298-0081-43D7-85F7-B4767A8F9EC5}" dt="2024-02-29T11:17:28.496" v="12063" actId="47"/>
        <pc:sldMkLst>
          <pc:docMk/>
          <pc:sldMk cId="3745897286" sldId="2404"/>
        </pc:sldMkLst>
        <pc:spChg chg="mod">
          <ac:chgData name="Muriel BORDE" userId="c170603111e0d29b" providerId="LiveId" clId="{57199298-0081-43D7-85F7-B4767A8F9EC5}" dt="2024-02-29T11:15:08.744" v="11862" actId="20577"/>
          <ac:spMkLst>
            <pc:docMk/>
            <pc:sldMk cId="3745897286" sldId="2404"/>
            <ac:spMk id="3" creationId="{097A0F7F-002E-0234-7D54-B03D772021BF}"/>
          </ac:spMkLst>
        </pc:spChg>
        <pc:spChg chg="mod">
          <ac:chgData name="Muriel BORDE" userId="c170603111e0d29b" providerId="LiveId" clId="{57199298-0081-43D7-85F7-B4767A8F9EC5}" dt="2024-02-29T11:08:57.892" v="11612" actId="1036"/>
          <ac:spMkLst>
            <pc:docMk/>
            <pc:sldMk cId="3745897286" sldId="2404"/>
            <ac:spMk id="4" creationId="{7508711D-192E-C7A8-2BEA-4E3082994678}"/>
          </ac:spMkLst>
        </pc:spChg>
      </pc:sldChg>
      <pc:sldChg chg="addSp delSp modSp new del mod">
        <pc:chgData name="Muriel BORDE" userId="c170603111e0d29b" providerId="LiveId" clId="{57199298-0081-43D7-85F7-B4767A8F9EC5}" dt="2024-08-16T08:35:21.794" v="19566" actId="2696"/>
        <pc:sldMkLst>
          <pc:docMk/>
          <pc:sldMk cId="1044625935" sldId="2405"/>
        </pc:sldMkLst>
        <pc:spChg chg="del">
          <ac:chgData name="Muriel BORDE" userId="c170603111e0d29b" providerId="LiveId" clId="{57199298-0081-43D7-85F7-B4767A8F9EC5}" dt="2024-02-29T11:14:36.585" v="11796" actId="478"/>
          <ac:spMkLst>
            <pc:docMk/>
            <pc:sldMk cId="1044625935" sldId="2405"/>
            <ac:spMk id="2" creationId="{6D1A8857-96E7-A9BB-D56C-6FA04928994D}"/>
          </ac:spMkLst>
        </pc:spChg>
        <pc:spChg chg="add mod">
          <ac:chgData name="Muriel BORDE" userId="c170603111e0d29b" providerId="LiveId" clId="{57199298-0081-43D7-85F7-B4767A8F9EC5}" dt="2024-04-03T09:53:01.716" v="18466" actId="1076"/>
          <ac:spMkLst>
            <pc:docMk/>
            <pc:sldMk cId="1044625935" sldId="2405"/>
            <ac:spMk id="2" creationId="{CA33BB17-47AC-BE1A-4CE7-9BAB1FC3CCC5}"/>
          </ac:spMkLst>
        </pc:spChg>
        <pc:spChg chg="del">
          <ac:chgData name="Muriel BORDE" userId="c170603111e0d29b" providerId="LiveId" clId="{57199298-0081-43D7-85F7-B4767A8F9EC5}" dt="2024-02-29T11:14:36.585" v="11796" actId="478"/>
          <ac:spMkLst>
            <pc:docMk/>
            <pc:sldMk cId="1044625935" sldId="2405"/>
            <ac:spMk id="3" creationId="{25D7927C-08B4-5C52-53D7-ADDEF34A9140}"/>
          </ac:spMkLst>
        </pc:spChg>
        <pc:spChg chg="add del mod">
          <ac:chgData name="Muriel BORDE" userId="c170603111e0d29b" providerId="LiveId" clId="{57199298-0081-43D7-85F7-B4767A8F9EC5}" dt="2024-04-03T09:51:40.947" v="18290" actId="478"/>
          <ac:spMkLst>
            <pc:docMk/>
            <pc:sldMk cId="1044625935" sldId="2405"/>
            <ac:spMk id="4" creationId="{CFAFA1F9-6F39-6734-BADF-45A7C037C419}"/>
          </ac:spMkLst>
        </pc:spChg>
        <pc:spChg chg="add del mod">
          <ac:chgData name="Muriel BORDE" userId="c170603111e0d29b" providerId="LiveId" clId="{57199298-0081-43D7-85F7-B4767A8F9EC5}" dt="2024-04-03T09:51:40.947" v="18290" actId="478"/>
          <ac:spMkLst>
            <pc:docMk/>
            <pc:sldMk cId="1044625935" sldId="2405"/>
            <ac:spMk id="6" creationId="{E78C313C-2C73-E6B1-416D-86A772ED44BE}"/>
          </ac:spMkLst>
        </pc:spChg>
        <pc:spChg chg="add mod">
          <ac:chgData name="Muriel BORDE" userId="c170603111e0d29b" providerId="LiveId" clId="{57199298-0081-43D7-85F7-B4767A8F9EC5}" dt="2024-02-29T11:14:36.924" v="11797"/>
          <ac:spMkLst>
            <pc:docMk/>
            <pc:sldMk cId="1044625935" sldId="2405"/>
            <ac:spMk id="8" creationId="{D7603B54-6B5B-C84A-3803-5E09D3EDA602}"/>
          </ac:spMkLst>
        </pc:spChg>
        <pc:spChg chg="add mod">
          <ac:chgData name="Muriel BORDE" userId="c170603111e0d29b" providerId="LiveId" clId="{57199298-0081-43D7-85F7-B4767A8F9EC5}" dt="2024-02-29T11:14:59.412" v="11859" actId="20577"/>
          <ac:spMkLst>
            <pc:docMk/>
            <pc:sldMk cId="1044625935" sldId="2405"/>
            <ac:spMk id="9" creationId="{59845F33-9D85-0958-B867-3672D6D453F4}"/>
          </ac:spMkLst>
        </pc:spChg>
        <pc:spChg chg="add del mod">
          <ac:chgData name="Muriel BORDE" userId="c170603111e0d29b" providerId="LiveId" clId="{57199298-0081-43D7-85F7-B4767A8F9EC5}" dt="2024-04-03T09:51:40.947" v="18290" actId="478"/>
          <ac:spMkLst>
            <pc:docMk/>
            <pc:sldMk cId="1044625935" sldId="2405"/>
            <ac:spMk id="11" creationId="{00C64208-C907-F4CC-72B8-29B07EDACA6E}"/>
          </ac:spMkLst>
        </pc:spChg>
        <pc:picChg chg="add del mod">
          <ac:chgData name="Muriel BORDE" userId="c170603111e0d29b" providerId="LiveId" clId="{57199298-0081-43D7-85F7-B4767A8F9EC5}" dt="2024-04-03T09:51:36.312" v="18288" actId="478"/>
          <ac:picMkLst>
            <pc:docMk/>
            <pc:sldMk cId="1044625935" sldId="2405"/>
            <ac:picMk id="5" creationId="{7E5A7723-0355-148E-45AC-BF34A1AEEB8D}"/>
          </ac:picMkLst>
        </pc:picChg>
        <pc:picChg chg="add del mod">
          <ac:chgData name="Muriel BORDE" userId="c170603111e0d29b" providerId="LiveId" clId="{57199298-0081-43D7-85F7-B4767A8F9EC5}" dt="2024-04-03T09:51:36.312" v="18288" actId="478"/>
          <ac:picMkLst>
            <pc:docMk/>
            <pc:sldMk cId="1044625935" sldId="2405"/>
            <ac:picMk id="7" creationId="{0B9F84AE-CE72-1CF2-96E1-F3E64588699D}"/>
          </ac:picMkLst>
        </pc:picChg>
      </pc:sldChg>
      <pc:sldChg chg="addSp delSp modSp add mod ord">
        <pc:chgData name="Muriel BORDE" userId="c170603111e0d29b" providerId="LiveId" clId="{57199298-0081-43D7-85F7-B4767A8F9EC5}" dt="2024-08-16T09:04:05.147" v="20646" actId="114"/>
        <pc:sldMkLst>
          <pc:docMk/>
          <pc:sldMk cId="3322811762" sldId="2405"/>
        </pc:sldMkLst>
        <pc:spChg chg="mod">
          <ac:chgData name="Muriel BORDE" userId="c170603111e0d29b" providerId="LiveId" clId="{57199298-0081-43D7-85F7-B4767A8F9EC5}" dt="2024-08-16T09:03:56.040" v="20645" actId="1035"/>
          <ac:spMkLst>
            <pc:docMk/>
            <pc:sldMk cId="3322811762" sldId="2405"/>
            <ac:spMk id="2" creationId="{CA33BB17-47AC-BE1A-4CE7-9BAB1FC3CCC5}"/>
          </ac:spMkLst>
        </pc:spChg>
        <pc:spChg chg="add del mod">
          <ac:chgData name="Muriel BORDE" userId="c170603111e0d29b" providerId="LiveId" clId="{57199298-0081-43D7-85F7-B4767A8F9EC5}" dt="2024-08-16T08:45:42.019" v="20025" actId="478"/>
          <ac:spMkLst>
            <pc:docMk/>
            <pc:sldMk cId="3322811762" sldId="2405"/>
            <ac:spMk id="3" creationId="{B6EA56B1-4AC7-87F5-D2C6-9C97BD38F973}"/>
          </ac:spMkLst>
        </pc:spChg>
        <pc:spChg chg="add mod">
          <ac:chgData name="Muriel BORDE" userId="c170603111e0d29b" providerId="LiveId" clId="{57199298-0081-43D7-85F7-B4767A8F9EC5}" dt="2024-08-16T09:04:05.147" v="20646" actId="114"/>
          <ac:spMkLst>
            <pc:docMk/>
            <pc:sldMk cId="3322811762" sldId="2405"/>
            <ac:spMk id="4" creationId="{98369207-3D23-B9DD-736A-1AED1DB3D6D0}"/>
          </ac:spMkLst>
        </pc:spChg>
        <pc:spChg chg="mod">
          <ac:chgData name="Muriel BORDE" userId="c170603111e0d29b" providerId="LiveId" clId="{57199298-0081-43D7-85F7-B4767A8F9EC5}" dt="2024-08-16T08:45:30.965" v="20024" actId="20577"/>
          <ac:spMkLst>
            <pc:docMk/>
            <pc:sldMk cId="3322811762" sldId="2405"/>
            <ac:spMk id="9" creationId="{59845F33-9D85-0958-B867-3672D6D453F4}"/>
          </ac:spMkLst>
        </pc:spChg>
      </pc:sldChg>
      <pc:sldChg chg="delSp modSp add mod ord">
        <pc:chgData name="Muriel BORDE" userId="c170603111e0d29b" providerId="LiveId" clId="{57199298-0081-43D7-85F7-B4767A8F9EC5}" dt="2024-08-16T08:46:42.403" v="20063"/>
        <pc:sldMkLst>
          <pc:docMk/>
          <pc:sldMk cId="4202245432" sldId="2406"/>
        </pc:sldMkLst>
        <pc:spChg chg="mod">
          <ac:chgData name="Muriel BORDE" userId="c170603111e0d29b" providerId="LiveId" clId="{57199298-0081-43D7-85F7-B4767A8F9EC5}" dt="2024-08-16T08:46:42.403" v="20063"/>
          <ac:spMkLst>
            <pc:docMk/>
            <pc:sldMk cId="4202245432" sldId="2406"/>
            <ac:spMk id="3" creationId="{3BD44325-F048-7A16-703C-8584AD20B8FB}"/>
          </ac:spMkLst>
        </pc:spChg>
        <pc:spChg chg="del mod">
          <ac:chgData name="Muriel BORDE" userId="c170603111e0d29b" providerId="LiveId" clId="{57199298-0081-43D7-85F7-B4767A8F9EC5}" dt="2024-08-16T08:35:05.387" v="19562" actId="478"/>
          <ac:spMkLst>
            <pc:docMk/>
            <pc:sldMk cId="4202245432" sldId="2406"/>
            <ac:spMk id="4" creationId="{22D081D2-40F5-80EC-1ADD-57A6AE03CABD}"/>
          </ac:spMkLst>
        </pc:spChg>
      </pc:sldChg>
      <pc:sldChg chg="add del">
        <pc:chgData name="Muriel BORDE" userId="c170603111e0d29b" providerId="LiveId" clId="{57199298-0081-43D7-85F7-B4767A8F9EC5}" dt="2024-02-29T11:17:28.496" v="12063" actId="47"/>
        <pc:sldMkLst>
          <pc:docMk/>
          <pc:sldMk cId="2207740626" sldId="2407"/>
        </pc:sldMkLst>
      </pc:sldChg>
      <pc:sldChg chg="add del">
        <pc:chgData name="Muriel BORDE" userId="c170603111e0d29b" providerId="LiveId" clId="{57199298-0081-43D7-85F7-B4767A8F9EC5}" dt="2024-02-29T11:17:28.496" v="12063" actId="47"/>
        <pc:sldMkLst>
          <pc:docMk/>
          <pc:sldMk cId="3179163054" sldId="2408"/>
        </pc:sldMkLst>
      </pc:sldChg>
      <pc:sldChg chg="add del">
        <pc:chgData name="Muriel BORDE" userId="c170603111e0d29b" providerId="LiveId" clId="{57199298-0081-43D7-85F7-B4767A8F9EC5}" dt="2024-02-29T11:17:28.496" v="12063" actId="47"/>
        <pc:sldMkLst>
          <pc:docMk/>
          <pc:sldMk cId="832385133" sldId="2409"/>
        </pc:sldMkLst>
      </pc:sldChg>
      <pc:sldChg chg="add del">
        <pc:chgData name="Muriel BORDE" userId="c170603111e0d29b" providerId="LiveId" clId="{57199298-0081-43D7-85F7-B4767A8F9EC5}" dt="2024-02-29T11:17:28.496" v="12063" actId="47"/>
        <pc:sldMkLst>
          <pc:docMk/>
          <pc:sldMk cId="3944808195" sldId="2410"/>
        </pc:sldMkLst>
      </pc:sldChg>
      <pc:sldChg chg="add del">
        <pc:chgData name="Muriel BORDE" userId="c170603111e0d29b" providerId="LiveId" clId="{57199298-0081-43D7-85F7-B4767A8F9EC5}" dt="2024-02-29T11:17:28.496" v="12063" actId="47"/>
        <pc:sldMkLst>
          <pc:docMk/>
          <pc:sldMk cId="234149494" sldId="2411"/>
        </pc:sldMkLst>
      </pc:sldChg>
      <pc:sldChg chg="add del">
        <pc:chgData name="Muriel BORDE" userId="c170603111e0d29b" providerId="LiveId" clId="{57199298-0081-43D7-85F7-B4767A8F9EC5}" dt="2024-02-29T11:17:28.496" v="12063" actId="47"/>
        <pc:sldMkLst>
          <pc:docMk/>
          <pc:sldMk cId="3770332204" sldId="2412"/>
        </pc:sldMkLst>
      </pc:sldChg>
      <pc:sldChg chg="add del">
        <pc:chgData name="Muriel BORDE" userId="c170603111e0d29b" providerId="LiveId" clId="{57199298-0081-43D7-85F7-B4767A8F9EC5}" dt="2024-02-29T11:17:19.717" v="12062" actId="47"/>
        <pc:sldMkLst>
          <pc:docMk/>
          <pc:sldMk cId="4183030838" sldId="2413"/>
        </pc:sldMkLst>
      </pc:sldChg>
      <pc:sldChg chg="modSp add del mod">
        <pc:chgData name="Muriel BORDE" userId="c170603111e0d29b" providerId="LiveId" clId="{57199298-0081-43D7-85F7-B4767A8F9EC5}" dt="2024-08-16T08:42:50.479" v="19906" actId="47"/>
        <pc:sldMkLst>
          <pc:docMk/>
          <pc:sldMk cId="3599525530" sldId="2414"/>
        </pc:sldMkLst>
        <pc:spChg chg="mod">
          <ac:chgData name="Muriel BORDE" userId="c170603111e0d29b" providerId="LiveId" clId="{57199298-0081-43D7-85F7-B4767A8F9EC5}" dt="2024-04-03T08:44:40.106" v="14610"/>
          <ac:spMkLst>
            <pc:docMk/>
            <pc:sldMk cId="3599525530" sldId="2414"/>
            <ac:spMk id="3" creationId="{5BEBC6E5-6705-0390-2C71-24177022F999}"/>
          </ac:spMkLst>
        </pc:spChg>
        <pc:spChg chg="mod">
          <ac:chgData name="Muriel BORDE" userId="c170603111e0d29b" providerId="LiveId" clId="{57199298-0081-43D7-85F7-B4767A8F9EC5}" dt="2024-04-03T08:44:44.755" v="14637" actId="1036"/>
          <ac:spMkLst>
            <pc:docMk/>
            <pc:sldMk cId="3599525530" sldId="2414"/>
            <ac:spMk id="4" creationId="{3FD2FC41-12D0-8025-7D87-7A17FE4E8919}"/>
          </ac:spMkLst>
        </pc:spChg>
      </pc:sldChg>
      <pc:sldChg chg="modSp add del mod">
        <pc:chgData name="Muriel BORDE" userId="c170603111e0d29b" providerId="LiveId" clId="{57199298-0081-43D7-85F7-B4767A8F9EC5}" dt="2024-08-16T08:42:51.934" v="19907" actId="47"/>
        <pc:sldMkLst>
          <pc:docMk/>
          <pc:sldMk cId="4071287241" sldId="2415"/>
        </pc:sldMkLst>
        <pc:spChg chg="mod">
          <ac:chgData name="Muriel BORDE" userId="c170603111e0d29b" providerId="LiveId" clId="{57199298-0081-43D7-85F7-B4767A8F9EC5}" dt="2024-04-03T08:44:50.690" v="14638"/>
          <ac:spMkLst>
            <pc:docMk/>
            <pc:sldMk cId="4071287241" sldId="2415"/>
            <ac:spMk id="3" creationId="{BF88D511-E61C-59F5-A260-EE197C985859}"/>
          </ac:spMkLst>
        </pc:spChg>
        <pc:spChg chg="mod">
          <ac:chgData name="Muriel BORDE" userId="c170603111e0d29b" providerId="LiveId" clId="{57199298-0081-43D7-85F7-B4767A8F9EC5}" dt="2024-04-03T08:44:54.216" v="14661" actId="1035"/>
          <ac:spMkLst>
            <pc:docMk/>
            <pc:sldMk cId="4071287241" sldId="2415"/>
            <ac:spMk id="4" creationId="{C43361CC-C8B6-7C6F-91D5-58CEF32D60F3}"/>
          </ac:spMkLst>
        </pc:spChg>
      </pc:sldChg>
      <pc:sldChg chg="modSp add del mod">
        <pc:chgData name="Muriel BORDE" userId="c170603111e0d29b" providerId="LiveId" clId="{57199298-0081-43D7-85F7-B4767A8F9EC5}" dt="2024-08-16T08:50:38.287" v="20257" actId="47"/>
        <pc:sldMkLst>
          <pc:docMk/>
          <pc:sldMk cId="428691771" sldId="2416"/>
        </pc:sldMkLst>
        <pc:spChg chg="mod">
          <ac:chgData name="Muriel BORDE" userId="c170603111e0d29b" providerId="LiveId" clId="{57199298-0081-43D7-85F7-B4767A8F9EC5}" dt="2024-04-03T08:45:00.589" v="14662"/>
          <ac:spMkLst>
            <pc:docMk/>
            <pc:sldMk cId="428691771" sldId="2416"/>
            <ac:spMk id="3" creationId="{319F32EE-5BE4-26AE-1FAA-0C63F4CF0F39}"/>
          </ac:spMkLst>
        </pc:spChg>
        <pc:spChg chg="mod">
          <ac:chgData name="Muriel BORDE" userId="c170603111e0d29b" providerId="LiveId" clId="{57199298-0081-43D7-85F7-B4767A8F9EC5}" dt="2024-04-03T08:45:06.539" v="14700" actId="1035"/>
          <ac:spMkLst>
            <pc:docMk/>
            <pc:sldMk cId="428691771" sldId="2416"/>
            <ac:spMk id="4" creationId="{96A99B0D-8983-48E3-5D0E-005E0FD87377}"/>
          </ac:spMkLst>
        </pc:spChg>
      </pc:sldChg>
      <pc:sldChg chg="modSp add del mod">
        <pc:chgData name="Muriel BORDE" userId="c170603111e0d29b" providerId="LiveId" clId="{57199298-0081-43D7-85F7-B4767A8F9EC5}" dt="2024-08-16T08:38:47.409" v="19736" actId="47"/>
        <pc:sldMkLst>
          <pc:docMk/>
          <pc:sldMk cId="2842431857" sldId="2417"/>
        </pc:sldMkLst>
        <pc:spChg chg="mod">
          <ac:chgData name="Muriel BORDE" userId="c170603111e0d29b" providerId="LiveId" clId="{57199298-0081-43D7-85F7-B4767A8F9EC5}" dt="2024-04-03T08:44:26.370" v="14584"/>
          <ac:spMkLst>
            <pc:docMk/>
            <pc:sldMk cId="2842431857" sldId="2417"/>
            <ac:spMk id="3" creationId="{4C34C2E9-1348-F0B2-9F4E-AFFA5EA8416D}"/>
          </ac:spMkLst>
        </pc:spChg>
        <pc:spChg chg="mod">
          <ac:chgData name="Muriel BORDE" userId="c170603111e0d29b" providerId="LiveId" clId="{57199298-0081-43D7-85F7-B4767A8F9EC5}" dt="2024-04-03T08:43:29.929" v="14575" actId="1036"/>
          <ac:spMkLst>
            <pc:docMk/>
            <pc:sldMk cId="2842431857" sldId="2417"/>
            <ac:spMk id="4" creationId="{42D76798-8BBF-8656-4590-5FA2FCBCF59E}"/>
          </ac:spMkLst>
        </pc:spChg>
      </pc:sldChg>
      <pc:sldChg chg="modSp add del mod">
        <pc:chgData name="Muriel BORDE" userId="c170603111e0d29b" providerId="LiveId" clId="{57199298-0081-43D7-85F7-B4767A8F9EC5}" dt="2024-04-03T08:43:13.352" v="14545" actId="2696"/>
        <pc:sldMkLst>
          <pc:docMk/>
          <pc:sldMk cId="4264767234" sldId="2417"/>
        </pc:sldMkLst>
        <pc:spChg chg="mod">
          <ac:chgData name="Muriel BORDE" userId="c170603111e0d29b" providerId="LiveId" clId="{57199298-0081-43D7-85F7-B4767A8F9EC5}" dt="2024-02-29T11:17:46.391" v="12105" actId="1036"/>
          <ac:spMkLst>
            <pc:docMk/>
            <pc:sldMk cId="4264767234" sldId="2417"/>
            <ac:spMk id="4" creationId="{42D76798-8BBF-8656-4590-5FA2FCBCF59E}"/>
          </ac:spMkLst>
        </pc:spChg>
      </pc:sldChg>
      <pc:sldChg chg="modSp add del mod">
        <pc:chgData name="Muriel BORDE" userId="c170603111e0d29b" providerId="LiveId" clId="{57199298-0081-43D7-85F7-B4767A8F9EC5}" dt="2024-04-03T08:43:48.380" v="14576" actId="2696"/>
        <pc:sldMkLst>
          <pc:docMk/>
          <pc:sldMk cId="1382115151" sldId="2418"/>
        </pc:sldMkLst>
        <pc:spChg chg="mod">
          <ac:chgData name="Muriel BORDE" userId="c170603111e0d29b" providerId="LiveId" clId="{57199298-0081-43D7-85F7-B4767A8F9EC5}" dt="2024-02-29T11:17:52.063" v="12123" actId="1036"/>
          <ac:spMkLst>
            <pc:docMk/>
            <pc:sldMk cId="1382115151" sldId="2418"/>
            <ac:spMk id="4" creationId="{13B72EE5-F1CE-F446-21AE-266F3411AED8}"/>
          </ac:spMkLst>
        </pc:spChg>
      </pc:sldChg>
      <pc:sldChg chg="modSp add del mod">
        <pc:chgData name="Muriel BORDE" userId="c170603111e0d29b" providerId="LiveId" clId="{57199298-0081-43D7-85F7-B4767A8F9EC5}" dt="2024-08-16T08:41:45.289" v="19868" actId="47"/>
        <pc:sldMkLst>
          <pc:docMk/>
          <pc:sldMk cId="3899930031" sldId="2418"/>
        </pc:sldMkLst>
        <pc:spChg chg="mod">
          <ac:chgData name="Muriel BORDE" userId="c170603111e0d29b" providerId="LiveId" clId="{57199298-0081-43D7-85F7-B4767A8F9EC5}" dt="2024-04-03T08:44:30.973" v="14585"/>
          <ac:spMkLst>
            <pc:docMk/>
            <pc:sldMk cId="3899930031" sldId="2418"/>
            <ac:spMk id="3" creationId="{0265E835-383E-7EB4-88EA-75C83725001C}"/>
          </ac:spMkLst>
        </pc:spChg>
        <pc:spChg chg="mod">
          <ac:chgData name="Muriel BORDE" userId="c170603111e0d29b" providerId="LiveId" clId="{57199298-0081-43D7-85F7-B4767A8F9EC5}" dt="2024-04-03T08:44:35.443" v="14609" actId="1035"/>
          <ac:spMkLst>
            <pc:docMk/>
            <pc:sldMk cId="3899930031" sldId="2418"/>
            <ac:spMk id="4" creationId="{13B72EE5-F1CE-F446-21AE-266F3411AED8}"/>
          </ac:spMkLst>
        </pc:spChg>
      </pc:sldChg>
      <pc:sldChg chg="modSp add del mod">
        <pc:chgData name="Muriel BORDE" userId="c170603111e0d29b" providerId="LiveId" clId="{57199298-0081-43D7-85F7-B4767A8F9EC5}" dt="2024-08-16T08:51:30.583" v="20318" actId="47"/>
        <pc:sldMkLst>
          <pc:docMk/>
          <pc:sldMk cId="3408047996" sldId="2419"/>
        </pc:sldMkLst>
        <pc:spChg chg="mod">
          <ac:chgData name="Muriel BORDE" userId="c170603111e0d29b" providerId="LiveId" clId="{57199298-0081-43D7-85F7-B4767A8F9EC5}" dt="2024-04-03T08:45:11.072" v="14701"/>
          <ac:spMkLst>
            <pc:docMk/>
            <pc:sldMk cId="3408047996" sldId="2419"/>
            <ac:spMk id="3" creationId="{1123F484-BF76-B2D6-97BC-BA7E5412B37C}"/>
          </ac:spMkLst>
        </pc:spChg>
        <pc:spChg chg="mod">
          <ac:chgData name="Muriel BORDE" userId="c170603111e0d29b" providerId="LiveId" clId="{57199298-0081-43D7-85F7-B4767A8F9EC5}" dt="2024-02-29T11:17:58.193" v="12138" actId="1036"/>
          <ac:spMkLst>
            <pc:docMk/>
            <pc:sldMk cId="3408047996" sldId="2419"/>
            <ac:spMk id="4" creationId="{19DE49CB-C828-99B6-2828-F5A7683701A1}"/>
          </ac:spMkLst>
        </pc:spChg>
      </pc:sldChg>
      <pc:sldChg chg="addSp delSp modSp add mod">
        <pc:chgData name="Muriel BORDE" userId="c170603111e0d29b" providerId="LiveId" clId="{57199298-0081-43D7-85F7-B4767A8F9EC5}" dt="2024-08-16T13:09:42.682" v="26093" actId="1036"/>
        <pc:sldMkLst>
          <pc:docMk/>
          <pc:sldMk cId="2360757496" sldId="2420"/>
        </pc:sldMkLst>
        <pc:spChg chg="del mod">
          <ac:chgData name="Muriel BORDE" userId="c170603111e0d29b" providerId="LiveId" clId="{57199298-0081-43D7-85F7-B4767A8F9EC5}" dt="2024-08-16T08:51:45.809" v="20321" actId="478"/>
          <ac:spMkLst>
            <pc:docMk/>
            <pc:sldMk cId="2360757496" sldId="2420"/>
            <ac:spMk id="3" creationId="{B4919188-A658-6D5B-98D5-29F7BEB814BC}"/>
          </ac:spMkLst>
        </pc:spChg>
        <pc:spChg chg="del mod">
          <ac:chgData name="Muriel BORDE" userId="c170603111e0d29b" providerId="LiveId" clId="{57199298-0081-43D7-85F7-B4767A8F9EC5}" dt="2024-08-16T08:51:48.093" v="20323" actId="478"/>
          <ac:spMkLst>
            <pc:docMk/>
            <pc:sldMk cId="2360757496" sldId="2420"/>
            <ac:spMk id="4" creationId="{374AD10E-F842-EAB4-ECD8-54E379E74AFD}"/>
          </ac:spMkLst>
        </pc:spChg>
        <pc:spChg chg="add mod">
          <ac:chgData name="Muriel BORDE" userId="c170603111e0d29b" providerId="LiveId" clId="{57199298-0081-43D7-85F7-B4767A8F9EC5}" dt="2024-08-16T08:51:44.084" v="20320"/>
          <ac:spMkLst>
            <pc:docMk/>
            <pc:sldMk cId="2360757496" sldId="2420"/>
            <ac:spMk id="5" creationId="{DB9ABE59-2577-DF37-D025-EEC020C1B26E}"/>
          </ac:spMkLst>
        </pc:spChg>
        <pc:spChg chg="add mod">
          <ac:chgData name="Muriel BORDE" userId="c170603111e0d29b" providerId="LiveId" clId="{57199298-0081-43D7-85F7-B4767A8F9EC5}" dt="2024-08-16T08:51:40.188" v="20319"/>
          <ac:spMkLst>
            <pc:docMk/>
            <pc:sldMk cId="2360757496" sldId="2420"/>
            <ac:spMk id="6" creationId="{0B7BA7E5-610E-95C9-CE4E-98448A4BAE79}"/>
          </ac:spMkLst>
        </pc:spChg>
        <pc:spChg chg="add del mod">
          <ac:chgData name="Muriel BORDE" userId="c170603111e0d29b" providerId="LiveId" clId="{57199298-0081-43D7-85F7-B4767A8F9EC5}" dt="2024-08-16T08:51:47.263" v="20322" actId="478"/>
          <ac:spMkLst>
            <pc:docMk/>
            <pc:sldMk cId="2360757496" sldId="2420"/>
            <ac:spMk id="8" creationId="{2A4FAD27-CCC7-55CD-783B-6CF61EE7F6B0}"/>
          </ac:spMkLst>
        </pc:spChg>
        <pc:spChg chg="add mod">
          <ac:chgData name="Muriel BORDE" userId="c170603111e0d29b" providerId="LiveId" clId="{57199298-0081-43D7-85F7-B4767A8F9EC5}" dt="2024-08-16T13:09:39.444" v="26085" actId="20577"/>
          <ac:spMkLst>
            <pc:docMk/>
            <pc:sldMk cId="2360757496" sldId="2420"/>
            <ac:spMk id="9" creationId="{60F3605D-6014-1724-F725-EFBBCEE55070}"/>
          </ac:spMkLst>
        </pc:spChg>
        <pc:spChg chg="add mod">
          <ac:chgData name="Muriel BORDE" userId="c170603111e0d29b" providerId="LiveId" clId="{57199298-0081-43D7-85F7-B4767A8F9EC5}" dt="2024-08-16T13:09:42.682" v="26093" actId="1036"/>
          <ac:spMkLst>
            <pc:docMk/>
            <pc:sldMk cId="2360757496" sldId="2420"/>
            <ac:spMk id="10" creationId="{ECF9DF4F-70F1-5F9F-5187-B0FB064A886F}"/>
          </ac:spMkLst>
        </pc:spChg>
      </pc:sldChg>
      <pc:sldChg chg="modSp add del mod">
        <pc:chgData name="Muriel BORDE" userId="c170603111e0d29b" providerId="LiveId" clId="{57199298-0081-43D7-85F7-B4767A8F9EC5}" dt="2024-08-16T08:52:10.390" v="20402" actId="47"/>
        <pc:sldMkLst>
          <pc:docMk/>
          <pc:sldMk cId="1445415320" sldId="2421"/>
        </pc:sldMkLst>
        <pc:spChg chg="mod">
          <ac:chgData name="Muriel BORDE" userId="c170603111e0d29b" providerId="LiveId" clId="{57199298-0081-43D7-85F7-B4767A8F9EC5}" dt="2024-04-03T08:45:28.239" v="14704"/>
          <ac:spMkLst>
            <pc:docMk/>
            <pc:sldMk cId="1445415320" sldId="2421"/>
            <ac:spMk id="3" creationId="{A3A89A5D-EBFC-95D7-6895-D36878A7BE98}"/>
          </ac:spMkLst>
        </pc:spChg>
        <pc:spChg chg="mod">
          <ac:chgData name="Muriel BORDE" userId="c170603111e0d29b" providerId="LiveId" clId="{57199298-0081-43D7-85F7-B4767A8F9EC5}" dt="2024-02-29T11:18:13.111" v="12173" actId="1035"/>
          <ac:spMkLst>
            <pc:docMk/>
            <pc:sldMk cId="1445415320" sldId="2421"/>
            <ac:spMk id="4" creationId="{B059273C-1A37-9B60-62B6-E206CED11FB9}"/>
          </ac:spMkLst>
        </pc:spChg>
      </pc:sldChg>
      <pc:sldChg chg="addSp delSp modSp new mod">
        <pc:chgData name="Muriel BORDE" userId="c170603111e0d29b" providerId="LiveId" clId="{57199298-0081-43D7-85F7-B4767A8F9EC5}" dt="2024-08-16T13:07:06.652" v="25941" actId="20577"/>
        <pc:sldMkLst>
          <pc:docMk/>
          <pc:sldMk cId="2717853005" sldId="2422"/>
        </pc:sldMkLst>
        <pc:spChg chg="del">
          <ac:chgData name="Muriel BORDE" userId="c170603111e0d29b" providerId="LiveId" clId="{57199298-0081-43D7-85F7-B4767A8F9EC5}" dt="2024-03-20T14:44:27.470" v="12674" actId="478"/>
          <ac:spMkLst>
            <pc:docMk/>
            <pc:sldMk cId="2717853005" sldId="2422"/>
            <ac:spMk id="2" creationId="{62170D75-83DD-FE50-AC40-6950386DC8C8}"/>
          </ac:spMkLst>
        </pc:spChg>
        <pc:spChg chg="del">
          <ac:chgData name="Muriel BORDE" userId="c170603111e0d29b" providerId="LiveId" clId="{57199298-0081-43D7-85F7-B4767A8F9EC5}" dt="2024-03-20T14:44:27.470" v="12674" actId="478"/>
          <ac:spMkLst>
            <pc:docMk/>
            <pc:sldMk cId="2717853005" sldId="2422"/>
            <ac:spMk id="3" creationId="{4FBF006E-16E5-DE84-953E-3BAA7265E758}"/>
          </ac:spMkLst>
        </pc:spChg>
        <pc:spChg chg="add del mod">
          <ac:chgData name="Muriel BORDE" userId="c170603111e0d29b" providerId="LiveId" clId="{57199298-0081-43D7-85F7-B4767A8F9EC5}" dt="2024-08-16T08:16:01.285" v="18776" actId="478"/>
          <ac:spMkLst>
            <pc:docMk/>
            <pc:sldMk cId="2717853005" sldId="2422"/>
            <ac:spMk id="3" creationId="{8FDE38D9-5EFF-A91A-91FB-80D34F24A7B5}"/>
          </ac:spMkLst>
        </pc:spChg>
        <pc:spChg chg="add mod">
          <ac:chgData name="Muriel BORDE" userId="c170603111e0d29b" providerId="LiveId" clId="{57199298-0081-43D7-85F7-B4767A8F9EC5}" dt="2024-08-16T08:27:42.901" v="19123" actId="1076"/>
          <ac:spMkLst>
            <pc:docMk/>
            <pc:sldMk cId="2717853005" sldId="2422"/>
            <ac:spMk id="5" creationId="{F538E0BA-66CE-670F-A078-467418EC6644}"/>
          </ac:spMkLst>
        </pc:spChg>
        <pc:spChg chg="add del mod">
          <ac:chgData name="Muriel BORDE" userId="c170603111e0d29b" providerId="LiveId" clId="{57199298-0081-43D7-85F7-B4767A8F9EC5}" dt="2024-08-16T08:22:02.701" v="18926" actId="478"/>
          <ac:spMkLst>
            <pc:docMk/>
            <pc:sldMk cId="2717853005" sldId="2422"/>
            <ac:spMk id="6" creationId="{5CE83808-540F-4013-CC0D-2C6E63C0E0F1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7" creationId="{61A79CEF-1895-1FD0-EB64-5D4DC4F2A0CA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8" creationId="{35D26D71-ED8D-F2F6-52C4-100F174569E0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9" creationId="{2A3FE289-1E73-3048-62F3-543E8D7055A8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0" creationId="{0FC15AB3-BC06-6828-66AC-4A4CAA3FF7F5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1" creationId="{486FE0ED-6200-3E99-D4D3-73B732CFD4CE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2" creationId="{1A905E84-F885-918B-4BAB-AC9BCFE0B267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3" creationId="{489B7B2B-A5E3-6E1F-031F-8E380D967267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4" creationId="{1A2FFF3E-BA2B-D32A-3CB6-13F5A9A64012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5" creationId="{1AA9D51A-2CB5-8E22-F133-30DDD05756A8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6" creationId="{3DFDFCDE-83CC-4EEA-BE85-9E96F12B3E27}"/>
          </ac:spMkLst>
        </pc:spChg>
        <pc:spChg chg="add del mod">
          <ac:chgData name="Muriel BORDE" userId="c170603111e0d29b" providerId="LiveId" clId="{57199298-0081-43D7-85F7-B4767A8F9EC5}" dt="2024-08-16T08:16:07.791" v="18786" actId="478"/>
          <ac:spMkLst>
            <pc:docMk/>
            <pc:sldMk cId="2717853005" sldId="2422"/>
            <ac:spMk id="17" creationId="{836C92E9-F8D1-53EA-B97C-02D35BEFB04E}"/>
          </ac:spMkLst>
        </pc:spChg>
        <pc:spChg chg="add mod">
          <ac:chgData name="Muriel BORDE" userId="c170603111e0d29b" providerId="LiveId" clId="{57199298-0081-43D7-85F7-B4767A8F9EC5}" dt="2024-08-16T08:16:04.193" v="18785" actId="1036"/>
          <ac:spMkLst>
            <pc:docMk/>
            <pc:sldMk cId="2717853005" sldId="2422"/>
            <ac:spMk id="18" creationId="{877F3F57-25F9-0D87-5CEB-8000D29276FB}"/>
          </ac:spMkLst>
        </pc:spChg>
        <pc:spChg chg="add del mod">
          <ac:chgData name="Muriel BORDE" userId="c170603111e0d29b" providerId="LiveId" clId="{57199298-0081-43D7-85F7-B4767A8F9EC5}" dt="2024-08-16T08:15:59.689" v="18775" actId="478"/>
          <ac:spMkLst>
            <pc:docMk/>
            <pc:sldMk cId="2717853005" sldId="2422"/>
            <ac:spMk id="19" creationId="{1BFF3483-6F13-41C8-4655-B32ED9C879C4}"/>
          </ac:spMkLst>
        </pc:spChg>
        <pc:spChg chg="add mod">
          <ac:chgData name="Muriel BORDE" userId="c170603111e0d29b" providerId="LiveId" clId="{57199298-0081-43D7-85F7-B4767A8F9EC5}" dt="2024-08-16T08:27:34.470" v="19121" actId="1076"/>
          <ac:spMkLst>
            <pc:docMk/>
            <pc:sldMk cId="2717853005" sldId="2422"/>
            <ac:spMk id="20" creationId="{D4773D02-8E60-BD88-DE8C-19E4216AE2FB}"/>
          </ac:spMkLst>
        </pc:spChg>
        <pc:spChg chg="add mod">
          <ac:chgData name="Muriel BORDE" userId="c170603111e0d29b" providerId="LiveId" clId="{57199298-0081-43D7-85F7-B4767A8F9EC5}" dt="2024-08-16T08:27:30.405" v="19120" actId="1076"/>
          <ac:spMkLst>
            <pc:docMk/>
            <pc:sldMk cId="2717853005" sldId="2422"/>
            <ac:spMk id="21" creationId="{45B08795-522E-1F6A-6510-B6B256D42300}"/>
          </ac:spMkLst>
        </pc:spChg>
        <pc:spChg chg="add mod">
          <ac:chgData name="Muriel BORDE" userId="c170603111e0d29b" providerId="LiveId" clId="{57199298-0081-43D7-85F7-B4767A8F9EC5}" dt="2024-08-16T09:07:12.175" v="20708" actId="20577"/>
          <ac:spMkLst>
            <pc:docMk/>
            <pc:sldMk cId="2717853005" sldId="2422"/>
            <ac:spMk id="22" creationId="{6AEC4285-509E-D218-1747-A92B9F5935BA}"/>
          </ac:spMkLst>
        </pc:spChg>
        <pc:spChg chg="add mod">
          <ac:chgData name="Muriel BORDE" userId="c170603111e0d29b" providerId="LiveId" clId="{57199298-0081-43D7-85F7-B4767A8F9EC5}" dt="2024-08-16T08:27:38.899" v="19122" actId="1076"/>
          <ac:spMkLst>
            <pc:docMk/>
            <pc:sldMk cId="2717853005" sldId="2422"/>
            <ac:spMk id="23" creationId="{4E0AF19C-6AFC-FCE9-1399-E264C2B5665B}"/>
          </ac:spMkLst>
        </pc:spChg>
        <pc:spChg chg="add mod">
          <ac:chgData name="Muriel BORDE" userId="c170603111e0d29b" providerId="LiveId" clId="{57199298-0081-43D7-85F7-B4767A8F9EC5}" dt="2024-08-16T09:06:56.663" v="20686" actId="20577"/>
          <ac:spMkLst>
            <pc:docMk/>
            <pc:sldMk cId="2717853005" sldId="2422"/>
            <ac:spMk id="24" creationId="{5FADAD13-F01A-FA14-F00C-C035175722AF}"/>
          </ac:spMkLst>
        </pc:spChg>
        <pc:spChg chg="add mod">
          <ac:chgData name="Muriel BORDE" userId="c170603111e0d29b" providerId="LiveId" clId="{57199298-0081-43D7-85F7-B4767A8F9EC5}" dt="2024-08-16T13:07:06.652" v="25941" actId="20577"/>
          <ac:spMkLst>
            <pc:docMk/>
            <pc:sldMk cId="2717853005" sldId="2422"/>
            <ac:spMk id="25" creationId="{6960DCB2-2CF6-F7D7-589A-7173FAFF898F}"/>
          </ac:spMkLst>
        </pc:spChg>
        <pc:spChg chg="add mod">
          <ac:chgData name="Muriel BORDE" userId="c170603111e0d29b" providerId="LiveId" clId="{57199298-0081-43D7-85F7-B4767A8F9EC5}" dt="2024-08-16T09:01:01.872" v="20580" actId="1037"/>
          <ac:spMkLst>
            <pc:docMk/>
            <pc:sldMk cId="2717853005" sldId="2422"/>
            <ac:spMk id="26" creationId="{C7946BD4-33FF-B8DC-E9F8-A5283FFF41F3}"/>
          </ac:spMkLst>
        </pc:spChg>
        <pc:graphicFrameChg chg="add mod modGraphic">
          <ac:chgData name="Muriel BORDE" userId="c170603111e0d29b" providerId="LiveId" clId="{57199298-0081-43D7-85F7-B4767A8F9EC5}" dt="2024-08-16T08:59:17.295" v="20492" actId="404"/>
          <ac:graphicFrameMkLst>
            <pc:docMk/>
            <pc:sldMk cId="2717853005" sldId="2422"/>
            <ac:graphicFrameMk id="4" creationId="{CB48D59E-1F94-66AA-3557-687B33B0FE4E}"/>
          </ac:graphicFrameMkLst>
        </pc:graphicFrameChg>
        <pc:picChg chg="add del mod">
          <ac:chgData name="Muriel BORDE" userId="c170603111e0d29b" providerId="LiveId" clId="{57199298-0081-43D7-85F7-B4767A8F9EC5}" dt="2024-03-20T14:32:43.660" v="12242" actId="478"/>
          <ac:picMkLst>
            <pc:docMk/>
            <pc:sldMk cId="2717853005" sldId="2422"/>
            <ac:picMk id="4" creationId="{98B74492-6810-C80F-FCD3-2A84F257BAF0}"/>
          </ac:picMkLst>
        </pc:picChg>
        <pc:picChg chg="add del mod">
          <ac:chgData name="Muriel BORDE" userId="c170603111e0d29b" providerId="LiveId" clId="{57199298-0081-43D7-85F7-B4767A8F9EC5}" dt="2024-03-20T14:39:16.320" v="12250" actId="478"/>
          <ac:picMkLst>
            <pc:docMk/>
            <pc:sldMk cId="2717853005" sldId="2422"/>
            <ac:picMk id="6" creationId="{B50631E6-4A4E-6BBB-1B75-9F52CF551D1A}"/>
          </ac:picMkLst>
        </pc:picChg>
      </pc:sldChg>
      <pc:sldChg chg="addSp delSp modSp add del mod">
        <pc:chgData name="Muriel BORDE" userId="c170603111e0d29b" providerId="LiveId" clId="{57199298-0081-43D7-85F7-B4767A8F9EC5}" dt="2024-08-16T08:43:55.867" v="19936" actId="2696"/>
        <pc:sldMkLst>
          <pc:docMk/>
          <pc:sldMk cId="3080555503" sldId="2423"/>
        </pc:sldMkLst>
        <pc:spChg chg="mod">
          <ac:chgData name="Muriel BORDE" userId="c170603111e0d29b" providerId="LiveId" clId="{57199298-0081-43D7-85F7-B4767A8F9EC5}" dt="2024-04-03T08:10:20.108" v="13156" actId="1036"/>
          <ac:spMkLst>
            <pc:docMk/>
            <pc:sldMk cId="3080555503" sldId="2423"/>
            <ac:spMk id="4" creationId="{44644232-BEB6-94D2-321F-D96C3277DD0F}"/>
          </ac:spMkLst>
        </pc:spChg>
        <pc:spChg chg="add del mod">
          <ac:chgData name="Muriel BORDE" userId="c170603111e0d29b" providerId="LiveId" clId="{57199298-0081-43D7-85F7-B4767A8F9EC5}" dt="2024-04-03T07:39:41.007" v="12709" actId="478"/>
          <ac:spMkLst>
            <pc:docMk/>
            <pc:sldMk cId="3080555503" sldId="2423"/>
            <ac:spMk id="5" creationId="{D83BD234-6F3C-AF8B-B97A-22B8B9335140}"/>
          </ac:spMkLst>
        </pc:spChg>
        <pc:spChg chg="add mod">
          <ac:chgData name="Muriel BORDE" userId="c170603111e0d29b" providerId="LiveId" clId="{57199298-0081-43D7-85F7-B4767A8F9EC5}" dt="2024-04-03T07:39:41.184" v="12710"/>
          <ac:spMkLst>
            <pc:docMk/>
            <pc:sldMk cId="3080555503" sldId="2423"/>
            <ac:spMk id="6" creationId="{C4414780-F6B1-611E-0E92-7425C141FD5A}"/>
          </ac:spMkLst>
        </pc:spChg>
        <pc:spChg chg="del">
          <ac:chgData name="Muriel BORDE" userId="c170603111e0d29b" providerId="LiveId" clId="{57199298-0081-43D7-85F7-B4767A8F9EC5}" dt="2024-04-03T07:39:38.892" v="12707" actId="478"/>
          <ac:spMkLst>
            <pc:docMk/>
            <pc:sldMk cId="3080555503" sldId="2423"/>
            <ac:spMk id="7" creationId="{2F092760-4569-2930-B839-2AD857CD592E}"/>
          </ac:spMkLst>
        </pc:spChg>
        <pc:spChg chg="del">
          <ac:chgData name="Muriel BORDE" userId="c170603111e0d29b" providerId="LiveId" clId="{57199298-0081-43D7-85F7-B4767A8F9EC5}" dt="2024-04-03T07:39:38.892" v="12707" actId="478"/>
          <ac:spMkLst>
            <pc:docMk/>
            <pc:sldMk cId="3080555503" sldId="2423"/>
            <ac:spMk id="8" creationId="{CE955EF6-B6A1-AECD-3ED1-95E1E12AE151}"/>
          </ac:spMkLst>
        </pc:spChg>
        <pc:spChg chg="add mod">
          <ac:chgData name="Muriel BORDE" userId="c170603111e0d29b" providerId="LiveId" clId="{57199298-0081-43D7-85F7-B4767A8F9EC5}" dt="2024-08-16T08:43:16.295" v="19933" actId="20577"/>
          <ac:spMkLst>
            <pc:docMk/>
            <pc:sldMk cId="3080555503" sldId="2423"/>
            <ac:spMk id="9" creationId="{7F2116E5-AB80-06DA-CFE1-A1DB714A074C}"/>
          </ac:spMkLst>
        </pc:spChg>
        <pc:spChg chg="add mod">
          <ac:chgData name="Muriel BORDE" userId="c170603111e0d29b" providerId="LiveId" clId="{57199298-0081-43D7-85F7-B4767A8F9EC5}" dt="2024-04-03T08:10:22.088" v="13157" actId="1076"/>
          <ac:spMkLst>
            <pc:docMk/>
            <pc:sldMk cId="3080555503" sldId="2423"/>
            <ac:spMk id="10" creationId="{C8A1120B-4369-C243-FE8D-C510F92F401A}"/>
          </ac:spMkLst>
        </pc:spChg>
        <pc:spChg chg="add mod">
          <ac:chgData name="Muriel BORDE" userId="c170603111e0d29b" providerId="LiveId" clId="{57199298-0081-43D7-85F7-B4767A8F9EC5}" dt="2024-04-03T08:10:24.671" v="13158" actId="1076"/>
          <ac:spMkLst>
            <pc:docMk/>
            <pc:sldMk cId="3080555503" sldId="2423"/>
            <ac:spMk id="11" creationId="{72E42C9A-A3AE-69CC-8B5E-EB5DBB764F39}"/>
          </ac:spMkLst>
        </pc:spChg>
        <pc:picChg chg="del">
          <ac:chgData name="Muriel BORDE" userId="c170603111e0d29b" providerId="LiveId" clId="{57199298-0081-43D7-85F7-B4767A8F9EC5}" dt="2024-04-03T07:39:42.254" v="12711" actId="478"/>
          <ac:picMkLst>
            <pc:docMk/>
            <pc:sldMk cId="3080555503" sldId="2423"/>
            <ac:picMk id="14" creationId="{983B2320-9A1C-5883-13F4-DE570DB4C3CA}"/>
          </ac:picMkLst>
        </pc:picChg>
      </pc:sldChg>
      <pc:sldChg chg="addSp delSp modSp add mod">
        <pc:chgData name="Muriel BORDE" userId="c170603111e0d29b" providerId="LiveId" clId="{57199298-0081-43D7-85F7-B4767A8F9EC5}" dt="2024-08-16T12:27:48.817" v="23147" actId="20577"/>
        <pc:sldMkLst>
          <pc:docMk/>
          <pc:sldMk cId="3384490085" sldId="2423"/>
        </pc:sldMkLst>
        <pc:spChg chg="add mod">
          <ac:chgData name="Muriel BORDE" userId="c170603111e0d29b" providerId="LiveId" clId="{57199298-0081-43D7-85F7-B4767A8F9EC5}" dt="2024-08-16T09:45:27.303" v="21966" actId="1076"/>
          <ac:spMkLst>
            <pc:docMk/>
            <pc:sldMk cId="3384490085" sldId="2423"/>
            <ac:spMk id="3" creationId="{FE106B44-59EF-F466-EB4C-57515976D4D5}"/>
          </ac:spMkLst>
        </pc:spChg>
        <pc:spChg chg="add del mod">
          <ac:chgData name="Muriel BORDE" userId="c170603111e0d29b" providerId="LiveId" clId="{57199298-0081-43D7-85F7-B4767A8F9EC5}" dt="2024-08-16T12:19:10.365" v="22897"/>
          <ac:spMkLst>
            <pc:docMk/>
            <pc:sldMk cId="3384490085" sldId="2423"/>
            <ac:spMk id="7" creationId="{8AD6E884-1B41-F10D-4825-1518AD9FDE20}"/>
          </ac:spMkLst>
        </pc:spChg>
        <pc:spChg chg="mod">
          <ac:chgData name="Muriel BORDE" userId="c170603111e0d29b" providerId="LiveId" clId="{57199298-0081-43D7-85F7-B4767A8F9EC5}" dt="2024-08-16T08:44:20.121" v="19979" actId="20577"/>
          <ac:spMkLst>
            <pc:docMk/>
            <pc:sldMk cId="3384490085" sldId="2423"/>
            <ac:spMk id="9" creationId="{7F2116E5-AB80-06DA-CFE1-A1DB714A074C}"/>
          </ac:spMkLst>
        </pc:spChg>
        <pc:spChg chg="mod">
          <ac:chgData name="Muriel BORDE" userId="c170603111e0d29b" providerId="LiveId" clId="{57199298-0081-43D7-85F7-B4767A8F9EC5}" dt="2024-08-16T12:27:48.817" v="23147" actId="20577"/>
          <ac:spMkLst>
            <pc:docMk/>
            <pc:sldMk cId="3384490085" sldId="2423"/>
            <ac:spMk id="10" creationId="{C8A1120B-4369-C243-FE8D-C510F92F401A}"/>
          </ac:spMkLst>
        </pc:spChg>
        <pc:spChg chg="mod">
          <ac:chgData name="Muriel BORDE" userId="c170603111e0d29b" providerId="LiveId" clId="{57199298-0081-43D7-85F7-B4767A8F9EC5}" dt="2024-08-16T12:22:46.872" v="23001" actId="1076"/>
          <ac:spMkLst>
            <pc:docMk/>
            <pc:sldMk cId="3384490085" sldId="2423"/>
            <ac:spMk id="11" creationId="{72E42C9A-A3AE-69CC-8B5E-EB5DBB764F39}"/>
          </ac:spMkLst>
        </pc:spChg>
        <pc:spChg chg="add mod">
          <ac:chgData name="Muriel BORDE" userId="c170603111e0d29b" providerId="LiveId" clId="{57199298-0081-43D7-85F7-B4767A8F9EC5}" dt="2024-08-16T12:21:02.431" v="22954" actId="1035"/>
          <ac:spMkLst>
            <pc:docMk/>
            <pc:sldMk cId="3384490085" sldId="2423"/>
            <ac:spMk id="12" creationId="{C1FB80F8-017F-5BEE-1846-BED328568E59}"/>
          </ac:spMkLst>
        </pc:spChg>
      </pc:sldChg>
      <pc:sldChg chg="addSp delSp modSp add del mod">
        <pc:chgData name="Muriel BORDE" userId="c170603111e0d29b" providerId="LiveId" clId="{57199298-0081-43D7-85F7-B4767A8F9EC5}" dt="2024-08-16T08:43:55.867" v="19936" actId="2696"/>
        <pc:sldMkLst>
          <pc:docMk/>
          <pc:sldMk cId="649532569" sldId="2424"/>
        </pc:sldMkLst>
        <pc:spChg chg="del">
          <ac:chgData name="Muriel BORDE" userId="c170603111e0d29b" providerId="LiveId" clId="{57199298-0081-43D7-85F7-B4767A8F9EC5}" dt="2024-04-03T07:41:59.550" v="12876" actId="478"/>
          <ac:spMkLst>
            <pc:docMk/>
            <pc:sldMk cId="649532569" sldId="2424"/>
            <ac:spMk id="4" creationId="{44644232-BEB6-94D2-321F-D96C3277DD0F}"/>
          </ac:spMkLst>
        </pc:spChg>
        <pc:spChg chg="add del mod">
          <ac:chgData name="Muriel BORDE" userId="c170603111e0d29b" providerId="LiveId" clId="{57199298-0081-43D7-85F7-B4767A8F9EC5}" dt="2024-04-03T07:42:59.899" v="12886" actId="21"/>
          <ac:spMkLst>
            <pc:docMk/>
            <pc:sldMk cId="649532569" sldId="2424"/>
            <ac:spMk id="5" creationId="{C8A1120B-4369-C243-FE8D-C510F92F401A}"/>
          </ac:spMkLst>
        </pc:spChg>
        <pc:spChg chg="add mod">
          <ac:chgData name="Muriel BORDE" userId="c170603111e0d29b" providerId="LiveId" clId="{57199298-0081-43D7-85F7-B4767A8F9EC5}" dt="2024-04-03T07:43:36.553" v="12896" actId="14100"/>
          <ac:spMkLst>
            <pc:docMk/>
            <pc:sldMk cId="649532569" sldId="2424"/>
            <ac:spMk id="8" creationId="{BEA104B2-5C02-0843-AE3D-373B87D263C0}"/>
          </ac:spMkLst>
        </pc:spChg>
        <pc:spChg chg="mod">
          <ac:chgData name="Muriel BORDE" userId="c170603111e0d29b" providerId="LiveId" clId="{57199298-0081-43D7-85F7-B4767A8F9EC5}" dt="2024-08-16T08:43:30.652" v="19934"/>
          <ac:spMkLst>
            <pc:docMk/>
            <pc:sldMk cId="649532569" sldId="2424"/>
            <ac:spMk id="9" creationId="{7F2116E5-AB80-06DA-CFE1-A1DB714A074C}"/>
          </ac:spMkLst>
        </pc:spChg>
        <pc:graphicFrameChg chg="add mod modGraphic">
          <ac:chgData name="Muriel BORDE" userId="c170603111e0d29b" providerId="LiveId" clId="{57199298-0081-43D7-85F7-B4767A8F9EC5}" dt="2024-04-03T09:31:15.779" v="17663" actId="207"/>
          <ac:graphicFrameMkLst>
            <pc:docMk/>
            <pc:sldMk cId="649532569" sldId="2424"/>
            <ac:graphicFrameMk id="10" creationId="{78546878-0EC5-9FC6-73B1-4330E15AC5B7}"/>
          </ac:graphicFrameMkLst>
        </pc:graphicFrameChg>
      </pc:sldChg>
      <pc:sldChg chg="addSp delSp modSp add mod">
        <pc:chgData name="Muriel BORDE" userId="c170603111e0d29b" providerId="LiveId" clId="{57199298-0081-43D7-85F7-B4767A8F9EC5}" dt="2024-08-16T12:08:09.320" v="22616" actId="21"/>
        <pc:sldMkLst>
          <pc:docMk/>
          <pc:sldMk cId="3113507439" sldId="2424"/>
        </pc:sldMkLst>
        <pc:spChg chg="add del mod">
          <ac:chgData name="Muriel BORDE" userId="c170603111e0d29b" providerId="LiveId" clId="{57199298-0081-43D7-85F7-B4767A8F9EC5}" dt="2024-08-16T12:08:09.320" v="22616" actId="21"/>
          <ac:spMkLst>
            <pc:docMk/>
            <pc:sldMk cId="3113507439" sldId="2424"/>
            <ac:spMk id="3" creationId="{30CB7947-0FFA-80BA-C719-0415A357B376}"/>
          </ac:spMkLst>
        </pc:spChg>
        <pc:spChg chg="add mod">
          <ac:chgData name="Muriel BORDE" userId="c170603111e0d29b" providerId="LiveId" clId="{57199298-0081-43D7-85F7-B4767A8F9EC5}" dt="2024-08-16T09:45:29.912" v="21967"/>
          <ac:spMkLst>
            <pc:docMk/>
            <pc:sldMk cId="3113507439" sldId="2424"/>
            <ac:spMk id="4" creationId="{878F28A1-EF2D-25CE-6A19-79809AF38E29}"/>
          </ac:spMkLst>
        </pc:spChg>
        <pc:spChg chg="add mod">
          <ac:chgData name="Muriel BORDE" userId="c170603111e0d29b" providerId="LiveId" clId="{57199298-0081-43D7-85F7-B4767A8F9EC5}" dt="2024-08-16T12:08:03.034" v="22615" actId="1076"/>
          <ac:spMkLst>
            <pc:docMk/>
            <pc:sldMk cId="3113507439" sldId="2424"/>
            <ac:spMk id="5" creationId="{70ADBC16-2584-9BA6-0EC1-AFBB8E2FCFE6}"/>
          </ac:spMkLst>
        </pc:spChg>
        <pc:spChg chg="mod">
          <ac:chgData name="Muriel BORDE" userId="c170603111e0d29b" providerId="LiveId" clId="{57199298-0081-43D7-85F7-B4767A8F9EC5}" dt="2024-08-16T08:44:25.965" v="19980"/>
          <ac:spMkLst>
            <pc:docMk/>
            <pc:sldMk cId="3113507439" sldId="2424"/>
            <ac:spMk id="9" creationId="{7F2116E5-AB80-06DA-CFE1-A1DB714A074C}"/>
          </ac:spMkLst>
        </pc:spChg>
      </pc:sldChg>
      <pc:sldChg chg="addSp modSp add mod ord">
        <pc:chgData name="Muriel BORDE" userId="c170603111e0d29b" providerId="LiveId" clId="{57199298-0081-43D7-85F7-B4767A8F9EC5}" dt="2024-08-16T12:10:38.061" v="22681" actId="20577"/>
        <pc:sldMkLst>
          <pc:docMk/>
          <pc:sldMk cId="775992847" sldId="2425"/>
        </pc:sldMkLst>
        <pc:spChg chg="add mod">
          <ac:chgData name="Muriel BORDE" userId="c170603111e0d29b" providerId="LiveId" clId="{57199298-0081-43D7-85F7-B4767A8F9EC5}" dt="2024-08-16T09:45:31.671" v="21968"/>
          <ac:spMkLst>
            <pc:docMk/>
            <pc:sldMk cId="775992847" sldId="2425"/>
            <ac:spMk id="3" creationId="{5D8AF878-C829-06A8-6DFB-CEB2974B0D39}"/>
          </ac:spMkLst>
        </pc:spChg>
        <pc:spChg chg="mod">
          <ac:chgData name="Muriel BORDE" userId="c170603111e0d29b" providerId="LiveId" clId="{57199298-0081-43D7-85F7-B4767A8F9EC5}" dt="2024-08-16T12:10:21.289" v="22666" actId="6549"/>
          <ac:spMkLst>
            <pc:docMk/>
            <pc:sldMk cId="775992847" sldId="2425"/>
            <ac:spMk id="4" creationId="{5E4F06F1-BC71-CF92-5043-BB6A79A8E827}"/>
          </ac:spMkLst>
        </pc:spChg>
        <pc:spChg chg="mod">
          <ac:chgData name="Muriel BORDE" userId="c170603111e0d29b" providerId="LiveId" clId="{57199298-0081-43D7-85F7-B4767A8F9EC5}" dt="2024-08-16T12:10:38.061" v="22681" actId="20577"/>
          <ac:spMkLst>
            <pc:docMk/>
            <pc:sldMk cId="775992847" sldId="2425"/>
            <ac:spMk id="5" creationId="{39196F85-F100-680A-BA39-EA508C833A26}"/>
          </ac:spMkLst>
        </pc:spChg>
        <pc:spChg chg="add mod">
          <ac:chgData name="Muriel BORDE" userId="c170603111e0d29b" providerId="LiveId" clId="{57199298-0081-43D7-85F7-B4767A8F9EC5}" dt="2024-08-16T12:09:18.028" v="22627" actId="1076"/>
          <ac:spMkLst>
            <pc:docMk/>
            <pc:sldMk cId="775992847" sldId="2425"/>
            <ac:spMk id="7" creationId="{30CB7947-0FFA-80BA-C719-0415A357B376}"/>
          </ac:spMkLst>
        </pc:spChg>
        <pc:spChg chg="mod">
          <ac:chgData name="Muriel BORDE" userId="c170603111e0d29b" providerId="LiveId" clId="{57199298-0081-43D7-85F7-B4767A8F9EC5}" dt="2024-08-16T08:44:29.033" v="19981"/>
          <ac:spMkLst>
            <pc:docMk/>
            <pc:sldMk cId="775992847" sldId="2425"/>
            <ac:spMk id="9" creationId="{7F2116E5-AB80-06DA-CFE1-A1DB714A074C}"/>
          </ac:spMkLst>
        </pc:spChg>
        <pc:picChg chg="mod">
          <ac:chgData name="Muriel BORDE" userId="c170603111e0d29b" providerId="LiveId" clId="{57199298-0081-43D7-85F7-B4767A8F9EC5}" dt="2024-08-16T12:09:56.918" v="22643" actId="1076"/>
          <ac:picMkLst>
            <pc:docMk/>
            <pc:sldMk cId="775992847" sldId="2425"/>
            <ac:picMk id="2052" creationId="{A3E3E6AD-DA60-4569-9E03-5A40B7DB0208}"/>
          </ac:picMkLst>
        </pc:picChg>
        <pc:picChg chg="mod">
          <ac:chgData name="Muriel BORDE" userId="c170603111e0d29b" providerId="LiveId" clId="{57199298-0081-43D7-85F7-B4767A8F9EC5}" dt="2024-08-16T12:09:38.175" v="22635" actId="167"/>
          <ac:picMkLst>
            <pc:docMk/>
            <pc:sldMk cId="775992847" sldId="2425"/>
            <ac:picMk id="2060" creationId="{E1887152-F12F-7001-7FB3-BAD345B0DACF}"/>
          </ac:picMkLst>
        </pc:picChg>
      </pc:sldChg>
      <pc:sldChg chg="addSp delSp modSp add del mod">
        <pc:chgData name="Muriel BORDE" userId="c170603111e0d29b" providerId="LiveId" clId="{57199298-0081-43D7-85F7-B4767A8F9EC5}" dt="2024-08-16T08:43:55.867" v="19936" actId="2696"/>
        <pc:sldMkLst>
          <pc:docMk/>
          <pc:sldMk cId="3066651122" sldId="2425"/>
        </pc:sldMkLst>
        <pc:spChg chg="add mod">
          <ac:chgData name="Muriel BORDE" userId="c170603111e0d29b" providerId="LiveId" clId="{57199298-0081-43D7-85F7-B4767A8F9EC5}" dt="2024-04-03T07:48:16.146" v="12944" actId="1076"/>
          <ac:spMkLst>
            <pc:docMk/>
            <pc:sldMk cId="3066651122" sldId="2425"/>
            <ac:spMk id="4" creationId="{5E4F06F1-BC71-CF92-5043-BB6A79A8E827}"/>
          </ac:spMkLst>
        </pc:spChg>
        <pc:spChg chg="add mod">
          <ac:chgData name="Muriel BORDE" userId="c170603111e0d29b" providerId="LiveId" clId="{57199298-0081-43D7-85F7-B4767A8F9EC5}" dt="2024-04-03T07:48:12.968" v="12943" actId="1076"/>
          <ac:spMkLst>
            <pc:docMk/>
            <pc:sldMk cId="3066651122" sldId="2425"/>
            <ac:spMk id="5" creationId="{39196F85-F100-680A-BA39-EA508C833A26}"/>
          </ac:spMkLst>
        </pc:spChg>
        <pc:spChg chg="del">
          <ac:chgData name="Muriel BORDE" userId="c170603111e0d29b" providerId="LiveId" clId="{57199298-0081-43D7-85F7-B4767A8F9EC5}" dt="2024-04-03T07:46:59.555" v="12924" actId="478"/>
          <ac:spMkLst>
            <pc:docMk/>
            <pc:sldMk cId="3066651122" sldId="2425"/>
            <ac:spMk id="8" creationId="{BEA104B2-5C02-0843-AE3D-373B87D263C0}"/>
          </ac:spMkLst>
        </pc:spChg>
        <pc:spChg chg="mod">
          <ac:chgData name="Muriel BORDE" userId="c170603111e0d29b" providerId="LiveId" clId="{57199298-0081-43D7-85F7-B4767A8F9EC5}" dt="2024-08-16T08:43:35.406" v="19935"/>
          <ac:spMkLst>
            <pc:docMk/>
            <pc:sldMk cId="3066651122" sldId="2425"/>
            <ac:spMk id="9" creationId="{7F2116E5-AB80-06DA-CFE1-A1DB714A074C}"/>
          </ac:spMkLst>
        </pc:spChg>
        <pc:graphicFrameChg chg="del">
          <ac:chgData name="Muriel BORDE" userId="c170603111e0d29b" providerId="LiveId" clId="{57199298-0081-43D7-85F7-B4767A8F9EC5}" dt="2024-04-03T07:46:59.555" v="12924" actId="478"/>
          <ac:graphicFrameMkLst>
            <pc:docMk/>
            <pc:sldMk cId="3066651122" sldId="2425"/>
            <ac:graphicFrameMk id="10" creationId="{78546878-0EC5-9FC6-73B1-4330E15AC5B7}"/>
          </ac:graphicFrameMkLst>
        </pc:graphicFrameChg>
        <pc:picChg chg="add del mod">
          <ac:chgData name="Muriel BORDE" userId="c170603111e0d29b" providerId="LiveId" clId="{57199298-0081-43D7-85F7-B4767A8F9EC5}" dt="2024-04-03T08:02:53.231" v="12977" actId="478"/>
          <ac:picMkLst>
            <pc:docMk/>
            <pc:sldMk cId="3066651122" sldId="2425"/>
            <ac:picMk id="11" creationId="{EA94222B-FCEE-AA65-B663-4BBE333FD4F5}"/>
          </ac:picMkLst>
        </pc:picChg>
        <pc:picChg chg="add del mod">
          <ac:chgData name="Muriel BORDE" userId="c170603111e0d29b" providerId="LiveId" clId="{57199298-0081-43D7-85F7-B4767A8F9EC5}" dt="2024-04-03T07:50:19.249" v="12950" actId="478"/>
          <ac:picMkLst>
            <pc:docMk/>
            <pc:sldMk cId="3066651122" sldId="2425"/>
            <ac:picMk id="2050" creationId="{1304256E-47A8-F1D8-9B60-2E8A6A0B5F7D}"/>
          </ac:picMkLst>
        </pc:picChg>
        <pc:picChg chg="add mod">
          <ac:chgData name="Muriel BORDE" userId="c170603111e0d29b" providerId="LiveId" clId="{57199298-0081-43D7-85F7-B4767A8F9EC5}" dt="2024-04-03T08:03:03.664" v="12983" actId="1076"/>
          <ac:picMkLst>
            <pc:docMk/>
            <pc:sldMk cId="3066651122" sldId="2425"/>
            <ac:picMk id="2052" creationId="{A3E3E6AD-DA60-4569-9E03-5A40B7DB0208}"/>
          </ac:picMkLst>
        </pc:picChg>
        <pc:picChg chg="add del mod">
          <ac:chgData name="Muriel BORDE" userId="c170603111e0d29b" providerId="LiveId" clId="{57199298-0081-43D7-85F7-B4767A8F9EC5}" dt="2024-04-03T07:52:07.561" v="12961" actId="478"/>
          <ac:picMkLst>
            <pc:docMk/>
            <pc:sldMk cId="3066651122" sldId="2425"/>
            <ac:picMk id="2054" creationId="{7C6381A2-98B3-DB2C-E983-7D90E5660658}"/>
          </ac:picMkLst>
        </pc:picChg>
        <pc:picChg chg="add del mod">
          <ac:chgData name="Muriel BORDE" userId="c170603111e0d29b" providerId="LiveId" clId="{57199298-0081-43D7-85F7-B4767A8F9EC5}" dt="2024-04-03T07:52:00.820" v="12958" actId="478"/>
          <ac:picMkLst>
            <pc:docMk/>
            <pc:sldMk cId="3066651122" sldId="2425"/>
            <ac:picMk id="2056" creationId="{DB4651CF-3910-093B-F818-A8EB2904DFFE}"/>
          </ac:picMkLst>
        </pc:picChg>
        <pc:picChg chg="add del mod">
          <ac:chgData name="Muriel BORDE" userId="c170603111e0d29b" providerId="LiveId" clId="{57199298-0081-43D7-85F7-B4767A8F9EC5}" dt="2024-04-03T07:52:11.470" v="12963" actId="478"/>
          <ac:picMkLst>
            <pc:docMk/>
            <pc:sldMk cId="3066651122" sldId="2425"/>
            <ac:picMk id="2058" creationId="{6C16478D-80BE-B0BC-1684-C2C896355915}"/>
          </ac:picMkLst>
        </pc:picChg>
        <pc:picChg chg="add mod">
          <ac:chgData name="Muriel BORDE" userId="c170603111e0d29b" providerId="LiveId" clId="{57199298-0081-43D7-85F7-B4767A8F9EC5}" dt="2024-04-03T08:03:05.520" v="12984" actId="1076"/>
          <ac:picMkLst>
            <pc:docMk/>
            <pc:sldMk cId="3066651122" sldId="2425"/>
            <ac:picMk id="2060" creationId="{E1887152-F12F-7001-7FB3-BAD345B0DACF}"/>
          </ac:picMkLst>
        </pc:picChg>
      </pc:sldChg>
      <pc:sldChg chg="addSp delSp modSp add mod">
        <pc:chgData name="Muriel BORDE" userId="c170603111e0d29b" providerId="LiveId" clId="{57199298-0081-43D7-85F7-B4767A8F9EC5}" dt="2024-04-03T08:10:45.109" v="13184" actId="1076"/>
        <pc:sldMkLst>
          <pc:docMk/>
          <pc:sldMk cId="3400387881" sldId="2426"/>
        </pc:sldMkLst>
        <pc:spChg chg="del">
          <ac:chgData name="Muriel BORDE" userId="c170603111e0d29b" providerId="LiveId" clId="{57199298-0081-43D7-85F7-B4767A8F9EC5}" dt="2024-04-03T08:04:15.942" v="12991" actId="478"/>
          <ac:spMkLst>
            <pc:docMk/>
            <pc:sldMk cId="3400387881" sldId="2426"/>
            <ac:spMk id="4" creationId="{5E4F06F1-BC71-CF92-5043-BB6A79A8E827}"/>
          </ac:spMkLst>
        </pc:spChg>
        <pc:spChg chg="del">
          <ac:chgData name="Muriel BORDE" userId="c170603111e0d29b" providerId="LiveId" clId="{57199298-0081-43D7-85F7-B4767A8F9EC5}" dt="2024-04-03T08:03:44.824" v="12986" actId="478"/>
          <ac:spMkLst>
            <pc:docMk/>
            <pc:sldMk cId="3400387881" sldId="2426"/>
            <ac:spMk id="5" creationId="{39196F85-F100-680A-BA39-EA508C833A26}"/>
          </ac:spMkLst>
        </pc:spChg>
        <pc:spChg chg="add mod">
          <ac:chgData name="Muriel BORDE" userId="c170603111e0d29b" providerId="LiveId" clId="{57199298-0081-43D7-85F7-B4767A8F9EC5}" dt="2024-04-03T08:07:58.193" v="13065" actId="1076"/>
          <ac:spMkLst>
            <pc:docMk/>
            <pc:sldMk cId="3400387881" sldId="2426"/>
            <ac:spMk id="7" creationId="{9A44169D-DDA0-68D6-0BA2-B6C668CC32B0}"/>
          </ac:spMkLst>
        </pc:spChg>
        <pc:spChg chg="add mod">
          <ac:chgData name="Muriel BORDE" userId="c170603111e0d29b" providerId="LiveId" clId="{57199298-0081-43D7-85F7-B4767A8F9EC5}" dt="2024-04-03T08:08:01.072" v="13066" actId="1076"/>
          <ac:spMkLst>
            <pc:docMk/>
            <pc:sldMk cId="3400387881" sldId="2426"/>
            <ac:spMk id="8" creationId="{DF1903C3-C8D9-A53F-A26B-F0CF1C8E16D0}"/>
          </ac:spMkLst>
        </pc:spChg>
        <pc:spChg chg="add mod">
          <ac:chgData name="Muriel BORDE" userId="c170603111e0d29b" providerId="LiveId" clId="{57199298-0081-43D7-85F7-B4767A8F9EC5}" dt="2024-04-03T08:10:45.109" v="13184" actId="1076"/>
          <ac:spMkLst>
            <pc:docMk/>
            <pc:sldMk cId="3400387881" sldId="2426"/>
            <ac:spMk id="10" creationId="{B53089D2-6BDD-1C05-5F81-D9BB8287836F}"/>
          </ac:spMkLst>
        </pc:spChg>
        <pc:picChg chg="del">
          <ac:chgData name="Muriel BORDE" userId="c170603111e0d29b" providerId="LiveId" clId="{57199298-0081-43D7-85F7-B4767A8F9EC5}" dt="2024-04-03T08:03:44.824" v="12986" actId="478"/>
          <ac:picMkLst>
            <pc:docMk/>
            <pc:sldMk cId="3400387881" sldId="2426"/>
            <ac:picMk id="2052" creationId="{A3E3E6AD-DA60-4569-9E03-5A40B7DB0208}"/>
          </ac:picMkLst>
        </pc:picChg>
        <pc:picChg chg="del">
          <ac:chgData name="Muriel BORDE" userId="c170603111e0d29b" providerId="LiveId" clId="{57199298-0081-43D7-85F7-B4767A8F9EC5}" dt="2024-04-03T08:03:44.824" v="12986" actId="478"/>
          <ac:picMkLst>
            <pc:docMk/>
            <pc:sldMk cId="3400387881" sldId="2426"/>
            <ac:picMk id="2060" creationId="{E1887152-F12F-7001-7FB3-BAD345B0DACF}"/>
          </ac:picMkLst>
        </pc:picChg>
        <pc:picChg chg="add mod">
          <ac:chgData name="Muriel BORDE" userId="c170603111e0d29b" providerId="LiveId" clId="{57199298-0081-43D7-85F7-B4767A8F9EC5}" dt="2024-04-03T08:08:03.941" v="13067" actId="1076"/>
          <ac:picMkLst>
            <pc:docMk/>
            <pc:sldMk cId="3400387881" sldId="2426"/>
            <ac:picMk id="4098" creationId="{72D0F2F3-58D5-8A66-D5FD-F908DEA731C2}"/>
          </ac:picMkLst>
        </pc:picChg>
      </pc:sldChg>
      <pc:sldChg chg="addSp delSp modSp add mod">
        <pc:chgData name="Muriel BORDE" userId="c170603111e0d29b" providerId="LiveId" clId="{57199298-0081-43D7-85F7-B4767A8F9EC5}" dt="2024-08-16T12:49:10.606" v="24414" actId="1076"/>
        <pc:sldMkLst>
          <pc:docMk/>
          <pc:sldMk cId="1516955346" sldId="2427"/>
        </pc:sldMkLst>
        <pc:spChg chg="add del mod">
          <ac:chgData name="Muriel BORDE" userId="c170603111e0d29b" providerId="LiveId" clId="{57199298-0081-43D7-85F7-B4767A8F9EC5}" dt="2024-08-16T12:40:12.091" v="23666" actId="478"/>
          <ac:spMkLst>
            <pc:docMk/>
            <pc:sldMk cId="1516955346" sldId="2427"/>
            <ac:spMk id="3" creationId="{606A1420-708E-EAC2-F72C-9F527CCD03C2}"/>
          </ac:spMkLst>
        </pc:spChg>
        <pc:spChg chg="add mod">
          <ac:chgData name="Muriel BORDE" userId="c170603111e0d29b" providerId="LiveId" clId="{57199298-0081-43D7-85F7-B4767A8F9EC5}" dt="2024-04-03T08:11:10.364" v="13207" actId="1076"/>
          <ac:spMkLst>
            <pc:docMk/>
            <pc:sldMk cId="1516955346" sldId="2427"/>
            <ac:spMk id="4" creationId="{1DFCFC4C-F777-5B83-1403-20D48EE37FC9}"/>
          </ac:spMkLst>
        </pc:spChg>
        <pc:spChg chg="add mod">
          <ac:chgData name="Muriel BORDE" userId="c170603111e0d29b" providerId="LiveId" clId="{57199298-0081-43D7-85F7-B4767A8F9EC5}" dt="2024-04-03T08:11:14.591" v="13208" actId="1076"/>
          <ac:spMkLst>
            <pc:docMk/>
            <pc:sldMk cId="1516955346" sldId="2427"/>
            <ac:spMk id="5" creationId="{8948928D-407F-E999-3653-DF4E6246FA72}"/>
          </ac:spMkLst>
        </pc:spChg>
        <pc:spChg chg="add mod">
          <ac:chgData name="Muriel BORDE" userId="c170603111e0d29b" providerId="LiveId" clId="{57199298-0081-43D7-85F7-B4767A8F9EC5}" dt="2024-08-16T12:49:10.606" v="24414" actId="1076"/>
          <ac:spMkLst>
            <pc:docMk/>
            <pc:sldMk cId="1516955346" sldId="2427"/>
            <ac:spMk id="7" creationId="{0049481C-7BA5-A3CE-DA42-43DE90A5A649}"/>
          </ac:spMkLst>
        </pc:spChg>
        <pc:spChg chg="del">
          <ac:chgData name="Muriel BORDE" userId="c170603111e0d29b" providerId="LiveId" clId="{57199298-0081-43D7-85F7-B4767A8F9EC5}" dt="2024-04-03T08:08:13.639" v="13069" actId="478"/>
          <ac:spMkLst>
            <pc:docMk/>
            <pc:sldMk cId="1516955346" sldId="2427"/>
            <ac:spMk id="7" creationId="{9A44169D-DDA0-68D6-0BA2-B6C668CC32B0}"/>
          </ac:spMkLst>
        </pc:spChg>
        <pc:spChg chg="del">
          <ac:chgData name="Muriel BORDE" userId="c170603111e0d29b" providerId="LiveId" clId="{57199298-0081-43D7-85F7-B4767A8F9EC5}" dt="2024-04-03T08:08:13.639" v="13069" actId="478"/>
          <ac:spMkLst>
            <pc:docMk/>
            <pc:sldMk cId="1516955346" sldId="2427"/>
            <ac:spMk id="8" creationId="{DF1903C3-C8D9-A53F-A26B-F0CF1C8E16D0}"/>
          </ac:spMkLst>
        </pc:spChg>
        <pc:spChg chg="add mod">
          <ac:chgData name="Muriel BORDE" userId="c170603111e0d29b" providerId="LiveId" clId="{57199298-0081-43D7-85F7-B4767A8F9EC5}" dt="2024-04-03T08:11:05.463" v="13206" actId="1076"/>
          <ac:spMkLst>
            <pc:docMk/>
            <pc:sldMk cId="1516955346" sldId="2427"/>
            <ac:spMk id="10" creationId="{634DE3DE-433A-AFC5-DB2E-8A5E2C1FB924}"/>
          </ac:spMkLst>
        </pc:spChg>
        <pc:picChg chg="del">
          <ac:chgData name="Muriel BORDE" userId="c170603111e0d29b" providerId="LiveId" clId="{57199298-0081-43D7-85F7-B4767A8F9EC5}" dt="2024-04-03T08:08:13.639" v="13069" actId="478"/>
          <ac:picMkLst>
            <pc:docMk/>
            <pc:sldMk cId="1516955346" sldId="2427"/>
            <ac:picMk id="4098" creationId="{72D0F2F3-58D5-8A66-D5FD-F908DEA731C2}"/>
          </ac:picMkLst>
        </pc:picChg>
      </pc:sldChg>
      <pc:sldChg chg="addSp delSp modSp add mod">
        <pc:chgData name="Muriel BORDE" userId="c170603111e0d29b" providerId="LiveId" clId="{57199298-0081-43D7-85F7-B4767A8F9EC5}" dt="2024-08-16T13:02:35.592" v="25492" actId="20577"/>
        <pc:sldMkLst>
          <pc:docMk/>
          <pc:sldMk cId="3560373298" sldId="2428"/>
        </pc:sldMkLst>
        <pc:spChg chg="del">
          <ac:chgData name="Muriel BORDE" userId="c170603111e0d29b" providerId="LiveId" clId="{57199298-0081-43D7-85F7-B4767A8F9EC5}" dt="2024-04-03T08:12:02.342" v="13243" actId="478"/>
          <ac:spMkLst>
            <pc:docMk/>
            <pc:sldMk cId="3560373298" sldId="2428"/>
            <ac:spMk id="4" creationId="{1DFCFC4C-F777-5B83-1403-20D48EE37FC9}"/>
          </ac:spMkLst>
        </pc:spChg>
        <pc:spChg chg="add mod">
          <ac:chgData name="Muriel BORDE" userId="c170603111e0d29b" providerId="LiveId" clId="{57199298-0081-43D7-85F7-B4767A8F9EC5}" dt="2024-08-16T13:02:35.592" v="25492" actId="20577"/>
          <ac:spMkLst>
            <pc:docMk/>
            <pc:sldMk cId="3560373298" sldId="2428"/>
            <ac:spMk id="4" creationId="{F55C0F3B-035A-8410-1EA7-1963D6061FFC}"/>
          </ac:spMkLst>
        </pc:spChg>
        <pc:spChg chg="del">
          <ac:chgData name="Muriel BORDE" userId="c170603111e0d29b" providerId="LiveId" clId="{57199298-0081-43D7-85F7-B4767A8F9EC5}" dt="2024-04-03T08:12:02.342" v="13243" actId="478"/>
          <ac:spMkLst>
            <pc:docMk/>
            <pc:sldMk cId="3560373298" sldId="2428"/>
            <ac:spMk id="5" creationId="{8948928D-407F-E999-3653-DF4E6246FA72}"/>
          </ac:spMkLst>
        </pc:spChg>
        <pc:spChg chg="mod">
          <ac:chgData name="Muriel BORDE" userId="c170603111e0d29b" providerId="LiveId" clId="{57199298-0081-43D7-85F7-B4767A8F9EC5}" dt="2024-08-16T08:50:44.355" v="20270" actId="20577"/>
          <ac:spMkLst>
            <pc:docMk/>
            <pc:sldMk cId="3560373298" sldId="2428"/>
            <ac:spMk id="9" creationId="{7F2116E5-AB80-06DA-CFE1-A1DB714A074C}"/>
          </ac:spMkLst>
        </pc:spChg>
        <pc:spChg chg="del">
          <ac:chgData name="Muriel BORDE" userId="c170603111e0d29b" providerId="LiveId" clId="{57199298-0081-43D7-85F7-B4767A8F9EC5}" dt="2024-04-03T08:12:02.342" v="13243" actId="478"/>
          <ac:spMkLst>
            <pc:docMk/>
            <pc:sldMk cId="3560373298" sldId="2428"/>
            <ac:spMk id="10" creationId="{634DE3DE-433A-AFC5-DB2E-8A5E2C1FB924}"/>
          </ac:spMkLst>
        </pc:spChg>
        <pc:spChg chg="add del mod">
          <ac:chgData name="Muriel BORDE" userId="c170603111e0d29b" providerId="LiveId" clId="{57199298-0081-43D7-85F7-B4767A8F9EC5}" dt="2024-08-16T13:01:10.372" v="25423" actId="478"/>
          <ac:spMkLst>
            <pc:docMk/>
            <pc:sldMk cId="3560373298" sldId="2428"/>
            <ac:spMk id="10" creationId="{7F0DBED9-FF06-9D46-D2EC-8651F82A2105}"/>
          </ac:spMkLst>
        </pc:spChg>
        <pc:graphicFrameChg chg="add mod modGraphic">
          <ac:chgData name="Muriel BORDE" userId="c170603111e0d29b" providerId="LiveId" clId="{57199298-0081-43D7-85F7-B4767A8F9EC5}" dt="2024-08-16T13:01:51.948" v="25458" actId="14734"/>
          <ac:graphicFrameMkLst>
            <pc:docMk/>
            <pc:sldMk cId="3560373298" sldId="2428"/>
            <ac:graphicFrameMk id="3" creationId="{6F7F6438-D3EF-D625-F8FD-3C777475B1D6}"/>
          </ac:graphicFrameMkLst>
        </pc:graphicFrameChg>
        <pc:cxnChg chg="add mod">
          <ac:chgData name="Muriel BORDE" userId="c170603111e0d29b" providerId="LiveId" clId="{57199298-0081-43D7-85F7-B4767A8F9EC5}" dt="2024-08-16T13:01:27.650" v="25454" actId="1035"/>
          <ac:cxnSpMkLst>
            <pc:docMk/>
            <pc:sldMk cId="3560373298" sldId="2428"/>
            <ac:cxnSpMk id="7" creationId="{84A2002E-B54D-6852-61A0-E90B17072D14}"/>
          </ac:cxnSpMkLst>
        </pc:cxnChg>
      </pc:sldChg>
      <pc:sldChg chg="addSp modSp add del mod">
        <pc:chgData name="Muriel BORDE" userId="c170603111e0d29b" providerId="LiveId" clId="{57199298-0081-43D7-85F7-B4767A8F9EC5}" dt="2024-08-16T09:26:33.786" v="21401" actId="47"/>
        <pc:sldMkLst>
          <pc:docMk/>
          <pc:sldMk cId="1417531988" sldId="2429"/>
        </pc:sldMkLst>
        <pc:spChg chg="mod">
          <ac:chgData name="Muriel BORDE" userId="c170603111e0d29b" providerId="LiveId" clId="{57199298-0081-43D7-85F7-B4767A8F9EC5}" dt="2024-04-03T09:03:15.234" v="15374" actId="1035"/>
          <ac:spMkLst>
            <pc:docMk/>
            <pc:sldMk cId="1417531988" sldId="2429"/>
            <ac:spMk id="8" creationId="{5852EA72-F86A-F1A8-F9C6-DD5530466ACC}"/>
          </ac:spMkLst>
        </pc:spChg>
        <pc:spChg chg="mod">
          <ac:chgData name="Muriel BORDE" userId="c170603111e0d29b" providerId="LiveId" clId="{57199298-0081-43D7-85F7-B4767A8F9EC5}" dt="2024-08-16T08:40:11.606" v="19772" actId="20577"/>
          <ac:spMkLst>
            <pc:docMk/>
            <pc:sldMk cId="1417531988" sldId="2429"/>
            <ac:spMk id="9" creationId="{7F2116E5-AB80-06DA-CFE1-A1DB714A074C}"/>
          </ac:spMkLst>
        </pc:spChg>
        <pc:spChg chg="mod">
          <ac:chgData name="Muriel BORDE" userId="c170603111e0d29b" providerId="LiveId" clId="{57199298-0081-43D7-85F7-B4767A8F9EC5}" dt="2024-04-03T09:03:15.234" v="15374" actId="1035"/>
          <ac:spMkLst>
            <pc:docMk/>
            <pc:sldMk cId="1417531988" sldId="2429"/>
            <ac:spMk id="11" creationId="{C7934C47-F535-0196-C026-C461A585F166}"/>
          </ac:spMkLst>
        </pc:spChg>
        <pc:spChg chg="add mod">
          <ac:chgData name="Muriel BORDE" userId="c170603111e0d29b" providerId="LiveId" clId="{57199298-0081-43D7-85F7-B4767A8F9EC5}" dt="2024-08-16T09:19:20.934" v="21092" actId="20577"/>
          <ac:spMkLst>
            <pc:docMk/>
            <pc:sldMk cId="1417531988" sldId="2429"/>
            <ac:spMk id="12" creationId="{A40BE264-5C82-B54F-AB31-300BFAB3A898}"/>
          </ac:spMkLst>
        </pc:spChg>
        <pc:spChg chg="mod">
          <ac:chgData name="Muriel BORDE" userId="c170603111e0d29b" providerId="LiveId" clId="{57199298-0081-43D7-85F7-B4767A8F9EC5}" dt="2024-08-16T09:15:18.350" v="21002" actId="1076"/>
          <ac:spMkLst>
            <pc:docMk/>
            <pc:sldMk cId="1417531988" sldId="2429"/>
            <ac:spMk id="13" creationId="{5D6A0131-2824-7B40-D866-6F3082A5715F}"/>
          </ac:spMkLst>
        </pc:spChg>
        <pc:spChg chg="mod">
          <ac:chgData name="Muriel BORDE" userId="c170603111e0d29b" providerId="LiveId" clId="{57199298-0081-43D7-85F7-B4767A8F9EC5}" dt="2024-08-16T09:15:27.721" v="21005" actId="1076"/>
          <ac:spMkLst>
            <pc:docMk/>
            <pc:sldMk cId="1417531988" sldId="2429"/>
            <ac:spMk id="17" creationId="{F3262335-FE5B-96EC-175E-F47E88EB8548}"/>
          </ac:spMkLst>
        </pc:spChg>
        <pc:spChg chg="mod">
          <ac:chgData name="Muriel BORDE" userId="c170603111e0d29b" providerId="LiveId" clId="{57199298-0081-43D7-85F7-B4767A8F9EC5}" dt="2024-04-03T09:12:45.842" v="16319" actId="207"/>
          <ac:spMkLst>
            <pc:docMk/>
            <pc:sldMk cId="1417531988" sldId="2429"/>
            <ac:spMk id="18" creationId="{ABC143D8-4C0F-C670-AE13-DEE69EE6C44B}"/>
          </ac:spMkLst>
        </pc:spChg>
        <pc:spChg chg="mod">
          <ac:chgData name="Muriel BORDE" userId="c170603111e0d29b" providerId="LiveId" clId="{57199298-0081-43D7-85F7-B4767A8F9EC5}" dt="2024-04-03T09:03:15.234" v="15374" actId="1035"/>
          <ac:spMkLst>
            <pc:docMk/>
            <pc:sldMk cId="1417531988" sldId="2429"/>
            <ac:spMk id="19" creationId="{14349884-357F-C905-5495-B0C7332812D5}"/>
          </ac:spMkLst>
        </pc:spChg>
        <pc:spChg chg="mod">
          <ac:chgData name="Muriel BORDE" userId="c170603111e0d29b" providerId="LiveId" clId="{57199298-0081-43D7-85F7-B4767A8F9EC5}" dt="2024-08-16T09:15:05.268" v="20998" actId="1076"/>
          <ac:spMkLst>
            <pc:docMk/>
            <pc:sldMk cId="1417531988" sldId="2429"/>
            <ac:spMk id="20" creationId="{7F23F458-B7DF-A1F4-7FE8-C0D6DBB926B4}"/>
          </ac:spMkLst>
        </pc:spChg>
        <pc:cxnChg chg="mod">
          <ac:chgData name="Muriel BORDE" userId="c170603111e0d29b" providerId="LiveId" clId="{57199298-0081-43D7-85F7-B4767A8F9EC5}" dt="2024-04-03T09:03:15.234" v="15374" actId="1035"/>
          <ac:cxnSpMkLst>
            <pc:docMk/>
            <pc:sldMk cId="1417531988" sldId="2429"/>
            <ac:cxnSpMk id="22" creationId="{45A8F8D2-27AD-E9BD-69CD-9CDA49EA0501}"/>
          </ac:cxnSpMkLst>
        </pc:cxnChg>
        <pc:cxnChg chg="mod">
          <ac:chgData name="Muriel BORDE" userId="c170603111e0d29b" providerId="LiveId" clId="{57199298-0081-43D7-85F7-B4767A8F9EC5}" dt="2024-04-03T09:03:15.234" v="15374" actId="1035"/>
          <ac:cxnSpMkLst>
            <pc:docMk/>
            <pc:sldMk cId="1417531988" sldId="2429"/>
            <ac:cxnSpMk id="23" creationId="{2DD0116D-506B-EDAF-8765-022C2C8D0FD1}"/>
          </ac:cxnSpMkLst>
        </pc:cxnChg>
        <pc:cxnChg chg="mod">
          <ac:chgData name="Muriel BORDE" userId="c170603111e0d29b" providerId="LiveId" clId="{57199298-0081-43D7-85F7-B4767A8F9EC5}" dt="2024-08-16T09:15:10.240" v="21000" actId="14100"/>
          <ac:cxnSpMkLst>
            <pc:docMk/>
            <pc:sldMk cId="1417531988" sldId="2429"/>
            <ac:cxnSpMk id="27" creationId="{0E3173B7-BB2B-64EF-677A-1EC6B761F3C3}"/>
          </ac:cxnSpMkLst>
        </pc:cxnChg>
        <pc:cxnChg chg="mod">
          <ac:chgData name="Muriel BORDE" userId="c170603111e0d29b" providerId="LiveId" clId="{57199298-0081-43D7-85F7-B4767A8F9EC5}" dt="2024-08-16T09:15:24.763" v="21004" actId="14100"/>
          <ac:cxnSpMkLst>
            <pc:docMk/>
            <pc:sldMk cId="1417531988" sldId="2429"/>
            <ac:cxnSpMk id="31" creationId="{86F9DD43-C4B6-2699-26C2-5217F22B1B30}"/>
          </ac:cxnSpMkLst>
        </pc:cxnChg>
        <pc:cxnChg chg="mod">
          <ac:chgData name="Muriel BORDE" userId="c170603111e0d29b" providerId="LiveId" clId="{57199298-0081-43D7-85F7-B4767A8F9EC5}" dt="2024-08-16T09:15:32.392" v="21007" actId="14100"/>
          <ac:cxnSpMkLst>
            <pc:docMk/>
            <pc:sldMk cId="1417531988" sldId="2429"/>
            <ac:cxnSpMk id="36" creationId="{1A9EA987-BDE9-6E13-4543-7A4A81BBC7A6}"/>
          </ac:cxnSpMkLst>
        </pc:cxnChg>
      </pc:sldChg>
      <pc:sldChg chg="addSp delSp modSp add del mod">
        <pc:chgData name="Muriel BORDE" userId="c170603111e0d29b" providerId="LiveId" clId="{57199298-0081-43D7-85F7-B4767A8F9EC5}" dt="2024-04-03T08:43:13.352" v="14545" actId="2696"/>
        <pc:sldMkLst>
          <pc:docMk/>
          <pc:sldMk cId="3748107549" sldId="2429"/>
        </pc:sldMkLst>
        <pc:spChg chg="add del mod">
          <ac:chgData name="Muriel BORDE" userId="c170603111e0d29b" providerId="LiveId" clId="{57199298-0081-43D7-85F7-B4767A8F9EC5}" dt="2024-04-03T08:30:45.687" v="14383" actId="478"/>
          <ac:spMkLst>
            <pc:docMk/>
            <pc:sldMk cId="3748107549" sldId="2429"/>
            <ac:spMk id="5" creationId="{D66FF189-B93E-7058-856A-46FB20EF898A}"/>
          </ac:spMkLst>
        </pc:spChg>
        <pc:spChg chg="add mod">
          <ac:chgData name="Muriel BORDE" userId="c170603111e0d29b" providerId="LiveId" clId="{57199298-0081-43D7-85F7-B4767A8F9EC5}" dt="2024-04-03T08:41:44.059" v="14536" actId="1076"/>
          <ac:spMkLst>
            <pc:docMk/>
            <pc:sldMk cId="3748107549" sldId="2429"/>
            <ac:spMk id="8" creationId="{5852EA72-F86A-F1A8-F9C6-DD5530466ACC}"/>
          </ac:spMkLst>
        </pc:spChg>
        <pc:spChg chg="mod">
          <ac:chgData name="Muriel BORDE" userId="c170603111e0d29b" providerId="LiveId" clId="{57199298-0081-43D7-85F7-B4767A8F9EC5}" dt="2024-04-03T08:28:46.389" v="14339" actId="20577"/>
          <ac:spMkLst>
            <pc:docMk/>
            <pc:sldMk cId="3748107549" sldId="2429"/>
            <ac:spMk id="9" creationId="{7F2116E5-AB80-06DA-CFE1-A1DB714A074C}"/>
          </ac:spMkLst>
        </pc:spChg>
        <pc:spChg chg="add mod">
          <ac:chgData name="Muriel BORDE" userId="c170603111e0d29b" providerId="LiveId" clId="{57199298-0081-43D7-85F7-B4767A8F9EC5}" dt="2024-04-03T08:39:09.752" v="14495" actId="948"/>
          <ac:spMkLst>
            <pc:docMk/>
            <pc:sldMk cId="3748107549" sldId="2429"/>
            <ac:spMk id="11" creationId="{C7934C47-F535-0196-C026-C461A585F166}"/>
          </ac:spMkLst>
        </pc:spChg>
        <pc:spChg chg="add mod">
          <ac:chgData name="Muriel BORDE" userId="c170603111e0d29b" providerId="LiveId" clId="{57199298-0081-43D7-85F7-B4767A8F9EC5}" dt="2024-04-03T08:42:18.308" v="14541" actId="120"/>
          <ac:spMkLst>
            <pc:docMk/>
            <pc:sldMk cId="3748107549" sldId="2429"/>
            <ac:spMk id="13" creationId="{5D6A0131-2824-7B40-D866-6F3082A5715F}"/>
          </ac:spMkLst>
        </pc:spChg>
        <pc:spChg chg="add del mod">
          <ac:chgData name="Muriel BORDE" userId="c170603111e0d29b" providerId="LiveId" clId="{57199298-0081-43D7-85F7-B4767A8F9EC5}" dt="2024-04-03T08:36:50.908" v="14448" actId="478"/>
          <ac:spMkLst>
            <pc:docMk/>
            <pc:sldMk cId="3748107549" sldId="2429"/>
            <ac:spMk id="15" creationId="{32074850-D768-8D02-8C91-ADCB7BCB1E63}"/>
          </ac:spMkLst>
        </pc:spChg>
        <pc:spChg chg="add mod">
          <ac:chgData name="Muriel BORDE" userId="c170603111e0d29b" providerId="LiveId" clId="{57199298-0081-43D7-85F7-B4767A8F9EC5}" dt="2024-04-03T08:41:26.834" v="14530" actId="1076"/>
          <ac:spMkLst>
            <pc:docMk/>
            <pc:sldMk cId="3748107549" sldId="2429"/>
            <ac:spMk id="17" creationId="{F3262335-FE5B-96EC-175E-F47E88EB8548}"/>
          </ac:spMkLst>
        </pc:spChg>
        <pc:spChg chg="add mod">
          <ac:chgData name="Muriel BORDE" userId="c170603111e0d29b" providerId="LiveId" clId="{57199298-0081-43D7-85F7-B4767A8F9EC5}" dt="2024-04-03T08:39:19.756" v="14496" actId="1076"/>
          <ac:spMkLst>
            <pc:docMk/>
            <pc:sldMk cId="3748107549" sldId="2429"/>
            <ac:spMk id="18" creationId="{ABC143D8-4C0F-C670-AE13-DEE69EE6C44B}"/>
          </ac:spMkLst>
        </pc:spChg>
        <pc:spChg chg="add mod">
          <ac:chgData name="Muriel BORDE" userId="c170603111e0d29b" providerId="LiveId" clId="{57199298-0081-43D7-85F7-B4767A8F9EC5}" dt="2024-04-03T08:42:27.695" v="14542" actId="113"/>
          <ac:spMkLst>
            <pc:docMk/>
            <pc:sldMk cId="3748107549" sldId="2429"/>
            <ac:spMk id="19" creationId="{14349884-357F-C905-5495-B0C7332812D5}"/>
          </ac:spMkLst>
        </pc:spChg>
        <pc:spChg chg="add mod">
          <ac:chgData name="Muriel BORDE" userId="c170603111e0d29b" providerId="LiveId" clId="{57199298-0081-43D7-85F7-B4767A8F9EC5}" dt="2024-04-03T08:42:18.308" v="14541" actId="120"/>
          <ac:spMkLst>
            <pc:docMk/>
            <pc:sldMk cId="3748107549" sldId="2429"/>
            <ac:spMk id="20" creationId="{7F23F458-B7DF-A1F4-7FE8-C0D6DBB926B4}"/>
          </ac:spMkLst>
        </pc:spChg>
        <pc:graphicFrameChg chg="del">
          <ac:chgData name="Muriel BORDE" userId="c170603111e0d29b" providerId="LiveId" clId="{57199298-0081-43D7-85F7-B4767A8F9EC5}" dt="2024-04-03T08:28:49.528" v="14340" actId="478"/>
          <ac:graphicFrameMkLst>
            <pc:docMk/>
            <pc:sldMk cId="3748107549" sldId="2429"/>
            <ac:graphicFrameMk id="3" creationId="{6F7F6438-D3EF-D625-F8FD-3C777475B1D6}"/>
          </ac:graphicFrameMkLst>
        </pc:graphicFrameChg>
        <pc:graphicFrameChg chg="add del mod">
          <ac:chgData name="Muriel BORDE" userId="c170603111e0d29b" providerId="LiveId" clId="{57199298-0081-43D7-85F7-B4767A8F9EC5}" dt="2024-04-03T08:30:45.687" v="14383" actId="478"/>
          <ac:graphicFrameMkLst>
            <pc:docMk/>
            <pc:sldMk cId="3748107549" sldId="2429"/>
            <ac:graphicFrameMk id="4" creationId="{E6DC6985-FC91-C808-2681-2BBF635C4284}"/>
          </ac:graphicFrameMkLst>
        </pc:graphicFrameChg>
        <pc:cxnChg chg="add mod">
          <ac:chgData name="Muriel BORDE" userId="c170603111e0d29b" providerId="LiveId" clId="{57199298-0081-43D7-85F7-B4767A8F9EC5}" dt="2024-04-03T08:41:48.667" v="14538" actId="14100"/>
          <ac:cxnSpMkLst>
            <pc:docMk/>
            <pc:sldMk cId="3748107549" sldId="2429"/>
            <ac:cxnSpMk id="22" creationId="{45A8F8D2-27AD-E9BD-69CD-9CDA49EA0501}"/>
          </ac:cxnSpMkLst>
        </pc:cxnChg>
        <pc:cxnChg chg="add mod">
          <ac:chgData name="Muriel BORDE" userId="c170603111e0d29b" providerId="LiveId" clId="{57199298-0081-43D7-85F7-B4767A8F9EC5}" dt="2024-04-03T08:39:44.214" v="14501" actId="14100"/>
          <ac:cxnSpMkLst>
            <pc:docMk/>
            <pc:sldMk cId="3748107549" sldId="2429"/>
            <ac:cxnSpMk id="23" creationId="{2DD0116D-506B-EDAF-8765-022C2C8D0FD1}"/>
          </ac:cxnSpMkLst>
        </pc:cxnChg>
        <pc:cxnChg chg="add mod">
          <ac:chgData name="Muriel BORDE" userId="c170603111e0d29b" providerId="LiveId" clId="{57199298-0081-43D7-85F7-B4767A8F9EC5}" dt="2024-04-03T08:41:23.585" v="14529" actId="14100"/>
          <ac:cxnSpMkLst>
            <pc:docMk/>
            <pc:sldMk cId="3748107549" sldId="2429"/>
            <ac:cxnSpMk id="27" creationId="{0E3173B7-BB2B-64EF-677A-1EC6B761F3C3}"/>
          </ac:cxnSpMkLst>
        </pc:cxnChg>
        <pc:cxnChg chg="add mod">
          <ac:chgData name="Muriel BORDE" userId="c170603111e0d29b" providerId="LiveId" clId="{57199298-0081-43D7-85F7-B4767A8F9EC5}" dt="2024-04-03T08:41:16.019" v="14526" actId="14100"/>
          <ac:cxnSpMkLst>
            <pc:docMk/>
            <pc:sldMk cId="3748107549" sldId="2429"/>
            <ac:cxnSpMk id="31" creationId="{86F9DD43-C4B6-2699-26C2-5217F22B1B30}"/>
          </ac:cxnSpMkLst>
        </pc:cxnChg>
        <pc:cxnChg chg="add mod">
          <ac:chgData name="Muriel BORDE" userId="c170603111e0d29b" providerId="LiveId" clId="{57199298-0081-43D7-85F7-B4767A8F9EC5}" dt="2024-04-03T08:41:36.664" v="14534" actId="14100"/>
          <ac:cxnSpMkLst>
            <pc:docMk/>
            <pc:sldMk cId="3748107549" sldId="2429"/>
            <ac:cxnSpMk id="36" creationId="{1A9EA987-BDE9-6E13-4543-7A4A81BBC7A6}"/>
          </ac:cxnSpMkLst>
        </pc:cxnChg>
      </pc:sldChg>
      <pc:sldChg chg="addSp delSp modSp add mod ord">
        <pc:chgData name="Muriel BORDE" userId="c170603111e0d29b" providerId="LiveId" clId="{57199298-0081-43D7-85F7-B4767A8F9EC5}" dt="2024-08-16T12:12:01.977" v="22786" actId="1076"/>
        <pc:sldMkLst>
          <pc:docMk/>
          <pc:sldMk cId="2376048966" sldId="2430"/>
        </pc:sldMkLst>
        <pc:spChg chg="add del mod">
          <ac:chgData name="Muriel BORDE" userId="c170603111e0d29b" providerId="LiveId" clId="{57199298-0081-43D7-85F7-B4767A8F9EC5}" dt="2024-08-16T12:04:24.853" v="22450" actId="478"/>
          <ac:spMkLst>
            <pc:docMk/>
            <pc:sldMk cId="2376048966" sldId="2430"/>
            <ac:spMk id="4" creationId="{F8C64242-20A8-DFE2-9BBF-FE3A4B5030D3}"/>
          </ac:spMkLst>
        </pc:spChg>
        <pc:spChg chg="add mod">
          <ac:chgData name="Muriel BORDE" userId="c170603111e0d29b" providerId="LiveId" clId="{57199298-0081-43D7-85F7-B4767A8F9EC5}" dt="2024-08-16T09:45:10.651" v="21940" actId="20577"/>
          <ac:spMkLst>
            <pc:docMk/>
            <pc:sldMk cId="2376048966" sldId="2430"/>
            <ac:spMk id="5" creationId="{100CAF10-BDCC-485D-1CF3-166D1C06EAEE}"/>
          </ac:spMkLst>
        </pc:spChg>
        <pc:spChg chg="del">
          <ac:chgData name="Muriel BORDE" userId="c170603111e0d29b" providerId="LiveId" clId="{57199298-0081-43D7-85F7-B4767A8F9EC5}" dt="2024-04-03T09:21:00.385" v="16744" actId="478"/>
          <ac:spMkLst>
            <pc:docMk/>
            <pc:sldMk cId="2376048966" sldId="2430"/>
            <ac:spMk id="5" creationId="{D66FF189-B93E-7058-856A-46FB20EF898A}"/>
          </ac:spMkLst>
        </pc:spChg>
        <pc:spChg chg="add mod">
          <ac:chgData name="Muriel BORDE" userId="c170603111e0d29b" providerId="LiveId" clId="{57199298-0081-43D7-85F7-B4767A8F9EC5}" dt="2024-08-16T12:12:01.977" v="22786" actId="1076"/>
          <ac:spMkLst>
            <pc:docMk/>
            <pc:sldMk cId="2376048966" sldId="2430"/>
            <ac:spMk id="7" creationId="{2B8E2CEC-ACAE-5F11-6098-0B3F1B05E9C2}"/>
          </ac:spMkLst>
        </pc:spChg>
        <pc:spChg chg="del mod">
          <ac:chgData name="Muriel BORDE" userId="c170603111e0d29b" providerId="LiveId" clId="{57199298-0081-43D7-85F7-B4767A8F9EC5}" dt="2024-04-03T09:20:58.326" v="16743" actId="478"/>
          <ac:spMkLst>
            <pc:docMk/>
            <pc:sldMk cId="2376048966" sldId="2430"/>
            <ac:spMk id="7" creationId="{F89522DC-65EC-BE5E-8801-9C2B3A673DCF}"/>
          </ac:spMkLst>
        </pc:spChg>
        <pc:spChg chg="add mod">
          <ac:chgData name="Muriel BORDE" userId="c170603111e0d29b" providerId="LiveId" clId="{57199298-0081-43D7-85F7-B4767A8F9EC5}" dt="2024-08-16T09:39:31.206" v="21634" actId="1035"/>
          <ac:spMkLst>
            <pc:docMk/>
            <pc:sldMk cId="2376048966" sldId="2430"/>
            <ac:spMk id="8" creationId="{BB2E5B77-7235-3281-D512-F483E5859115}"/>
          </ac:spMkLst>
        </pc:spChg>
        <pc:spChg chg="mod">
          <ac:chgData name="Muriel BORDE" userId="c170603111e0d29b" providerId="LiveId" clId="{57199298-0081-43D7-85F7-B4767A8F9EC5}" dt="2024-08-16T08:40:27.671" v="19814" actId="6549"/>
          <ac:spMkLst>
            <pc:docMk/>
            <pc:sldMk cId="2376048966" sldId="2430"/>
            <ac:spMk id="9" creationId="{7F2116E5-AB80-06DA-CFE1-A1DB714A074C}"/>
          </ac:spMkLst>
        </pc:spChg>
        <pc:spChg chg="add del mod">
          <ac:chgData name="Muriel BORDE" userId="c170603111e0d29b" providerId="LiveId" clId="{57199298-0081-43D7-85F7-B4767A8F9EC5}" dt="2024-04-03T09:21:25.075" v="16754" actId="478"/>
          <ac:spMkLst>
            <pc:docMk/>
            <pc:sldMk cId="2376048966" sldId="2430"/>
            <ac:spMk id="10" creationId="{C4408501-E377-9B1F-1398-DF318140A1E1}"/>
          </ac:spMkLst>
        </pc:spChg>
        <pc:spChg chg="add del mod">
          <ac:chgData name="Muriel BORDE" userId="c170603111e0d29b" providerId="LiveId" clId="{57199298-0081-43D7-85F7-B4767A8F9EC5}" dt="2024-08-16T12:03:43.629" v="22418" actId="478"/>
          <ac:spMkLst>
            <pc:docMk/>
            <pc:sldMk cId="2376048966" sldId="2430"/>
            <ac:spMk id="11" creationId="{3DB43449-5A29-1285-BF54-44A3F2667AB7}"/>
          </ac:spMkLst>
        </pc:spChg>
        <pc:spChg chg="add del mod">
          <ac:chgData name="Muriel BORDE" userId="c170603111e0d29b" providerId="LiveId" clId="{57199298-0081-43D7-85F7-B4767A8F9EC5}" dt="2024-04-03T09:46:07.263" v="18043" actId="478"/>
          <ac:spMkLst>
            <pc:docMk/>
            <pc:sldMk cId="2376048966" sldId="2430"/>
            <ac:spMk id="12" creationId="{AB761A35-AC6F-0E39-9124-82B6EDEFAC5B}"/>
          </ac:spMkLst>
        </pc:spChg>
        <pc:spChg chg="add del mod">
          <ac:chgData name="Muriel BORDE" userId="c170603111e0d29b" providerId="LiveId" clId="{57199298-0081-43D7-85F7-B4767A8F9EC5}" dt="2024-04-03T09:46:07.263" v="18043" actId="478"/>
          <ac:spMkLst>
            <pc:docMk/>
            <pc:sldMk cId="2376048966" sldId="2430"/>
            <ac:spMk id="13" creationId="{C9B9DCB4-2C36-F1CC-952D-89BFDA302948}"/>
          </ac:spMkLst>
        </pc:spChg>
        <pc:spChg chg="add del mod">
          <ac:chgData name="Muriel BORDE" userId="c170603111e0d29b" providerId="LiveId" clId="{57199298-0081-43D7-85F7-B4767A8F9EC5}" dt="2024-04-03T09:46:07.263" v="18043" actId="478"/>
          <ac:spMkLst>
            <pc:docMk/>
            <pc:sldMk cId="2376048966" sldId="2430"/>
            <ac:spMk id="14" creationId="{6F93BAE7-790E-372D-5450-3C704720DECB}"/>
          </ac:spMkLst>
        </pc:spChg>
        <pc:spChg chg="add del mod">
          <ac:chgData name="Muriel BORDE" userId="c170603111e0d29b" providerId="LiveId" clId="{57199298-0081-43D7-85F7-B4767A8F9EC5}" dt="2024-04-03T09:46:07.263" v="18043" actId="478"/>
          <ac:spMkLst>
            <pc:docMk/>
            <pc:sldMk cId="2376048966" sldId="2430"/>
            <ac:spMk id="15" creationId="{D115F7A9-7C11-4A45-BC84-CA62CB165043}"/>
          </ac:spMkLst>
        </pc:spChg>
        <pc:graphicFrameChg chg="add mod modGraphic">
          <ac:chgData name="Muriel BORDE" userId="c170603111e0d29b" providerId="LiveId" clId="{57199298-0081-43D7-85F7-B4767A8F9EC5}" dt="2024-08-16T12:03:49.043" v="22444" actId="1035"/>
          <ac:graphicFrameMkLst>
            <pc:docMk/>
            <pc:sldMk cId="2376048966" sldId="2430"/>
            <ac:graphicFrameMk id="3" creationId="{E9A44E37-6572-B0FC-878C-D6DBC60351CF}"/>
          </ac:graphicFrameMkLst>
        </pc:graphicFrameChg>
        <pc:graphicFrameChg chg="del">
          <ac:chgData name="Muriel BORDE" userId="c170603111e0d29b" providerId="LiveId" clId="{57199298-0081-43D7-85F7-B4767A8F9EC5}" dt="2024-04-03T09:19:58.978" v="16727" actId="478"/>
          <ac:graphicFrameMkLst>
            <pc:docMk/>
            <pc:sldMk cId="2376048966" sldId="2430"/>
            <ac:graphicFrameMk id="4" creationId="{E6DC6985-FC91-C808-2681-2BBF635C4284}"/>
          </ac:graphicFrameMkLst>
        </pc:graphicFrameChg>
        <pc:picChg chg="add mod">
          <ac:chgData name="Muriel BORDE" userId="c170603111e0d29b" providerId="LiveId" clId="{57199298-0081-43D7-85F7-B4767A8F9EC5}" dt="2024-08-16T09:37:13.641" v="21537" actId="1076"/>
          <ac:picMkLst>
            <pc:docMk/>
            <pc:sldMk cId="2376048966" sldId="2430"/>
            <ac:picMk id="2050" creationId="{D63A7045-04BB-8111-E7E7-F99C4A631B0C}"/>
          </ac:picMkLst>
        </pc:picChg>
      </pc:sldChg>
      <pc:sldChg chg="addSp modSp add del mod">
        <pc:chgData name="Muriel BORDE" userId="c170603111e0d29b" providerId="LiveId" clId="{57199298-0081-43D7-85F7-B4767A8F9EC5}" dt="2024-04-03T08:43:48.380" v="14576" actId="2696"/>
        <pc:sldMkLst>
          <pc:docMk/>
          <pc:sldMk cId="2732637994" sldId="2430"/>
        </pc:sldMkLst>
        <pc:spChg chg="mod">
          <ac:chgData name="Muriel BORDE" userId="c170603111e0d29b" providerId="LiveId" clId="{57199298-0081-43D7-85F7-B4767A8F9EC5}" dt="2024-04-03T08:31:54.551" v="14385" actId="1076"/>
          <ac:spMkLst>
            <pc:docMk/>
            <pc:sldMk cId="2732637994" sldId="2430"/>
            <ac:spMk id="5" creationId="{D66FF189-B93E-7058-856A-46FB20EF898A}"/>
          </ac:spMkLst>
        </pc:spChg>
        <pc:spChg chg="add mod">
          <ac:chgData name="Muriel BORDE" userId="c170603111e0d29b" providerId="LiveId" clId="{57199298-0081-43D7-85F7-B4767A8F9EC5}" dt="2024-04-03T08:32:21.516" v="14389" actId="14100"/>
          <ac:spMkLst>
            <pc:docMk/>
            <pc:sldMk cId="2732637994" sldId="2430"/>
            <ac:spMk id="7" creationId="{F89522DC-65EC-BE5E-8801-9C2B3A673DCF}"/>
          </ac:spMkLst>
        </pc:spChg>
        <pc:spChg chg="mod">
          <ac:chgData name="Muriel BORDE" userId="c170603111e0d29b" providerId="LiveId" clId="{57199298-0081-43D7-85F7-B4767A8F9EC5}" dt="2024-04-03T08:30:37.733" v="14380" actId="20577"/>
          <ac:spMkLst>
            <pc:docMk/>
            <pc:sldMk cId="2732637994" sldId="2430"/>
            <ac:spMk id="9" creationId="{7F2116E5-AB80-06DA-CFE1-A1DB714A074C}"/>
          </ac:spMkLst>
        </pc:spChg>
        <pc:spChg chg="add mod">
          <ac:chgData name="Muriel BORDE" userId="c170603111e0d29b" providerId="LiveId" clId="{57199298-0081-43D7-85F7-B4767A8F9EC5}" dt="2024-04-03T08:32:23.433" v="14390" actId="1076"/>
          <ac:spMkLst>
            <pc:docMk/>
            <pc:sldMk cId="2732637994" sldId="2430"/>
            <ac:spMk id="10" creationId="{C4408501-E377-9B1F-1398-DF318140A1E1}"/>
          </ac:spMkLst>
        </pc:spChg>
        <pc:graphicFrameChg chg="mod">
          <ac:chgData name="Muriel BORDE" userId="c170603111e0d29b" providerId="LiveId" clId="{57199298-0081-43D7-85F7-B4767A8F9EC5}" dt="2024-04-03T08:31:52.576" v="14384" actId="1076"/>
          <ac:graphicFrameMkLst>
            <pc:docMk/>
            <pc:sldMk cId="2732637994" sldId="2430"/>
            <ac:graphicFrameMk id="4" creationId="{E6DC6985-FC91-C808-2681-2BBF635C4284}"/>
          </ac:graphicFrameMkLst>
        </pc:graphicFrameChg>
      </pc:sldChg>
      <pc:sldChg chg="add del">
        <pc:chgData name="Muriel BORDE" userId="c170603111e0d29b" providerId="LiveId" clId="{57199298-0081-43D7-85F7-B4767A8F9EC5}" dt="2024-04-03T08:44:09.401" v="14580"/>
        <pc:sldMkLst>
          <pc:docMk/>
          <pc:sldMk cId="2111273700" sldId="2431"/>
        </pc:sldMkLst>
      </pc:sldChg>
      <pc:sldChg chg="addSp delSp modSp add mod">
        <pc:chgData name="Muriel BORDE" userId="c170603111e0d29b" providerId="LiveId" clId="{57199298-0081-43D7-85F7-B4767A8F9EC5}" dt="2024-08-16T12:29:39.528" v="23207" actId="1076"/>
        <pc:sldMkLst>
          <pc:docMk/>
          <pc:sldMk cId="3137427290" sldId="2431"/>
        </pc:sldMkLst>
        <pc:spChg chg="add mod">
          <ac:chgData name="Muriel BORDE" userId="c170603111e0d29b" providerId="LiveId" clId="{57199298-0081-43D7-85F7-B4767A8F9EC5}" dt="2024-04-03T09:37:04.914" v="17875" actId="1076"/>
          <ac:spMkLst>
            <pc:docMk/>
            <pc:sldMk cId="3137427290" sldId="2431"/>
            <ac:spMk id="3" creationId="{0F2DA574-17B2-88F1-7DB9-DF348EDFEA73}"/>
          </ac:spMkLst>
        </pc:spChg>
        <pc:spChg chg="add">
          <ac:chgData name="Muriel BORDE" userId="c170603111e0d29b" providerId="LiveId" clId="{57199298-0081-43D7-85F7-B4767A8F9EC5}" dt="2024-04-03T08:50:40.399" v="15337"/>
          <ac:spMkLst>
            <pc:docMk/>
            <pc:sldMk cId="3137427290" sldId="2431"/>
            <ac:spMk id="4" creationId="{2476E3B1-CCA0-477F-978E-1C0463FCC4B3}"/>
          </ac:spMkLst>
        </pc:spChg>
        <pc:spChg chg="add mod">
          <ac:chgData name="Muriel BORDE" userId="c170603111e0d29b" providerId="LiveId" clId="{57199298-0081-43D7-85F7-B4767A8F9EC5}" dt="2024-08-16T09:51:56.543" v="22195"/>
          <ac:spMkLst>
            <pc:docMk/>
            <pc:sldMk cId="3137427290" sldId="2431"/>
            <ac:spMk id="4" creationId="{82DE9C0F-3E58-1562-98C1-2A4C59D001E9}"/>
          </ac:spMkLst>
        </pc:spChg>
        <pc:spChg chg="add mod">
          <ac:chgData name="Muriel BORDE" userId="c170603111e0d29b" providerId="LiveId" clId="{57199298-0081-43D7-85F7-B4767A8F9EC5}" dt="2024-04-03T09:37:11.549" v="17878" actId="1076"/>
          <ac:spMkLst>
            <pc:docMk/>
            <pc:sldMk cId="3137427290" sldId="2431"/>
            <ac:spMk id="7" creationId="{1F95C717-197F-AF63-EDF8-E4693DBBE0EF}"/>
          </ac:spMkLst>
        </pc:spChg>
        <pc:spChg chg="del">
          <ac:chgData name="Muriel BORDE" userId="c170603111e0d29b" providerId="LiveId" clId="{57199298-0081-43D7-85F7-B4767A8F9EC5}" dt="2024-04-03T08:46:34.915" v="14713" actId="478"/>
          <ac:spMkLst>
            <pc:docMk/>
            <pc:sldMk cId="3137427290" sldId="2431"/>
            <ac:spMk id="8" creationId="{5852EA72-F86A-F1A8-F9C6-DD5530466ACC}"/>
          </ac:spMkLst>
        </pc:spChg>
        <pc:spChg chg="add mod">
          <ac:chgData name="Muriel BORDE" userId="c170603111e0d29b" providerId="LiveId" clId="{57199298-0081-43D7-85F7-B4767A8F9EC5}" dt="2024-08-16T12:29:39.528" v="23207" actId="1076"/>
          <ac:spMkLst>
            <pc:docMk/>
            <pc:sldMk cId="3137427290" sldId="2431"/>
            <ac:spMk id="8" creationId="{CF5CA4F9-F443-1C96-7039-43CDD069BEA9}"/>
          </ac:spMkLst>
        </pc:spChg>
        <pc:spChg chg="mod">
          <ac:chgData name="Muriel BORDE" userId="c170603111e0d29b" providerId="LiveId" clId="{57199298-0081-43D7-85F7-B4767A8F9EC5}" dt="2024-08-16T08:41:32.497" v="19854" actId="20577"/>
          <ac:spMkLst>
            <pc:docMk/>
            <pc:sldMk cId="3137427290" sldId="2431"/>
            <ac:spMk id="9" creationId="{7F2116E5-AB80-06DA-CFE1-A1DB714A074C}"/>
          </ac:spMkLst>
        </pc:spChg>
        <pc:spChg chg="del">
          <ac:chgData name="Muriel BORDE" userId="c170603111e0d29b" providerId="LiveId" clId="{57199298-0081-43D7-85F7-B4767A8F9EC5}" dt="2024-04-03T08:46:34.915" v="14713" actId="478"/>
          <ac:spMkLst>
            <pc:docMk/>
            <pc:sldMk cId="3137427290" sldId="2431"/>
            <ac:spMk id="11" creationId="{C7934C47-F535-0196-C026-C461A585F166}"/>
          </ac:spMkLst>
        </pc:spChg>
        <pc:spChg chg="mod">
          <ac:chgData name="Muriel BORDE" userId="c170603111e0d29b" providerId="LiveId" clId="{57199298-0081-43D7-85F7-B4767A8F9EC5}" dt="2024-04-03T09:37:09.280" v="17877" actId="1076"/>
          <ac:spMkLst>
            <pc:docMk/>
            <pc:sldMk cId="3137427290" sldId="2431"/>
            <ac:spMk id="13" creationId="{5D6A0131-2824-7B40-D866-6F3082A5715F}"/>
          </ac:spMkLst>
        </pc:spChg>
        <pc:spChg chg="del">
          <ac:chgData name="Muriel BORDE" userId="c170603111e0d29b" providerId="LiveId" clId="{57199298-0081-43D7-85F7-B4767A8F9EC5}" dt="2024-04-03T08:46:34.915" v="14713" actId="478"/>
          <ac:spMkLst>
            <pc:docMk/>
            <pc:sldMk cId="3137427290" sldId="2431"/>
            <ac:spMk id="17" creationId="{F3262335-FE5B-96EC-175E-F47E88EB8548}"/>
          </ac:spMkLst>
        </pc:spChg>
        <pc:spChg chg="del">
          <ac:chgData name="Muriel BORDE" userId="c170603111e0d29b" providerId="LiveId" clId="{57199298-0081-43D7-85F7-B4767A8F9EC5}" dt="2024-04-03T08:46:34.915" v="14713" actId="478"/>
          <ac:spMkLst>
            <pc:docMk/>
            <pc:sldMk cId="3137427290" sldId="2431"/>
            <ac:spMk id="18" creationId="{ABC143D8-4C0F-C670-AE13-DEE69EE6C44B}"/>
          </ac:spMkLst>
        </pc:spChg>
        <pc:spChg chg="del mod">
          <ac:chgData name="Muriel BORDE" userId="c170603111e0d29b" providerId="LiveId" clId="{57199298-0081-43D7-85F7-B4767A8F9EC5}" dt="2024-04-03T08:46:40.065" v="14715" actId="478"/>
          <ac:spMkLst>
            <pc:docMk/>
            <pc:sldMk cId="3137427290" sldId="2431"/>
            <ac:spMk id="19" creationId="{14349884-357F-C905-5495-B0C7332812D5}"/>
          </ac:spMkLst>
        </pc:spChg>
        <pc:spChg chg="del">
          <ac:chgData name="Muriel BORDE" userId="c170603111e0d29b" providerId="LiveId" clId="{57199298-0081-43D7-85F7-B4767A8F9EC5}" dt="2024-04-03T08:46:34.915" v="14713" actId="478"/>
          <ac:spMkLst>
            <pc:docMk/>
            <pc:sldMk cId="3137427290" sldId="2431"/>
            <ac:spMk id="20" creationId="{7F23F458-B7DF-A1F4-7FE8-C0D6DBB926B4}"/>
          </ac:spMkLst>
        </pc:spChg>
        <pc:picChg chg="add mod">
          <ac:chgData name="Muriel BORDE" userId="c170603111e0d29b" providerId="LiveId" clId="{57199298-0081-43D7-85F7-B4767A8F9EC5}" dt="2024-04-03T09:37:06.758" v="17876" actId="1076"/>
          <ac:picMkLst>
            <pc:docMk/>
            <pc:sldMk cId="3137427290" sldId="2431"/>
            <ac:picMk id="5" creationId="{C84F5B7F-B751-D9DE-7896-3A55E33286A4}"/>
          </ac:picMkLst>
        </pc:picChg>
        <pc:cxnChg chg="del mod">
          <ac:chgData name="Muriel BORDE" userId="c170603111e0d29b" providerId="LiveId" clId="{57199298-0081-43D7-85F7-B4767A8F9EC5}" dt="2024-04-03T08:46:34.915" v="14713" actId="478"/>
          <ac:cxnSpMkLst>
            <pc:docMk/>
            <pc:sldMk cId="3137427290" sldId="2431"/>
            <ac:cxnSpMk id="22" creationId="{45A8F8D2-27AD-E9BD-69CD-9CDA49EA0501}"/>
          </ac:cxnSpMkLst>
        </pc:cxnChg>
        <pc:cxnChg chg="del">
          <ac:chgData name="Muriel BORDE" userId="c170603111e0d29b" providerId="LiveId" clId="{57199298-0081-43D7-85F7-B4767A8F9EC5}" dt="2024-04-03T08:46:34.915" v="14713" actId="478"/>
          <ac:cxnSpMkLst>
            <pc:docMk/>
            <pc:sldMk cId="3137427290" sldId="2431"/>
            <ac:cxnSpMk id="23" creationId="{2DD0116D-506B-EDAF-8765-022C2C8D0FD1}"/>
          </ac:cxnSpMkLst>
        </pc:cxnChg>
        <pc:cxnChg chg="del mod">
          <ac:chgData name="Muriel BORDE" userId="c170603111e0d29b" providerId="LiveId" clId="{57199298-0081-43D7-85F7-B4767A8F9EC5}" dt="2024-04-03T08:46:34.915" v="14713" actId="478"/>
          <ac:cxnSpMkLst>
            <pc:docMk/>
            <pc:sldMk cId="3137427290" sldId="2431"/>
            <ac:cxnSpMk id="27" creationId="{0E3173B7-BB2B-64EF-677A-1EC6B761F3C3}"/>
          </ac:cxnSpMkLst>
        </pc:cxnChg>
        <pc:cxnChg chg="del mod">
          <ac:chgData name="Muriel BORDE" userId="c170603111e0d29b" providerId="LiveId" clId="{57199298-0081-43D7-85F7-B4767A8F9EC5}" dt="2024-04-03T08:46:34.915" v="14713" actId="478"/>
          <ac:cxnSpMkLst>
            <pc:docMk/>
            <pc:sldMk cId="3137427290" sldId="2431"/>
            <ac:cxnSpMk id="31" creationId="{86F9DD43-C4B6-2699-26C2-5217F22B1B30}"/>
          </ac:cxnSpMkLst>
        </pc:cxnChg>
        <pc:cxnChg chg="del">
          <ac:chgData name="Muriel BORDE" userId="c170603111e0d29b" providerId="LiveId" clId="{57199298-0081-43D7-85F7-B4767A8F9EC5}" dt="2024-04-03T08:46:34.915" v="14713" actId="478"/>
          <ac:cxnSpMkLst>
            <pc:docMk/>
            <pc:sldMk cId="3137427290" sldId="2431"/>
            <ac:cxnSpMk id="36" creationId="{1A9EA987-BDE9-6E13-4543-7A4A81BBC7A6}"/>
          </ac:cxnSpMkLst>
        </pc:cxnChg>
      </pc:sldChg>
      <pc:sldChg chg="modSp add del mod">
        <pc:chgData name="Muriel BORDE" userId="c170603111e0d29b" providerId="LiveId" clId="{57199298-0081-43D7-85F7-B4767A8F9EC5}" dt="2024-04-03T09:04:37.135" v="15417" actId="47"/>
        <pc:sldMkLst>
          <pc:docMk/>
          <pc:sldMk cId="2398626810" sldId="2432"/>
        </pc:sldMkLst>
        <pc:spChg chg="mod">
          <ac:chgData name="Muriel BORDE" userId="c170603111e0d29b" providerId="LiveId" clId="{57199298-0081-43D7-85F7-B4767A8F9EC5}" dt="2024-04-03T09:04:14.820" v="15416" actId="20577"/>
          <ac:spMkLst>
            <pc:docMk/>
            <pc:sldMk cId="2398626810" sldId="2432"/>
            <ac:spMk id="13" creationId="{5D6A0131-2824-7B40-D866-6F3082A5715F}"/>
          </ac:spMkLst>
        </pc:spChg>
      </pc:sldChg>
      <pc:sldChg chg="addSp delSp modSp add mod">
        <pc:chgData name="Muriel BORDE" userId="c170603111e0d29b" providerId="LiveId" clId="{57199298-0081-43D7-85F7-B4767A8F9EC5}" dt="2024-08-16T12:31:11.786" v="23215" actId="20577"/>
        <pc:sldMkLst>
          <pc:docMk/>
          <pc:sldMk cId="3028683222" sldId="2432"/>
        </pc:sldMkLst>
        <pc:spChg chg="del">
          <ac:chgData name="Muriel BORDE" userId="c170603111e0d29b" providerId="LiveId" clId="{57199298-0081-43D7-85F7-B4767A8F9EC5}" dt="2024-04-03T09:04:53.769" v="15419" actId="478"/>
          <ac:spMkLst>
            <pc:docMk/>
            <pc:sldMk cId="3028683222" sldId="2432"/>
            <ac:spMk id="3" creationId="{0F2DA574-17B2-88F1-7DB9-DF348EDFEA73}"/>
          </ac:spMkLst>
        </pc:spChg>
        <pc:spChg chg="add mod">
          <ac:chgData name="Muriel BORDE" userId="c170603111e0d29b" providerId="LiveId" clId="{57199298-0081-43D7-85F7-B4767A8F9EC5}" dt="2024-08-16T09:51:58.685" v="22196"/>
          <ac:spMkLst>
            <pc:docMk/>
            <pc:sldMk cId="3028683222" sldId="2432"/>
            <ac:spMk id="3" creationId="{C95A07A6-90F6-4970-661E-1CBBE2125DC6}"/>
          </ac:spMkLst>
        </pc:spChg>
        <pc:spChg chg="add mod">
          <ac:chgData name="Muriel BORDE" userId="c170603111e0d29b" providerId="LiveId" clId="{57199298-0081-43D7-85F7-B4767A8F9EC5}" dt="2024-08-16T12:31:11.786" v="23215" actId="20577"/>
          <ac:spMkLst>
            <pc:docMk/>
            <pc:sldMk cId="3028683222" sldId="2432"/>
            <ac:spMk id="7" creationId="{3895F9FE-1F7B-AA17-FA64-FDCDD285F16A}"/>
          </ac:spMkLst>
        </pc:spChg>
        <pc:spChg chg="add mod">
          <ac:chgData name="Muriel BORDE" userId="c170603111e0d29b" providerId="LiveId" clId="{57199298-0081-43D7-85F7-B4767A8F9EC5}" dt="2024-04-03T09:05:21.502" v="15435" actId="20577"/>
          <ac:spMkLst>
            <pc:docMk/>
            <pc:sldMk cId="3028683222" sldId="2432"/>
            <ac:spMk id="8" creationId="{DA5593E1-B0F4-FF02-F6AE-907312DD5264}"/>
          </ac:spMkLst>
        </pc:spChg>
        <pc:spChg chg="mod">
          <ac:chgData name="Muriel BORDE" userId="c170603111e0d29b" providerId="LiveId" clId="{57199298-0081-43D7-85F7-B4767A8F9EC5}" dt="2024-08-16T08:41:39.950" v="19867" actId="20577"/>
          <ac:spMkLst>
            <pc:docMk/>
            <pc:sldMk cId="3028683222" sldId="2432"/>
            <ac:spMk id="9" creationId="{7F2116E5-AB80-06DA-CFE1-A1DB714A074C}"/>
          </ac:spMkLst>
        </pc:spChg>
        <pc:spChg chg="add del mod">
          <ac:chgData name="Muriel BORDE" userId="c170603111e0d29b" providerId="LiveId" clId="{57199298-0081-43D7-85F7-B4767A8F9EC5}" dt="2024-08-16T08:50:23.264" v="20256" actId="478"/>
          <ac:spMkLst>
            <pc:docMk/>
            <pc:sldMk cId="3028683222" sldId="2432"/>
            <ac:spMk id="10" creationId="{0F438EC0-6A4B-00BC-33D0-7F1D50B037DE}"/>
          </ac:spMkLst>
        </pc:spChg>
        <pc:spChg chg="add mod">
          <ac:chgData name="Muriel BORDE" userId="c170603111e0d29b" providerId="LiveId" clId="{57199298-0081-43D7-85F7-B4767A8F9EC5}" dt="2024-04-03T09:11:53.939" v="16312" actId="1076"/>
          <ac:spMkLst>
            <pc:docMk/>
            <pc:sldMk cId="3028683222" sldId="2432"/>
            <ac:spMk id="11" creationId="{9B54BA4B-BBE7-3010-BDB8-224D54B2F45A}"/>
          </ac:spMkLst>
        </pc:spChg>
        <pc:spChg chg="del">
          <ac:chgData name="Muriel BORDE" userId="c170603111e0d29b" providerId="LiveId" clId="{57199298-0081-43D7-85F7-B4767A8F9EC5}" dt="2024-04-03T09:04:53.769" v="15419" actId="478"/>
          <ac:spMkLst>
            <pc:docMk/>
            <pc:sldMk cId="3028683222" sldId="2432"/>
            <ac:spMk id="13" creationId="{5D6A0131-2824-7B40-D866-6F3082A5715F}"/>
          </ac:spMkLst>
        </pc:spChg>
        <pc:picChg chg="add del mod">
          <ac:chgData name="Muriel BORDE" userId="c170603111e0d29b" providerId="LiveId" clId="{57199298-0081-43D7-85F7-B4767A8F9EC5}" dt="2024-08-16T08:50:23.264" v="20256" actId="478"/>
          <ac:picMkLst>
            <pc:docMk/>
            <pc:sldMk cId="3028683222" sldId="2432"/>
            <ac:picMk id="4" creationId="{BBC8E217-33D6-B5E4-ED7D-9591BFA45399}"/>
          </ac:picMkLst>
        </pc:picChg>
        <pc:picChg chg="del">
          <ac:chgData name="Muriel BORDE" userId="c170603111e0d29b" providerId="LiveId" clId="{57199298-0081-43D7-85F7-B4767A8F9EC5}" dt="2024-04-03T09:04:53.769" v="15419" actId="478"/>
          <ac:picMkLst>
            <pc:docMk/>
            <pc:sldMk cId="3028683222" sldId="2432"/>
            <ac:picMk id="5" creationId="{C84F5B7F-B751-D9DE-7896-3A55E33286A4}"/>
          </ac:picMkLst>
        </pc:picChg>
      </pc:sldChg>
      <pc:sldChg chg="add del">
        <pc:chgData name="Muriel BORDE" userId="c170603111e0d29b" providerId="LiveId" clId="{57199298-0081-43D7-85F7-B4767A8F9EC5}" dt="2024-04-03T08:44:09.401" v="14580"/>
        <pc:sldMkLst>
          <pc:docMk/>
          <pc:sldMk cId="3033228706" sldId="2432"/>
        </pc:sldMkLst>
      </pc:sldChg>
      <pc:sldChg chg="addSp delSp modSp new del mod">
        <pc:chgData name="Muriel BORDE" userId="c170603111e0d29b" providerId="LiveId" clId="{57199298-0081-43D7-85F7-B4767A8F9EC5}" dt="2024-04-03T09:22:13.069" v="16758" actId="47"/>
        <pc:sldMkLst>
          <pc:docMk/>
          <pc:sldMk cId="3111099018" sldId="2433"/>
        </pc:sldMkLst>
        <pc:spChg chg="add del">
          <ac:chgData name="Muriel BORDE" userId="c170603111e0d29b" providerId="LiveId" clId="{57199298-0081-43D7-85F7-B4767A8F9EC5}" dt="2024-04-03T09:18:49.728" v="16618" actId="22"/>
          <ac:spMkLst>
            <pc:docMk/>
            <pc:sldMk cId="3111099018" sldId="2433"/>
            <ac:spMk id="6" creationId="{CEF72C49-7D76-C792-049B-D5AF556948FF}"/>
          </ac:spMkLst>
        </pc:spChg>
        <pc:spChg chg="add mod">
          <ac:chgData name="Muriel BORDE" userId="c170603111e0d29b" providerId="LiveId" clId="{57199298-0081-43D7-85F7-B4767A8F9EC5}" dt="2024-04-03T09:22:09.387" v="16757"/>
          <ac:spMkLst>
            <pc:docMk/>
            <pc:sldMk cId="3111099018" sldId="2433"/>
            <ac:spMk id="8" creationId="{A2EFEBE8-3DC9-2357-FA24-79CAE2473225}"/>
          </ac:spMkLst>
        </pc:spChg>
        <pc:spChg chg="add mod">
          <ac:chgData name="Muriel BORDE" userId="c170603111e0d29b" providerId="LiveId" clId="{57199298-0081-43D7-85F7-B4767A8F9EC5}" dt="2024-04-03T09:22:09.387" v="16757"/>
          <ac:spMkLst>
            <pc:docMk/>
            <pc:sldMk cId="3111099018" sldId="2433"/>
            <ac:spMk id="9" creationId="{B8165A30-B019-9668-D2F7-0D11431E71E0}"/>
          </ac:spMkLst>
        </pc:spChg>
        <pc:picChg chg="add mod">
          <ac:chgData name="Muriel BORDE" userId="c170603111e0d29b" providerId="LiveId" clId="{57199298-0081-43D7-85F7-B4767A8F9EC5}" dt="2024-04-03T09:22:09.387" v="16757"/>
          <ac:picMkLst>
            <pc:docMk/>
            <pc:sldMk cId="3111099018" sldId="2433"/>
            <ac:picMk id="7" creationId="{E53BA6EF-8A09-531F-DFAE-39432D2F7584}"/>
          </ac:picMkLst>
        </pc:picChg>
      </pc:sldChg>
      <pc:sldChg chg="addSp delSp modSp add del mod">
        <pc:chgData name="Muriel BORDE" userId="c170603111e0d29b" providerId="LiveId" clId="{57199298-0081-43D7-85F7-B4767A8F9EC5}" dt="2024-08-16T09:55:30.280" v="22364" actId="47"/>
        <pc:sldMkLst>
          <pc:docMk/>
          <pc:sldMk cId="3459823432" sldId="2433"/>
        </pc:sldMkLst>
        <pc:spChg chg="add mod">
          <ac:chgData name="Muriel BORDE" userId="c170603111e0d29b" providerId="LiveId" clId="{57199298-0081-43D7-85F7-B4767A8F9EC5}" dt="2024-04-03T09:38:36.586" v="17879" actId="6549"/>
          <ac:spMkLst>
            <pc:docMk/>
            <pc:sldMk cId="3459823432" sldId="2433"/>
            <ac:spMk id="5" creationId="{D81BBA7A-A57F-7122-1CDE-4D64EB76847B}"/>
          </ac:spMkLst>
        </pc:spChg>
        <pc:spChg chg="add mod">
          <ac:chgData name="Muriel BORDE" userId="c170603111e0d29b" providerId="LiveId" clId="{57199298-0081-43D7-85F7-B4767A8F9EC5}" dt="2024-04-03T09:22:44.331" v="16804" actId="14100"/>
          <ac:spMkLst>
            <pc:docMk/>
            <pc:sldMk cId="3459823432" sldId="2433"/>
            <ac:spMk id="7" creationId="{62881452-687F-1E53-8BF8-1721077BD7CA}"/>
          </ac:spMkLst>
        </pc:spChg>
        <pc:spChg chg="add del mod">
          <ac:chgData name="Muriel BORDE" userId="c170603111e0d29b" providerId="LiveId" clId="{57199298-0081-43D7-85F7-B4767A8F9EC5}" dt="2024-08-16T08:42:38.954" v="19905" actId="478"/>
          <ac:spMkLst>
            <pc:docMk/>
            <pc:sldMk cId="3459823432" sldId="2433"/>
            <ac:spMk id="8" creationId="{2B3EBF56-39B4-1D6F-CE9F-0D50A449FEEC}"/>
          </ac:spMkLst>
        </pc:spChg>
        <pc:graphicFrameChg chg="del mod">
          <ac:chgData name="Muriel BORDE" userId="c170603111e0d29b" providerId="LiveId" clId="{57199298-0081-43D7-85F7-B4767A8F9EC5}" dt="2024-04-03T09:22:23.643" v="16762" actId="478"/>
          <ac:graphicFrameMkLst>
            <pc:docMk/>
            <pc:sldMk cId="3459823432" sldId="2433"/>
            <ac:graphicFrameMk id="3" creationId="{E9A44E37-6572-B0FC-878C-D6DBC60351CF}"/>
          </ac:graphicFrameMkLst>
        </pc:graphicFrameChg>
        <pc:picChg chg="add del mod">
          <ac:chgData name="Muriel BORDE" userId="c170603111e0d29b" providerId="LiveId" clId="{57199298-0081-43D7-85F7-B4767A8F9EC5}" dt="2024-08-16T08:42:38.954" v="19905" actId="478"/>
          <ac:picMkLst>
            <pc:docMk/>
            <pc:sldMk cId="3459823432" sldId="2433"/>
            <ac:picMk id="4" creationId="{CA4FB0E6-476D-C7CF-6E8A-6D5E4245893C}"/>
          </ac:picMkLst>
        </pc:picChg>
      </pc:sldChg>
      <pc:sldChg chg="delSp modSp add mod">
        <pc:chgData name="Muriel BORDE" userId="c170603111e0d29b" providerId="LiveId" clId="{57199298-0081-43D7-85F7-B4767A8F9EC5}" dt="2024-08-16T08:52:06.542" v="20401" actId="20577"/>
        <pc:sldMkLst>
          <pc:docMk/>
          <pc:sldMk cId="2909759123" sldId="2434"/>
        </pc:sldMkLst>
        <pc:spChg chg="del">
          <ac:chgData name="Muriel BORDE" userId="c170603111e0d29b" providerId="LiveId" clId="{57199298-0081-43D7-85F7-B4767A8F9EC5}" dt="2024-04-03T09:32:39.765" v="17763" actId="478"/>
          <ac:spMkLst>
            <pc:docMk/>
            <pc:sldMk cId="2909759123" sldId="2434"/>
            <ac:spMk id="4" creationId="{CFAFA1F9-6F39-6734-BADF-45A7C037C419}"/>
          </ac:spMkLst>
        </pc:spChg>
        <pc:spChg chg="del">
          <ac:chgData name="Muriel BORDE" userId="c170603111e0d29b" providerId="LiveId" clId="{57199298-0081-43D7-85F7-B4767A8F9EC5}" dt="2024-04-03T09:32:39.765" v="17763" actId="478"/>
          <ac:spMkLst>
            <pc:docMk/>
            <pc:sldMk cId="2909759123" sldId="2434"/>
            <ac:spMk id="6" creationId="{E78C313C-2C73-E6B1-416D-86A772ED44BE}"/>
          </ac:spMkLst>
        </pc:spChg>
        <pc:spChg chg="mod">
          <ac:chgData name="Muriel BORDE" userId="c170603111e0d29b" providerId="LiveId" clId="{57199298-0081-43D7-85F7-B4767A8F9EC5}" dt="2024-08-16T08:52:06.542" v="20401" actId="20577"/>
          <ac:spMkLst>
            <pc:docMk/>
            <pc:sldMk cId="2909759123" sldId="2434"/>
            <ac:spMk id="9" creationId="{59845F33-9D85-0958-B867-3672D6D453F4}"/>
          </ac:spMkLst>
        </pc:spChg>
        <pc:spChg chg="mod">
          <ac:chgData name="Muriel BORDE" userId="c170603111e0d29b" providerId="LiveId" clId="{57199298-0081-43D7-85F7-B4767A8F9EC5}" dt="2024-04-03T09:32:52.488" v="17771" actId="14100"/>
          <ac:spMkLst>
            <pc:docMk/>
            <pc:sldMk cId="2909759123" sldId="2434"/>
            <ac:spMk id="11" creationId="{00C64208-C907-F4CC-72B8-29B07EDACA6E}"/>
          </ac:spMkLst>
        </pc:spChg>
        <pc:picChg chg="del">
          <ac:chgData name="Muriel BORDE" userId="c170603111e0d29b" providerId="LiveId" clId="{57199298-0081-43D7-85F7-B4767A8F9EC5}" dt="2024-04-03T09:32:39.765" v="17763" actId="478"/>
          <ac:picMkLst>
            <pc:docMk/>
            <pc:sldMk cId="2909759123" sldId="2434"/>
            <ac:picMk id="5" creationId="{7E5A7723-0355-148E-45AC-BF34A1AEEB8D}"/>
          </ac:picMkLst>
        </pc:picChg>
        <pc:picChg chg="del">
          <ac:chgData name="Muriel BORDE" userId="c170603111e0d29b" providerId="LiveId" clId="{57199298-0081-43D7-85F7-B4767A8F9EC5}" dt="2024-04-03T09:32:39.765" v="17763" actId="478"/>
          <ac:picMkLst>
            <pc:docMk/>
            <pc:sldMk cId="2909759123" sldId="2434"/>
            <ac:picMk id="7" creationId="{0B9F84AE-CE72-1CF2-96E1-F3E64588699D}"/>
          </ac:picMkLst>
        </pc:picChg>
      </pc:sldChg>
      <pc:sldChg chg="delSp modSp add mod">
        <pc:chgData name="Muriel BORDE" userId="c170603111e0d29b" providerId="LiveId" clId="{57199298-0081-43D7-85F7-B4767A8F9EC5}" dt="2024-08-16T08:52:12.371" v="20403"/>
        <pc:sldMkLst>
          <pc:docMk/>
          <pc:sldMk cId="3469460065" sldId="2435"/>
        </pc:sldMkLst>
        <pc:spChg chg="mod">
          <ac:chgData name="Muriel BORDE" userId="c170603111e0d29b" providerId="LiveId" clId="{57199298-0081-43D7-85F7-B4767A8F9EC5}" dt="2024-08-16T08:52:12.371" v="20403"/>
          <ac:spMkLst>
            <pc:docMk/>
            <pc:sldMk cId="3469460065" sldId="2435"/>
            <ac:spMk id="9" creationId="{59845F33-9D85-0958-B867-3672D6D453F4}"/>
          </ac:spMkLst>
        </pc:spChg>
        <pc:spChg chg="del">
          <ac:chgData name="Muriel BORDE" userId="c170603111e0d29b" providerId="LiveId" clId="{57199298-0081-43D7-85F7-B4767A8F9EC5}" dt="2024-04-03T09:33:05.569" v="17786" actId="478"/>
          <ac:spMkLst>
            <pc:docMk/>
            <pc:sldMk cId="3469460065" sldId="2435"/>
            <ac:spMk id="11" creationId="{00C64208-C907-F4CC-72B8-29B07EDACA6E}"/>
          </ac:spMkLst>
        </pc:spChg>
      </pc:sldChg>
      <pc:sldChg chg="addSp delSp modSp add mod ord">
        <pc:chgData name="Muriel BORDE" userId="c170603111e0d29b" providerId="LiveId" clId="{57199298-0081-43D7-85F7-B4767A8F9EC5}" dt="2024-08-16T12:36:50.216" v="23441" actId="207"/>
        <pc:sldMkLst>
          <pc:docMk/>
          <pc:sldMk cId="1493018623" sldId="2436"/>
        </pc:sldMkLst>
        <pc:spChg chg="add mod">
          <ac:chgData name="Muriel BORDE" userId="c170603111e0d29b" providerId="LiveId" clId="{57199298-0081-43D7-85F7-B4767A8F9EC5}" dt="2024-08-16T09:52:12.374" v="22197"/>
          <ac:spMkLst>
            <pc:docMk/>
            <pc:sldMk cId="1493018623" sldId="2436"/>
            <ac:spMk id="3" creationId="{1A0E9F77-7601-9D0C-908E-6AC52257F096}"/>
          </ac:spMkLst>
        </pc:spChg>
        <pc:spChg chg="add mod">
          <ac:chgData name="Muriel BORDE" userId="c170603111e0d29b" providerId="LiveId" clId="{57199298-0081-43D7-85F7-B4767A8F9EC5}" dt="2024-04-03T09:48:48.722" v="18279" actId="1076"/>
          <ac:spMkLst>
            <pc:docMk/>
            <pc:sldMk cId="1493018623" sldId="2436"/>
            <ac:spMk id="4" creationId="{025695D8-CEC1-E209-12BB-617AB3909D43}"/>
          </ac:spMkLst>
        </pc:spChg>
        <pc:spChg chg="add mod">
          <ac:chgData name="Muriel BORDE" userId="c170603111e0d29b" providerId="LiveId" clId="{57199298-0081-43D7-85F7-B4767A8F9EC5}" dt="2024-04-03T09:49:22.042" v="18285" actId="1076"/>
          <ac:spMkLst>
            <pc:docMk/>
            <pc:sldMk cId="1493018623" sldId="2436"/>
            <ac:spMk id="5" creationId="{B7B918FD-9D51-89A3-5CDC-5A0F2DDC3EA3}"/>
          </ac:spMkLst>
        </pc:spChg>
        <pc:spChg chg="add mod">
          <ac:chgData name="Muriel BORDE" userId="c170603111e0d29b" providerId="LiveId" clId="{57199298-0081-43D7-85F7-B4767A8F9EC5}" dt="2024-04-03T09:49:14.343" v="18283" actId="1076"/>
          <ac:spMkLst>
            <pc:docMk/>
            <pc:sldMk cId="1493018623" sldId="2436"/>
            <ac:spMk id="7" creationId="{DE0DC9D0-D2CC-4E4A-A511-47F2134D846B}"/>
          </ac:spMkLst>
        </pc:spChg>
        <pc:spChg chg="add mod">
          <ac:chgData name="Muriel BORDE" userId="c170603111e0d29b" providerId="LiveId" clId="{57199298-0081-43D7-85F7-B4767A8F9EC5}" dt="2024-08-16T12:33:21.010" v="23321" actId="1035"/>
          <ac:spMkLst>
            <pc:docMk/>
            <pc:sldMk cId="1493018623" sldId="2436"/>
            <ac:spMk id="8" creationId="{1AF37BCF-7AA4-4376-C79C-06D028EC5B23}"/>
          </ac:spMkLst>
        </pc:spChg>
        <pc:spChg chg="del">
          <ac:chgData name="Muriel BORDE" userId="c170603111e0d29b" providerId="LiveId" clId="{57199298-0081-43D7-85F7-B4767A8F9EC5}" dt="2024-04-03T09:46:22.472" v="18079" actId="478"/>
          <ac:spMkLst>
            <pc:docMk/>
            <pc:sldMk cId="1493018623" sldId="2436"/>
            <ac:spMk id="8" creationId="{BB2E5B77-7235-3281-D512-F483E5859115}"/>
          </ac:spMkLst>
        </pc:spChg>
        <pc:spChg chg="mod">
          <ac:chgData name="Muriel BORDE" userId="c170603111e0d29b" providerId="LiveId" clId="{57199298-0081-43D7-85F7-B4767A8F9EC5}" dt="2024-08-16T08:42:13.090" v="19900" actId="20577"/>
          <ac:spMkLst>
            <pc:docMk/>
            <pc:sldMk cId="1493018623" sldId="2436"/>
            <ac:spMk id="9" creationId="{7F2116E5-AB80-06DA-CFE1-A1DB714A074C}"/>
          </ac:spMkLst>
        </pc:spChg>
        <pc:spChg chg="add mod">
          <ac:chgData name="Muriel BORDE" userId="c170603111e0d29b" providerId="LiveId" clId="{57199298-0081-43D7-85F7-B4767A8F9EC5}" dt="2024-04-03T09:49:19.422" v="18284" actId="1076"/>
          <ac:spMkLst>
            <pc:docMk/>
            <pc:sldMk cId="1493018623" sldId="2436"/>
            <ac:spMk id="10" creationId="{711B6FA6-E4EF-31BA-29B3-DE479A43314C}"/>
          </ac:spMkLst>
        </pc:spChg>
        <pc:spChg chg="del">
          <ac:chgData name="Muriel BORDE" userId="c170603111e0d29b" providerId="LiveId" clId="{57199298-0081-43D7-85F7-B4767A8F9EC5}" dt="2024-04-03T09:46:22.472" v="18079" actId="478"/>
          <ac:spMkLst>
            <pc:docMk/>
            <pc:sldMk cId="1493018623" sldId="2436"/>
            <ac:spMk id="11" creationId="{3DB43449-5A29-1285-BF54-44A3F2667AB7}"/>
          </ac:spMkLst>
        </pc:spChg>
        <pc:spChg chg="add del mod">
          <ac:chgData name="Muriel BORDE" userId="c170603111e0d29b" providerId="LiveId" clId="{57199298-0081-43D7-85F7-B4767A8F9EC5}" dt="2024-08-16T09:53:44.303" v="22250" actId="478"/>
          <ac:spMkLst>
            <pc:docMk/>
            <pc:sldMk cId="1493018623" sldId="2436"/>
            <ac:spMk id="11" creationId="{6ED01A04-D48D-562E-63DB-4D670825CC2E}"/>
          </ac:spMkLst>
        </pc:spChg>
        <pc:spChg chg="mod">
          <ac:chgData name="Muriel BORDE" userId="c170603111e0d29b" providerId="LiveId" clId="{57199298-0081-43D7-85F7-B4767A8F9EC5}" dt="2024-08-16T12:33:21.010" v="23321" actId="1035"/>
          <ac:spMkLst>
            <pc:docMk/>
            <pc:sldMk cId="1493018623" sldId="2436"/>
            <ac:spMk id="12" creationId="{AB761A35-AC6F-0E39-9124-82B6EDEFAC5B}"/>
          </ac:spMkLst>
        </pc:spChg>
        <pc:spChg chg="mod">
          <ac:chgData name="Muriel BORDE" userId="c170603111e0d29b" providerId="LiveId" clId="{57199298-0081-43D7-85F7-B4767A8F9EC5}" dt="2024-08-16T12:33:21.010" v="23321" actId="1035"/>
          <ac:spMkLst>
            <pc:docMk/>
            <pc:sldMk cId="1493018623" sldId="2436"/>
            <ac:spMk id="13" creationId="{C9B9DCB4-2C36-F1CC-952D-89BFDA302948}"/>
          </ac:spMkLst>
        </pc:spChg>
        <pc:spChg chg="mod">
          <ac:chgData name="Muriel BORDE" userId="c170603111e0d29b" providerId="LiveId" clId="{57199298-0081-43D7-85F7-B4767A8F9EC5}" dt="2024-08-16T12:33:21.010" v="23321" actId="1035"/>
          <ac:spMkLst>
            <pc:docMk/>
            <pc:sldMk cId="1493018623" sldId="2436"/>
            <ac:spMk id="14" creationId="{6F93BAE7-790E-372D-5450-3C704720DECB}"/>
          </ac:spMkLst>
        </pc:spChg>
        <pc:spChg chg="mod">
          <ac:chgData name="Muriel BORDE" userId="c170603111e0d29b" providerId="LiveId" clId="{57199298-0081-43D7-85F7-B4767A8F9EC5}" dt="2024-08-16T12:33:21.010" v="23321" actId="1035"/>
          <ac:spMkLst>
            <pc:docMk/>
            <pc:sldMk cId="1493018623" sldId="2436"/>
            <ac:spMk id="15" creationId="{D115F7A9-7C11-4A45-BC84-CA62CB165043}"/>
          </ac:spMkLst>
        </pc:spChg>
        <pc:spChg chg="add mod">
          <ac:chgData name="Muriel BORDE" userId="c170603111e0d29b" providerId="LiveId" clId="{57199298-0081-43D7-85F7-B4767A8F9EC5}" dt="2024-08-16T12:36:50.216" v="23441" actId="207"/>
          <ac:spMkLst>
            <pc:docMk/>
            <pc:sldMk cId="1493018623" sldId="2436"/>
            <ac:spMk id="16" creationId="{24DDDF2E-A262-425E-2453-CCF17F21F53A}"/>
          </ac:spMkLst>
        </pc:spChg>
        <pc:graphicFrameChg chg="del">
          <ac:chgData name="Muriel BORDE" userId="c170603111e0d29b" providerId="LiveId" clId="{57199298-0081-43D7-85F7-B4767A8F9EC5}" dt="2024-04-03T09:46:22.472" v="18079" actId="478"/>
          <ac:graphicFrameMkLst>
            <pc:docMk/>
            <pc:sldMk cId="1493018623" sldId="2436"/>
            <ac:graphicFrameMk id="3" creationId="{E9A44E37-6572-B0FC-878C-D6DBC60351CF}"/>
          </ac:graphicFrameMkLst>
        </pc:graphicFrameChg>
      </pc:sldChg>
      <pc:sldChg chg="addSp delSp modSp add mod">
        <pc:chgData name="Muriel BORDE" userId="c170603111e0d29b" providerId="LiveId" clId="{57199298-0081-43D7-85F7-B4767A8F9EC5}" dt="2024-04-03T09:56:05.894" v="18478" actId="1076"/>
        <pc:sldMkLst>
          <pc:docMk/>
          <pc:sldMk cId="1002108612" sldId="2437"/>
        </pc:sldMkLst>
        <pc:spChg chg="del">
          <ac:chgData name="Muriel BORDE" userId="c170603111e0d29b" providerId="LiveId" clId="{57199298-0081-43D7-85F7-B4767A8F9EC5}" dt="2024-04-03T09:54:12.546" v="18468" actId="478"/>
          <ac:spMkLst>
            <pc:docMk/>
            <pc:sldMk cId="1002108612" sldId="2437"/>
            <ac:spMk id="14" creationId="{6BC918B7-82FA-2449-2358-D8EEC4120A5D}"/>
          </ac:spMkLst>
        </pc:spChg>
        <pc:spChg chg="del">
          <ac:chgData name="Muriel BORDE" userId="c170603111e0d29b" providerId="LiveId" clId="{57199298-0081-43D7-85F7-B4767A8F9EC5}" dt="2024-04-03T09:54:12.546" v="18468" actId="478"/>
          <ac:spMkLst>
            <pc:docMk/>
            <pc:sldMk cId="1002108612" sldId="2437"/>
            <ac:spMk id="15" creationId="{961F1FDC-B1A2-D30A-86F1-40DA566E5F52}"/>
          </ac:spMkLst>
        </pc:spChg>
        <pc:spChg chg="del">
          <ac:chgData name="Muriel BORDE" userId="c170603111e0d29b" providerId="LiveId" clId="{57199298-0081-43D7-85F7-B4767A8F9EC5}" dt="2024-04-03T09:54:12.546" v="18468" actId="478"/>
          <ac:spMkLst>
            <pc:docMk/>
            <pc:sldMk cId="1002108612" sldId="2437"/>
            <ac:spMk id="16" creationId="{8830C70A-0607-E9CD-8524-106A92762E61}"/>
          </ac:spMkLst>
        </pc:spChg>
        <pc:spChg chg="del">
          <ac:chgData name="Muriel BORDE" userId="c170603111e0d29b" providerId="LiveId" clId="{57199298-0081-43D7-85F7-B4767A8F9EC5}" dt="2024-04-03T09:54:12.546" v="18468" actId="478"/>
          <ac:spMkLst>
            <pc:docMk/>
            <pc:sldMk cId="1002108612" sldId="2437"/>
            <ac:spMk id="17" creationId="{9518CA9D-501D-81F3-CBDF-623B7A576E3A}"/>
          </ac:spMkLst>
        </pc:spChg>
        <pc:spChg chg="del">
          <ac:chgData name="Muriel BORDE" userId="c170603111e0d29b" providerId="LiveId" clId="{57199298-0081-43D7-85F7-B4767A8F9EC5}" dt="2024-04-03T09:54:12.546" v="18468" actId="478"/>
          <ac:spMkLst>
            <pc:docMk/>
            <pc:sldMk cId="1002108612" sldId="2437"/>
            <ac:spMk id="18" creationId="{A3062179-4AA4-44C1-3F0E-2DEAED84DF86}"/>
          </ac:spMkLst>
        </pc:spChg>
        <pc:spChg chg="del">
          <ac:chgData name="Muriel BORDE" userId="c170603111e0d29b" providerId="LiveId" clId="{57199298-0081-43D7-85F7-B4767A8F9EC5}" dt="2024-04-03T09:54:12.546" v="18468" actId="478"/>
          <ac:spMkLst>
            <pc:docMk/>
            <pc:sldMk cId="1002108612" sldId="2437"/>
            <ac:spMk id="19" creationId="{B31DA975-EA75-EA7A-C812-F5B0208928D4}"/>
          </ac:spMkLst>
        </pc:spChg>
        <pc:spChg chg="del">
          <ac:chgData name="Muriel BORDE" userId="c170603111e0d29b" providerId="LiveId" clId="{57199298-0081-43D7-85F7-B4767A8F9EC5}" dt="2024-04-03T09:54:13.298" v="18469" actId="478"/>
          <ac:spMkLst>
            <pc:docMk/>
            <pc:sldMk cId="1002108612" sldId="2437"/>
            <ac:spMk id="20" creationId="{BACCE04F-B991-0309-8A36-8EB96C05ED98}"/>
          </ac:spMkLst>
        </pc:spChg>
        <pc:picChg chg="del">
          <ac:chgData name="Muriel BORDE" userId="c170603111e0d29b" providerId="LiveId" clId="{57199298-0081-43D7-85F7-B4767A8F9EC5}" dt="2024-04-03T09:54:12.546" v="18468" actId="478"/>
          <ac:picMkLst>
            <pc:docMk/>
            <pc:sldMk cId="1002108612" sldId="2437"/>
            <ac:picMk id="12" creationId="{7D9CAF5C-6E34-08CC-ADAF-328AE64A9C62}"/>
          </ac:picMkLst>
        </pc:picChg>
        <pc:picChg chg="del">
          <ac:chgData name="Muriel BORDE" userId="c170603111e0d29b" providerId="LiveId" clId="{57199298-0081-43D7-85F7-B4767A8F9EC5}" dt="2024-04-03T09:54:12.546" v="18468" actId="478"/>
          <ac:picMkLst>
            <pc:docMk/>
            <pc:sldMk cId="1002108612" sldId="2437"/>
            <ac:picMk id="13" creationId="{65DDFDB4-94AF-E522-A401-BDB74408B6B7}"/>
          </ac:picMkLst>
        </pc:picChg>
        <pc:picChg chg="del">
          <ac:chgData name="Muriel BORDE" userId="c170603111e0d29b" providerId="LiveId" clId="{57199298-0081-43D7-85F7-B4767A8F9EC5}" dt="2024-04-03T09:54:12.546" v="18468" actId="478"/>
          <ac:picMkLst>
            <pc:docMk/>
            <pc:sldMk cId="1002108612" sldId="2437"/>
            <ac:picMk id="3078" creationId="{1A5188C4-B944-DAD8-B315-CC90CD70BAC8}"/>
          </ac:picMkLst>
        </pc:picChg>
        <pc:picChg chg="del">
          <ac:chgData name="Muriel BORDE" userId="c170603111e0d29b" providerId="LiveId" clId="{57199298-0081-43D7-85F7-B4767A8F9EC5}" dt="2024-04-03T09:54:12.546" v="18468" actId="478"/>
          <ac:picMkLst>
            <pc:docMk/>
            <pc:sldMk cId="1002108612" sldId="2437"/>
            <ac:picMk id="3082" creationId="{26CFB660-D7B8-FE8B-7AA3-B6AC99179FEA}"/>
          </ac:picMkLst>
        </pc:picChg>
        <pc:picChg chg="add del">
          <ac:chgData name="Muriel BORDE" userId="c170603111e0d29b" providerId="LiveId" clId="{57199298-0081-43D7-85F7-B4767A8F9EC5}" dt="2024-04-03T09:54:36.912" v="18471" actId="478"/>
          <ac:picMkLst>
            <pc:docMk/>
            <pc:sldMk cId="1002108612" sldId="2437"/>
            <ac:picMk id="11266" creationId="{C41EE057-F055-0BC0-7A6A-63BE0E0EF480}"/>
          </ac:picMkLst>
        </pc:picChg>
        <pc:picChg chg="add del mod">
          <ac:chgData name="Muriel BORDE" userId="c170603111e0d29b" providerId="LiveId" clId="{57199298-0081-43D7-85F7-B4767A8F9EC5}" dt="2024-04-03T09:55:14.410" v="18475" actId="478"/>
          <ac:picMkLst>
            <pc:docMk/>
            <pc:sldMk cId="1002108612" sldId="2437"/>
            <ac:picMk id="11268" creationId="{95701B59-CE4A-9B5A-347B-932F378378AC}"/>
          </ac:picMkLst>
        </pc:picChg>
        <pc:picChg chg="add mod">
          <ac:chgData name="Muriel BORDE" userId="c170603111e0d29b" providerId="LiveId" clId="{57199298-0081-43D7-85F7-B4767A8F9EC5}" dt="2024-04-03T09:56:05.894" v="18478" actId="1076"/>
          <ac:picMkLst>
            <pc:docMk/>
            <pc:sldMk cId="1002108612" sldId="2437"/>
            <ac:picMk id="11270" creationId="{A70B0888-1599-86F1-A4F1-4B1F4B4D01D8}"/>
          </ac:picMkLst>
        </pc:picChg>
      </pc:sldChg>
      <pc:sldChg chg="modSp add mod">
        <pc:chgData name="Muriel BORDE" userId="c170603111e0d29b" providerId="LiveId" clId="{57199298-0081-43D7-85F7-B4767A8F9EC5}" dt="2024-08-16T08:36:05.812" v="19601" actId="20577"/>
        <pc:sldMkLst>
          <pc:docMk/>
          <pc:sldMk cId="4098125252" sldId="2438"/>
        </pc:sldMkLst>
        <pc:spChg chg="mod">
          <ac:chgData name="Muriel BORDE" userId="c170603111e0d29b" providerId="LiveId" clId="{57199298-0081-43D7-85F7-B4767A8F9EC5}" dt="2024-08-16T08:36:05.812" v="19601" actId="20577"/>
          <ac:spMkLst>
            <pc:docMk/>
            <pc:sldMk cId="4098125252" sldId="2438"/>
            <ac:spMk id="19" creationId="{1BFF3483-6F13-41C8-4655-B32ED9C879C4}"/>
          </ac:spMkLst>
        </pc:spChg>
      </pc:sldChg>
      <pc:sldChg chg="add del ord">
        <pc:chgData name="Muriel BORDE" userId="c170603111e0d29b" providerId="LiveId" clId="{57199298-0081-43D7-85F7-B4767A8F9EC5}" dt="2024-08-16T08:35:59.491" v="19591" actId="47"/>
        <pc:sldMkLst>
          <pc:docMk/>
          <pc:sldMk cId="2121814434" sldId="2439"/>
        </pc:sldMkLst>
      </pc:sldChg>
      <pc:sldChg chg="addSp delSp modSp add mod ord">
        <pc:chgData name="Muriel BORDE" userId="c170603111e0d29b" providerId="LiveId" clId="{57199298-0081-43D7-85F7-B4767A8F9EC5}" dt="2024-08-16T13:08:59.392" v="26041" actId="1035"/>
        <pc:sldMkLst>
          <pc:docMk/>
          <pc:sldMk cId="3233352804" sldId="2440"/>
        </pc:sldMkLst>
        <pc:spChg chg="mod">
          <ac:chgData name="Muriel BORDE" userId="c170603111e0d29b" providerId="LiveId" clId="{57199298-0081-43D7-85F7-B4767A8F9EC5}" dt="2024-08-16T13:08:30.883" v="26004" actId="20577"/>
          <ac:spMkLst>
            <pc:docMk/>
            <pc:sldMk cId="3233352804" sldId="2440"/>
            <ac:spMk id="3" creationId="{3BD44325-F048-7A16-703C-8584AD20B8FB}"/>
          </ac:spMkLst>
        </pc:spChg>
        <pc:spChg chg="mod">
          <ac:chgData name="Muriel BORDE" userId="c170603111e0d29b" providerId="LiveId" clId="{57199298-0081-43D7-85F7-B4767A8F9EC5}" dt="2024-08-16T13:08:59.392" v="26041" actId="1035"/>
          <ac:spMkLst>
            <pc:docMk/>
            <pc:sldMk cId="3233352804" sldId="2440"/>
            <ac:spMk id="4" creationId="{22D081D2-40F5-80EC-1ADD-57A6AE03CABD}"/>
          </ac:spMkLst>
        </pc:spChg>
        <pc:spChg chg="add del mod">
          <ac:chgData name="Muriel BORDE" userId="c170603111e0d29b" providerId="LiveId" clId="{57199298-0081-43D7-85F7-B4767A8F9EC5}" dt="2024-08-16T09:08:23.673" v="20717" actId="478"/>
          <ac:spMkLst>
            <pc:docMk/>
            <pc:sldMk cId="3233352804" sldId="2440"/>
            <ac:spMk id="5" creationId="{D617270D-28D3-72A0-0327-65BCCFFEEB93}"/>
          </ac:spMkLst>
        </pc:spChg>
        <pc:spChg chg="add mod">
          <ac:chgData name="Muriel BORDE" userId="c170603111e0d29b" providerId="LiveId" clId="{57199298-0081-43D7-85F7-B4767A8F9EC5}" dt="2024-08-16T13:08:59.392" v="26041" actId="1035"/>
          <ac:spMkLst>
            <pc:docMk/>
            <pc:sldMk cId="3233352804" sldId="2440"/>
            <ac:spMk id="6" creationId="{A7C590C2-0271-1478-1E0A-15C0D13CF7CD}"/>
          </ac:spMkLst>
        </pc:spChg>
      </pc:sldChg>
      <pc:sldChg chg="addSp modSp add mod">
        <pc:chgData name="Muriel BORDE" userId="c170603111e0d29b" providerId="LiveId" clId="{57199298-0081-43D7-85F7-B4767A8F9EC5}" dt="2024-08-16T13:09:07.882" v="26050" actId="1035"/>
        <pc:sldMkLst>
          <pc:docMk/>
          <pc:sldMk cId="401191255" sldId="2441"/>
        </pc:sldMkLst>
        <pc:spChg chg="mod">
          <ac:chgData name="Muriel BORDE" userId="c170603111e0d29b" providerId="LiveId" clId="{57199298-0081-43D7-85F7-B4767A8F9EC5}" dt="2024-08-16T13:08:44.956" v="26019" actId="20577"/>
          <ac:spMkLst>
            <pc:docMk/>
            <pc:sldMk cId="401191255" sldId="2441"/>
            <ac:spMk id="3" creationId="{3BD44325-F048-7A16-703C-8584AD20B8FB}"/>
          </ac:spMkLst>
        </pc:spChg>
        <pc:spChg chg="mod">
          <ac:chgData name="Muriel BORDE" userId="c170603111e0d29b" providerId="LiveId" clId="{57199298-0081-43D7-85F7-B4767A8F9EC5}" dt="2024-08-16T13:09:07.882" v="26050" actId="1035"/>
          <ac:spMkLst>
            <pc:docMk/>
            <pc:sldMk cId="401191255" sldId="2441"/>
            <ac:spMk id="4" creationId="{22D081D2-40F5-80EC-1ADD-57A6AE03CABD}"/>
          </ac:spMkLst>
        </pc:spChg>
        <pc:spChg chg="add mod">
          <ac:chgData name="Muriel BORDE" userId="c170603111e0d29b" providerId="LiveId" clId="{57199298-0081-43D7-85F7-B4767A8F9EC5}" dt="2024-08-16T13:09:07.882" v="26050" actId="1035"/>
          <ac:spMkLst>
            <pc:docMk/>
            <pc:sldMk cId="401191255" sldId="2441"/>
            <ac:spMk id="5" creationId="{B8409846-73F9-3C44-C070-4177AF8687C8}"/>
          </ac:spMkLst>
        </pc:spChg>
      </pc:sldChg>
      <pc:sldChg chg="addSp delSp modSp add del mod">
        <pc:chgData name="Muriel BORDE" userId="c170603111e0d29b" providerId="LiveId" clId="{57199298-0081-43D7-85F7-B4767A8F9EC5}" dt="2024-08-16T08:48:40.331" v="20186" actId="47"/>
        <pc:sldMkLst>
          <pc:docMk/>
          <pc:sldMk cId="1419585280" sldId="2442"/>
        </pc:sldMkLst>
        <pc:spChg chg="add mod">
          <ac:chgData name="Muriel BORDE" userId="c170603111e0d29b" providerId="LiveId" clId="{57199298-0081-43D7-85F7-B4767A8F9EC5}" dt="2024-08-16T08:38:07.787" v="19705" actId="403"/>
          <ac:spMkLst>
            <pc:docMk/>
            <pc:sldMk cId="1419585280" sldId="2442"/>
            <ac:spMk id="3" creationId="{925F65C6-0AB2-8171-5EC1-8D24E0C0DF07}"/>
          </ac:spMkLst>
        </pc:spChg>
        <pc:spChg chg="mod">
          <ac:chgData name="Muriel BORDE" userId="c170603111e0d29b" providerId="LiveId" clId="{57199298-0081-43D7-85F7-B4767A8F9EC5}" dt="2024-08-16T08:37:45.920" v="19683" actId="1076"/>
          <ac:spMkLst>
            <pc:docMk/>
            <pc:sldMk cId="1419585280" sldId="2442"/>
            <ac:spMk id="10" creationId="{769B7EAA-DAD2-B66D-B3CC-495EFD605F0D}"/>
          </ac:spMkLst>
        </pc:spChg>
        <pc:spChg chg="mod">
          <ac:chgData name="Muriel BORDE" userId="c170603111e0d29b" providerId="LiveId" clId="{57199298-0081-43D7-85F7-B4767A8F9EC5}" dt="2024-08-16T08:37:29.389" v="19665" actId="20577"/>
          <ac:spMkLst>
            <pc:docMk/>
            <pc:sldMk cId="1419585280" sldId="2442"/>
            <ac:spMk id="12" creationId="{35FEE19D-AE8B-D318-E008-60C170B92B60}"/>
          </ac:spMkLst>
        </pc:spChg>
        <pc:spChg chg="del">
          <ac:chgData name="Muriel BORDE" userId="c170603111e0d29b" providerId="LiveId" clId="{57199298-0081-43D7-85F7-B4767A8F9EC5}" dt="2024-08-16T08:37:39.955" v="19672" actId="478"/>
          <ac:spMkLst>
            <pc:docMk/>
            <pc:sldMk cId="1419585280" sldId="2442"/>
            <ac:spMk id="13" creationId="{EB092965-87E6-95CC-E44C-3D3B18829B1F}"/>
          </ac:spMkLst>
        </pc:spChg>
        <pc:spChg chg="del">
          <ac:chgData name="Muriel BORDE" userId="c170603111e0d29b" providerId="LiveId" clId="{57199298-0081-43D7-85F7-B4767A8F9EC5}" dt="2024-08-16T08:37:35.369" v="19669" actId="478"/>
          <ac:spMkLst>
            <pc:docMk/>
            <pc:sldMk cId="1419585280" sldId="2442"/>
            <ac:spMk id="18" creationId="{593E47AD-55A2-AC03-1677-6A36E845BBE4}"/>
          </ac:spMkLst>
        </pc:spChg>
        <pc:spChg chg="del mod">
          <ac:chgData name="Muriel BORDE" userId="c170603111e0d29b" providerId="LiveId" clId="{57199298-0081-43D7-85F7-B4767A8F9EC5}" dt="2024-08-16T08:37:33.569" v="19668" actId="478"/>
          <ac:spMkLst>
            <pc:docMk/>
            <pc:sldMk cId="1419585280" sldId="2442"/>
            <ac:spMk id="29" creationId="{C02943B2-5857-012C-0BA1-5C6CB9217FC9}"/>
          </ac:spMkLst>
        </pc:spChg>
        <pc:spChg chg="del mod">
          <ac:chgData name="Muriel BORDE" userId="c170603111e0d29b" providerId="LiveId" clId="{57199298-0081-43D7-85F7-B4767A8F9EC5}" dt="2024-08-16T08:37:38.235" v="19671" actId="478"/>
          <ac:spMkLst>
            <pc:docMk/>
            <pc:sldMk cId="1419585280" sldId="2442"/>
            <ac:spMk id="30" creationId="{1D41AC52-EBAD-A49B-EA5E-764291EC4B38}"/>
          </ac:spMkLst>
        </pc:spChg>
        <pc:spChg chg="del">
          <ac:chgData name="Muriel BORDE" userId="c170603111e0d29b" providerId="LiveId" clId="{57199298-0081-43D7-85F7-B4767A8F9EC5}" dt="2024-08-16T08:37:39.955" v="19672" actId="478"/>
          <ac:spMkLst>
            <pc:docMk/>
            <pc:sldMk cId="1419585280" sldId="2442"/>
            <ac:spMk id="31" creationId="{E6DA94FA-86BD-9B0A-6D23-526C370EFB9B}"/>
          </ac:spMkLst>
        </pc:spChg>
        <pc:spChg chg="del mod">
          <ac:chgData name="Muriel BORDE" userId="c170603111e0d29b" providerId="LiveId" clId="{57199298-0081-43D7-85F7-B4767A8F9EC5}" dt="2024-08-16T08:37:33.569" v="19668" actId="478"/>
          <ac:spMkLst>
            <pc:docMk/>
            <pc:sldMk cId="1419585280" sldId="2442"/>
            <ac:spMk id="33" creationId="{3494FCCA-88A7-9E47-40B0-5F6F0850EFBE}"/>
          </ac:spMkLst>
        </pc:spChg>
        <pc:graphicFrameChg chg="del mod">
          <ac:chgData name="Muriel BORDE" userId="c170603111e0d29b" providerId="LiveId" clId="{57199298-0081-43D7-85F7-B4767A8F9EC5}" dt="2024-08-16T08:37:33.569" v="19668" actId="478"/>
          <ac:graphicFrameMkLst>
            <pc:docMk/>
            <pc:sldMk cId="1419585280" sldId="2442"/>
            <ac:graphicFrameMk id="6" creationId="{E80C2901-FC0F-4166-5189-99767EC930DA}"/>
          </ac:graphicFrameMkLst>
        </pc:graphicFrameChg>
        <pc:picChg chg="del mod">
          <ac:chgData name="Muriel BORDE" userId="c170603111e0d29b" providerId="LiveId" clId="{57199298-0081-43D7-85F7-B4767A8F9EC5}" dt="2024-08-16T08:37:33.569" v="19668" actId="478"/>
          <ac:picMkLst>
            <pc:docMk/>
            <pc:sldMk cId="1419585280" sldId="2442"/>
            <ac:picMk id="4102" creationId="{050730B0-BDF9-3E0E-E181-4337D77C4801}"/>
          </ac:picMkLst>
        </pc:picChg>
      </pc:sldChg>
      <pc:sldChg chg="addSp modSp add mod">
        <pc:chgData name="Muriel BORDE" userId="c170603111e0d29b" providerId="LiveId" clId="{57199298-0081-43D7-85F7-B4767A8F9EC5}" dt="2024-08-16T13:09:18.619" v="26063" actId="1036"/>
        <pc:sldMkLst>
          <pc:docMk/>
          <pc:sldMk cId="1002087518" sldId="2443"/>
        </pc:sldMkLst>
        <pc:spChg chg="mod">
          <ac:chgData name="Muriel BORDE" userId="c170603111e0d29b" providerId="LiveId" clId="{57199298-0081-43D7-85F7-B4767A8F9EC5}" dt="2024-08-16T13:09:14.064" v="26054" actId="20577"/>
          <ac:spMkLst>
            <pc:docMk/>
            <pc:sldMk cId="1002087518" sldId="2443"/>
            <ac:spMk id="3" creationId="{3BD44325-F048-7A16-703C-8584AD20B8FB}"/>
          </ac:spMkLst>
        </pc:spChg>
        <pc:spChg chg="mod">
          <ac:chgData name="Muriel BORDE" userId="c170603111e0d29b" providerId="LiveId" clId="{57199298-0081-43D7-85F7-B4767A8F9EC5}" dt="2024-08-16T13:09:18.619" v="26063" actId="1036"/>
          <ac:spMkLst>
            <pc:docMk/>
            <pc:sldMk cId="1002087518" sldId="2443"/>
            <ac:spMk id="4" creationId="{22D081D2-40F5-80EC-1ADD-57A6AE03CABD}"/>
          </ac:spMkLst>
        </pc:spChg>
        <pc:spChg chg="add mod">
          <ac:chgData name="Muriel BORDE" userId="c170603111e0d29b" providerId="LiveId" clId="{57199298-0081-43D7-85F7-B4767A8F9EC5}" dt="2024-08-16T13:09:18.619" v="26063" actId="1036"/>
          <ac:spMkLst>
            <pc:docMk/>
            <pc:sldMk cId="1002087518" sldId="2443"/>
            <ac:spMk id="5" creationId="{8D1EC0C0-5408-E98B-E3AA-78FD65B5E5A6}"/>
          </ac:spMkLst>
        </pc:spChg>
      </pc:sldChg>
      <pc:sldChg chg="addSp delSp modSp add mod">
        <pc:chgData name="Muriel BORDE" userId="c170603111e0d29b" providerId="LiveId" clId="{57199298-0081-43D7-85F7-B4767A8F9EC5}" dt="2024-08-16T12:37:20.406" v="23443" actId="20577"/>
        <pc:sldMkLst>
          <pc:docMk/>
          <pc:sldMk cId="3102489136" sldId="2444"/>
        </pc:sldMkLst>
        <pc:spChg chg="add mod">
          <ac:chgData name="Muriel BORDE" userId="c170603111e0d29b" providerId="LiveId" clId="{57199298-0081-43D7-85F7-B4767A8F9EC5}" dt="2024-08-16T09:52:18.632" v="22198"/>
          <ac:spMkLst>
            <pc:docMk/>
            <pc:sldMk cId="3102489136" sldId="2444"/>
            <ac:spMk id="4" creationId="{D412A3A8-5FDD-532A-7C26-CD0D6A1D030F}"/>
          </ac:spMkLst>
        </pc:spChg>
        <pc:spChg chg="add mod">
          <ac:chgData name="Muriel BORDE" userId="c170603111e0d29b" providerId="LiveId" clId="{57199298-0081-43D7-85F7-B4767A8F9EC5}" dt="2024-08-16T12:36:53.719" v="23442" actId="207"/>
          <ac:spMkLst>
            <pc:docMk/>
            <pc:sldMk cId="3102489136" sldId="2444"/>
            <ac:spMk id="5" creationId="{ED981539-BC66-2F86-5C81-FD9F6AE04318}"/>
          </ac:spMkLst>
        </pc:spChg>
        <pc:spChg chg="add mod">
          <ac:chgData name="Muriel BORDE" userId="c170603111e0d29b" providerId="LiveId" clId="{57199298-0081-43D7-85F7-B4767A8F9EC5}" dt="2024-08-16T12:36:40.511" v="23439" actId="1076"/>
          <ac:spMkLst>
            <pc:docMk/>
            <pc:sldMk cId="3102489136" sldId="2444"/>
            <ac:spMk id="7" creationId="{00DE5DD6-E72A-3D22-7893-DBD7B1CDC05B}"/>
          </ac:spMkLst>
        </pc:spChg>
        <pc:spChg chg="del mod">
          <ac:chgData name="Muriel BORDE" userId="c170603111e0d29b" providerId="LiveId" clId="{57199298-0081-43D7-85F7-B4767A8F9EC5}" dt="2024-08-16T12:36:37.298" v="23438" actId="478"/>
          <ac:spMkLst>
            <pc:docMk/>
            <pc:sldMk cId="3102489136" sldId="2444"/>
            <ac:spMk id="8" creationId="{BB2E5B77-7235-3281-D512-F483E5859115}"/>
          </ac:spMkLst>
        </pc:spChg>
        <pc:spChg chg="mod">
          <ac:chgData name="Muriel BORDE" userId="c170603111e0d29b" providerId="LiveId" clId="{57199298-0081-43D7-85F7-B4767A8F9EC5}" dt="2024-08-16T08:41:53.193" v="19883" actId="20577"/>
          <ac:spMkLst>
            <pc:docMk/>
            <pc:sldMk cId="3102489136" sldId="2444"/>
            <ac:spMk id="9" creationId="{7F2116E5-AB80-06DA-CFE1-A1DB714A074C}"/>
          </ac:spMkLst>
        </pc:spChg>
        <pc:spChg chg="del mod">
          <ac:chgData name="Muriel BORDE" userId="c170603111e0d29b" providerId="LiveId" clId="{57199298-0081-43D7-85F7-B4767A8F9EC5}" dt="2024-08-16T12:36:29.946" v="23431" actId="478"/>
          <ac:spMkLst>
            <pc:docMk/>
            <pc:sldMk cId="3102489136" sldId="2444"/>
            <ac:spMk id="11" creationId="{3DB43449-5A29-1285-BF54-44A3F2667AB7}"/>
          </ac:spMkLst>
        </pc:spChg>
        <pc:graphicFrameChg chg="mod">
          <ac:chgData name="Muriel BORDE" userId="c170603111e0d29b" providerId="LiveId" clId="{57199298-0081-43D7-85F7-B4767A8F9EC5}" dt="2024-08-16T12:37:20.406" v="23443" actId="20577"/>
          <ac:graphicFrameMkLst>
            <pc:docMk/>
            <pc:sldMk cId="3102489136" sldId="2444"/>
            <ac:graphicFrameMk id="3" creationId="{E9A44E37-6572-B0FC-878C-D6DBC60351CF}"/>
          </ac:graphicFrameMkLst>
        </pc:graphicFrameChg>
      </pc:sldChg>
      <pc:sldChg chg="addSp delSp modSp add mod ord">
        <pc:chgData name="Muriel BORDE" userId="c170603111e0d29b" providerId="LiveId" clId="{57199298-0081-43D7-85F7-B4767A8F9EC5}" dt="2024-08-16T13:09:30.673" v="26081" actId="1035"/>
        <pc:sldMkLst>
          <pc:docMk/>
          <pc:sldMk cId="1904376088" sldId="2445"/>
        </pc:sldMkLst>
        <pc:spChg chg="del">
          <ac:chgData name="Muriel BORDE" userId="c170603111e0d29b" providerId="LiveId" clId="{57199298-0081-43D7-85F7-B4767A8F9EC5}" dt="2024-08-16T08:50:01.694" v="20230" actId="478"/>
          <ac:spMkLst>
            <pc:docMk/>
            <pc:sldMk cId="1904376088" sldId="2445"/>
            <ac:spMk id="3" creationId="{3BD44325-F048-7A16-703C-8584AD20B8FB}"/>
          </ac:spMkLst>
        </pc:spChg>
        <pc:spChg chg="del mod">
          <ac:chgData name="Muriel BORDE" userId="c170603111e0d29b" providerId="LiveId" clId="{57199298-0081-43D7-85F7-B4767A8F9EC5}" dt="2024-08-16T08:50:01.694" v="20230" actId="478"/>
          <ac:spMkLst>
            <pc:docMk/>
            <pc:sldMk cId="1904376088" sldId="2445"/>
            <ac:spMk id="4" creationId="{22D081D2-40F5-80EC-1ADD-57A6AE03CABD}"/>
          </ac:spMkLst>
        </pc:spChg>
        <pc:spChg chg="add del mod">
          <ac:chgData name="Muriel BORDE" userId="c170603111e0d29b" providerId="LiveId" clId="{57199298-0081-43D7-85F7-B4767A8F9EC5}" dt="2024-08-16T08:50:04.399" v="20232" actId="478"/>
          <ac:spMkLst>
            <pc:docMk/>
            <pc:sldMk cId="1904376088" sldId="2445"/>
            <ac:spMk id="6" creationId="{FD0F18BA-01A2-150E-C009-C776B566A2FB}"/>
          </ac:spMkLst>
        </pc:spChg>
        <pc:spChg chg="add mod">
          <ac:chgData name="Muriel BORDE" userId="c170603111e0d29b" providerId="LiveId" clId="{57199298-0081-43D7-85F7-B4767A8F9EC5}" dt="2024-08-16T13:09:25.661" v="26067" actId="20577"/>
          <ac:spMkLst>
            <pc:docMk/>
            <pc:sldMk cId="1904376088" sldId="2445"/>
            <ac:spMk id="7" creationId="{E9EF20C3-5AE2-9EE0-4C71-E94E486217CA}"/>
          </ac:spMkLst>
        </pc:spChg>
        <pc:spChg chg="add mod">
          <ac:chgData name="Muriel BORDE" userId="c170603111e0d29b" providerId="LiveId" clId="{57199298-0081-43D7-85F7-B4767A8F9EC5}" dt="2024-08-16T13:09:30.673" v="26081" actId="1035"/>
          <ac:spMkLst>
            <pc:docMk/>
            <pc:sldMk cId="1904376088" sldId="2445"/>
            <ac:spMk id="8" creationId="{737361B3-F940-4241-AE68-89F9A4B649AA}"/>
          </ac:spMkLst>
        </pc:spChg>
        <pc:spChg chg="add mod">
          <ac:chgData name="Muriel BORDE" userId="c170603111e0d29b" providerId="LiveId" clId="{57199298-0081-43D7-85F7-B4767A8F9EC5}" dt="2024-08-16T13:09:30.673" v="26081" actId="1035"/>
          <ac:spMkLst>
            <pc:docMk/>
            <pc:sldMk cId="1904376088" sldId="2445"/>
            <ac:spMk id="9" creationId="{C509C7D8-3C2E-0BF4-5F34-92608E97A1DB}"/>
          </ac:spMkLst>
        </pc:spChg>
      </pc:sldChg>
      <pc:sldChg chg="addSp delSp modSp add mod">
        <pc:chgData name="Muriel BORDE" userId="c170603111e0d29b" providerId="LiveId" clId="{57199298-0081-43D7-85F7-B4767A8F9EC5}" dt="2024-08-16T12:25:11.475" v="23127" actId="14100"/>
        <pc:sldMkLst>
          <pc:docMk/>
          <pc:sldMk cId="2946674473" sldId="2446"/>
        </pc:sldMkLst>
        <pc:spChg chg="add mod">
          <ac:chgData name="Muriel BORDE" userId="c170603111e0d29b" providerId="LiveId" clId="{57199298-0081-43D7-85F7-B4767A8F9EC5}" dt="2024-08-16T09:45:14.382" v="21941" actId="20577"/>
          <ac:spMkLst>
            <pc:docMk/>
            <pc:sldMk cId="2946674473" sldId="2446"/>
            <ac:spMk id="4" creationId="{934F41B1-A606-EA31-1CEF-7DF34B711CB8}"/>
          </ac:spMkLst>
        </pc:spChg>
        <pc:spChg chg="add mod">
          <ac:chgData name="Muriel BORDE" userId="c170603111e0d29b" providerId="LiveId" clId="{57199298-0081-43D7-85F7-B4767A8F9EC5}" dt="2024-08-16T12:25:11.475" v="23127" actId="14100"/>
          <ac:spMkLst>
            <pc:docMk/>
            <pc:sldMk cId="2946674473" sldId="2446"/>
            <ac:spMk id="5" creationId="{A8FB39F5-220C-190B-8E31-8656C1876C5E}"/>
          </ac:spMkLst>
        </pc:spChg>
        <pc:spChg chg="del">
          <ac:chgData name="Muriel BORDE" userId="c170603111e0d29b" providerId="LiveId" clId="{57199298-0081-43D7-85F7-B4767A8F9EC5}" dt="2024-08-16T09:19:37.286" v="21094" actId="478"/>
          <ac:spMkLst>
            <pc:docMk/>
            <pc:sldMk cId="2946674473" sldId="2446"/>
            <ac:spMk id="8" creationId="{5852EA72-F86A-F1A8-F9C6-DD5530466ACC}"/>
          </ac:spMkLst>
        </pc:spChg>
        <pc:spChg chg="del">
          <ac:chgData name="Muriel BORDE" userId="c170603111e0d29b" providerId="LiveId" clId="{57199298-0081-43D7-85F7-B4767A8F9EC5}" dt="2024-08-16T09:19:37.286" v="21094" actId="478"/>
          <ac:spMkLst>
            <pc:docMk/>
            <pc:sldMk cId="2946674473" sldId="2446"/>
            <ac:spMk id="11" creationId="{C7934C47-F535-0196-C026-C461A585F166}"/>
          </ac:spMkLst>
        </pc:spChg>
        <pc:spChg chg="del">
          <ac:chgData name="Muriel BORDE" userId="c170603111e0d29b" providerId="LiveId" clId="{57199298-0081-43D7-85F7-B4767A8F9EC5}" dt="2024-08-16T09:19:41.540" v="21096" actId="478"/>
          <ac:spMkLst>
            <pc:docMk/>
            <pc:sldMk cId="2946674473" sldId="2446"/>
            <ac:spMk id="12" creationId="{A40BE264-5C82-B54F-AB31-300BFAB3A898}"/>
          </ac:spMkLst>
        </pc:spChg>
        <pc:spChg chg="del">
          <ac:chgData name="Muriel BORDE" userId="c170603111e0d29b" providerId="LiveId" clId="{57199298-0081-43D7-85F7-B4767A8F9EC5}" dt="2024-08-16T09:19:40.257" v="21095" actId="478"/>
          <ac:spMkLst>
            <pc:docMk/>
            <pc:sldMk cId="2946674473" sldId="2446"/>
            <ac:spMk id="13" creationId="{5D6A0131-2824-7B40-D866-6F3082A5715F}"/>
          </ac:spMkLst>
        </pc:spChg>
        <pc:spChg chg="del">
          <ac:chgData name="Muriel BORDE" userId="c170603111e0d29b" providerId="LiveId" clId="{57199298-0081-43D7-85F7-B4767A8F9EC5}" dt="2024-08-16T09:19:37.286" v="21094" actId="478"/>
          <ac:spMkLst>
            <pc:docMk/>
            <pc:sldMk cId="2946674473" sldId="2446"/>
            <ac:spMk id="17" creationId="{F3262335-FE5B-96EC-175E-F47E88EB8548}"/>
          </ac:spMkLst>
        </pc:spChg>
        <pc:spChg chg="del">
          <ac:chgData name="Muriel BORDE" userId="c170603111e0d29b" providerId="LiveId" clId="{57199298-0081-43D7-85F7-B4767A8F9EC5}" dt="2024-08-16T09:19:37.286" v="21094" actId="478"/>
          <ac:spMkLst>
            <pc:docMk/>
            <pc:sldMk cId="2946674473" sldId="2446"/>
            <ac:spMk id="18" creationId="{ABC143D8-4C0F-C670-AE13-DEE69EE6C44B}"/>
          </ac:spMkLst>
        </pc:spChg>
        <pc:spChg chg="del">
          <ac:chgData name="Muriel BORDE" userId="c170603111e0d29b" providerId="LiveId" clId="{57199298-0081-43D7-85F7-B4767A8F9EC5}" dt="2024-08-16T09:19:40.257" v="21095" actId="478"/>
          <ac:spMkLst>
            <pc:docMk/>
            <pc:sldMk cId="2946674473" sldId="2446"/>
            <ac:spMk id="19" creationId="{14349884-357F-C905-5495-B0C7332812D5}"/>
          </ac:spMkLst>
        </pc:spChg>
        <pc:spChg chg="del">
          <ac:chgData name="Muriel BORDE" userId="c170603111e0d29b" providerId="LiveId" clId="{57199298-0081-43D7-85F7-B4767A8F9EC5}" dt="2024-08-16T09:19:37.286" v="21094" actId="478"/>
          <ac:spMkLst>
            <pc:docMk/>
            <pc:sldMk cId="2946674473" sldId="2446"/>
            <ac:spMk id="20" creationId="{7F23F458-B7DF-A1F4-7FE8-C0D6DBB926B4}"/>
          </ac:spMkLst>
        </pc:spChg>
        <pc:graphicFrameChg chg="add mod modGraphic">
          <ac:chgData name="Muriel BORDE" userId="c170603111e0d29b" providerId="LiveId" clId="{57199298-0081-43D7-85F7-B4767A8F9EC5}" dt="2024-08-16T12:02:46.644" v="22373" actId="14100"/>
          <ac:graphicFrameMkLst>
            <pc:docMk/>
            <pc:sldMk cId="2946674473" sldId="2446"/>
            <ac:graphicFrameMk id="3" creationId="{B685445E-6782-5242-B97A-FA23E8DAA93A}"/>
          </ac:graphicFrameMkLst>
        </pc:graphicFrameChg>
        <pc:cxnChg chg="del mod">
          <ac:chgData name="Muriel BORDE" userId="c170603111e0d29b" providerId="LiveId" clId="{57199298-0081-43D7-85F7-B4767A8F9EC5}" dt="2024-08-16T09:19:37.286" v="21094" actId="478"/>
          <ac:cxnSpMkLst>
            <pc:docMk/>
            <pc:sldMk cId="2946674473" sldId="2446"/>
            <ac:cxnSpMk id="22" creationId="{45A8F8D2-27AD-E9BD-69CD-9CDA49EA0501}"/>
          </ac:cxnSpMkLst>
        </pc:cxnChg>
        <pc:cxnChg chg="del">
          <ac:chgData name="Muriel BORDE" userId="c170603111e0d29b" providerId="LiveId" clId="{57199298-0081-43D7-85F7-B4767A8F9EC5}" dt="2024-08-16T09:19:37.286" v="21094" actId="478"/>
          <ac:cxnSpMkLst>
            <pc:docMk/>
            <pc:sldMk cId="2946674473" sldId="2446"/>
            <ac:cxnSpMk id="23" creationId="{2DD0116D-506B-EDAF-8765-022C2C8D0FD1}"/>
          </ac:cxnSpMkLst>
        </pc:cxnChg>
        <pc:cxnChg chg="del mod">
          <ac:chgData name="Muriel BORDE" userId="c170603111e0d29b" providerId="LiveId" clId="{57199298-0081-43D7-85F7-B4767A8F9EC5}" dt="2024-08-16T09:19:37.286" v="21094" actId="478"/>
          <ac:cxnSpMkLst>
            <pc:docMk/>
            <pc:sldMk cId="2946674473" sldId="2446"/>
            <ac:cxnSpMk id="27" creationId="{0E3173B7-BB2B-64EF-677A-1EC6B761F3C3}"/>
          </ac:cxnSpMkLst>
        </pc:cxnChg>
        <pc:cxnChg chg="del mod">
          <ac:chgData name="Muriel BORDE" userId="c170603111e0d29b" providerId="LiveId" clId="{57199298-0081-43D7-85F7-B4767A8F9EC5}" dt="2024-08-16T09:19:37.286" v="21094" actId="478"/>
          <ac:cxnSpMkLst>
            <pc:docMk/>
            <pc:sldMk cId="2946674473" sldId="2446"/>
            <ac:cxnSpMk id="31" creationId="{86F9DD43-C4B6-2699-26C2-5217F22B1B30}"/>
          </ac:cxnSpMkLst>
        </pc:cxnChg>
        <pc:cxnChg chg="del">
          <ac:chgData name="Muriel BORDE" userId="c170603111e0d29b" providerId="LiveId" clId="{57199298-0081-43D7-85F7-B4767A8F9EC5}" dt="2024-08-16T09:19:37.286" v="21094" actId="478"/>
          <ac:cxnSpMkLst>
            <pc:docMk/>
            <pc:sldMk cId="2946674473" sldId="2446"/>
            <ac:cxnSpMk id="36" creationId="{1A9EA987-BDE9-6E13-4543-7A4A81BBC7A6}"/>
          </ac:cxnSpMkLst>
        </pc:cxnChg>
      </pc:sldChg>
      <pc:sldChg chg="addSp delSp modSp add mod ord">
        <pc:chgData name="Muriel BORDE" userId="c170603111e0d29b" providerId="LiveId" clId="{57199298-0081-43D7-85F7-B4767A8F9EC5}" dt="2024-08-16T12:13:55.208" v="22800" actId="108"/>
        <pc:sldMkLst>
          <pc:docMk/>
          <pc:sldMk cId="1000873957" sldId="2447"/>
        </pc:sldMkLst>
        <pc:spChg chg="del">
          <ac:chgData name="Muriel BORDE" userId="c170603111e0d29b" providerId="LiveId" clId="{57199298-0081-43D7-85F7-B4767A8F9EC5}" dt="2024-08-16T09:42:57.747" v="21799" actId="478"/>
          <ac:spMkLst>
            <pc:docMk/>
            <pc:sldMk cId="1000873957" sldId="2447"/>
            <ac:spMk id="4" creationId="{F55C0F3B-035A-8410-1EA7-1963D6061FFC}"/>
          </ac:spMkLst>
        </pc:spChg>
        <pc:spChg chg="add mod">
          <ac:chgData name="Muriel BORDE" userId="c170603111e0d29b" providerId="LiveId" clId="{57199298-0081-43D7-85F7-B4767A8F9EC5}" dt="2024-08-16T09:45:47.045" v="21987" actId="1076"/>
          <ac:spMkLst>
            <pc:docMk/>
            <pc:sldMk cId="1000873957" sldId="2447"/>
            <ac:spMk id="5" creationId="{F58B39B3-3C09-6526-FEC9-3D77B731D3AE}"/>
          </ac:spMkLst>
        </pc:spChg>
        <pc:spChg chg="add mod">
          <ac:chgData name="Muriel BORDE" userId="c170603111e0d29b" providerId="LiveId" clId="{57199298-0081-43D7-85F7-B4767A8F9EC5}" dt="2024-08-16T12:13:55.208" v="22800" actId="108"/>
          <ac:spMkLst>
            <pc:docMk/>
            <pc:sldMk cId="1000873957" sldId="2447"/>
            <ac:spMk id="8" creationId="{15238CC5-E15F-BB2F-1741-0DBF3481BF34}"/>
          </ac:spMkLst>
        </pc:spChg>
        <pc:spChg chg="mod">
          <ac:chgData name="Muriel BORDE" userId="c170603111e0d29b" providerId="LiveId" clId="{57199298-0081-43D7-85F7-B4767A8F9EC5}" dt="2024-08-16T09:42:48.092" v="21797" actId="20577"/>
          <ac:spMkLst>
            <pc:docMk/>
            <pc:sldMk cId="1000873957" sldId="2447"/>
            <ac:spMk id="9" creationId="{7F2116E5-AB80-06DA-CFE1-A1DB714A074C}"/>
          </ac:spMkLst>
        </pc:spChg>
        <pc:spChg chg="add del mod">
          <ac:chgData name="Muriel BORDE" userId="c170603111e0d29b" providerId="LiveId" clId="{57199298-0081-43D7-85F7-B4767A8F9EC5}" dt="2024-08-16T12:13:49.076" v="22799" actId="478"/>
          <ac:spMkLst>
            <pc:docMk/>
            <pc:sldMk cId="1000873957" sldId="2447"/>
            <ac:spMk id="10" creationId="{2E6CDE6E-DB66-3F03-7370-0E5264DD7E99}"/>
          </ac:spMkLst>
        </pc:spChg>
        <pc:graphicFrameChg chg="mod modGraphic">
          <ac:chgData name="Muriel BORDE" userId="c170603111e0d29b" providerId="LiveId" clId="{57199298-0081-43D7-85F7-B4767A8F9EC5}" dt="2024-08-16T09:43:03.443" v="21800" actId="1076"/>
          <ac:graphicFrameMkLst>
            <pc:docMk/>
            <pc:sldMk cId="1000873957" sldId="2447"/>
            <ac:graphicFrameMk id="3" creationId="{6F7F6438-D3EF-D625-F8FD-3C777475B1D6}"/>
          </ac:graphicFrameMkLst>
        </pc:graphicFrameChg>
        <pc:cxnChg chg="del">
          <ac:chgData name="Muriel BORDE" userId="c170603111e0d29b" providerId="LiveId" clId="{57199298-0081-43D7-85F7-B4767A8F9EC5}" dt="2024-08-16T09:42:57.747" v="21799" actId="478"/>
          <ac:cxnSpMkLst>
            <pc:docMk/>
            <pc:sldMk cId="1000873957" sldId="2447"/>
            <ac:cxnSpMk id="7" creationId="{84A2002E-B54D-6852-61A0-E90B17072D14}"/>
          </ac:cxnSpMkLst>
        </pc:cxnChg>
      </pc:sldChg>
      <pc:sldChg chg="modSp add">
        <pc:chgData name="Muriel BORDE" userId="c170603111e0d29b" providerId="LiveId" clId="{57199298-0081-43D7-85F7-B4767A8F9EC5}" dt="2024-08-16T12:08:58.302" v="22620" actId="115"/>
        <pc:sldMkLst>
          <pc:docMk/>
          <pc:sldMk cId="4021484711" sldId="2448"/>
        </pc:sldMkLst>
        <pc:graphicFrameChg chg="mod">
          <ac:chgData name="Muriel BORDE" userId="c170603111e0d29b" providerId="LiveId" clId="{57199298-0081-43D7-85F7-B4767A8F9EC5}" dt="2024-08-16T12:08:58.302" v="22620" actId="115"/>
          <ac:graphicFrameMkLst>
            <pc:docMk/>
            <pc:sldMk cId="4021484711" sldId="2448"/>
            <ac:graphicFrameMk id="3" creationId="{B685445E-6782-5242-B97A-FA23E8DAA93A}"/>
          </ac:graphicFrameMkLst>
        </pc:graphicFrameChg>
      </pc:sldChg>
      <pc:sldChg chg="delSp modSp add mod">
        <pc:chgData name="Muriel BORDE" userId="c170603111e0d29b" providerId="LiveId" clId="{57199298-0081-43D7-85F7-B4767A8F9EC5}" dt="2024-08-16T12:04:19.723" v="22449" actId="1582"/>
        <pc:sldMkLst>
          <pc:docMk/>
          <pc:sldMk cId="1111981055" sldId="2449"/>
        </pc:sldMkLst>
        <pc:spChg chg="mod">
          <ac:chgData name="Muriel BORDE" userId="c170603111e0d29b" providerId="LiveId" clId="{57199298-0081-43D7-85F7-B4767A8F9EC5}" dt="2024-08-16T12:04:19.723" v="22449" actId="1582"/>
          <ac:spMkLst>
            <pc:docMk/>
            <pc:sldMk cId="1111981055" sldId="2449"/>
            <ac:spMk id="4" creationId="{F8C64242-20A8-DFE2-9BBF-FE3A4B5030D3}"/>
          </ac:spMkLst>
        </pc:spChg>
        <pc:spChg chg="del">
          <ac:chgData name="Muriel BORDE" userId="c170603111e0d29b" providerId="LiveId" clId="{57199298-0081-43D7-85F7-B4767A8F9EC5}" dt="2024-08-16T12:03:57.637" v="22446" actId="478"/>
          <ac:spMkLst>
            <pc:docMk/>
            <pc:sldMk cId="1111981055" sldId="2449"/>
            <ac:spMk id="7" creationId="{2B8E2CEC-ACAE-5F11-6098-0B3F1B05E9C2}"/>
          </ac:spMkLst>
        </pc:spChg>
      </pc:sldChg>
      <pc:sldChg chg="addSp delSp modSp add mod">
        <pc:chgData name="Muriel BORDE" userId="c170603111e0d29b" providerId="LiveId" clId="{57199298-0081-43D7-85F7-B4767A8F9EC5}" dt="2024-08-16T12:05:31.449" v="22533" actId="20577"/>
        <pc:sldMkLst>
          <pc:docMk/>
          <pc:sldMk cId="2599202201" sldId="2450"/>
        </pc:sldMkLst>
        <pc:spChg chg="del">
          <ac:chgData name="Muriel BORDE" userId="c170603111e0d29b" providerId="LiveId" clId="{57199298-0081-43D7-85F7-B4767A8F9EC5}" dt="2024-08-16T12:05:12.706" v="22456" actId="478"/>
          <ac:spMkLst>
            <pc:docMk/>
            <pc:sldMk cId="2599202201" sldId="2450"/>
            <ac:spMk id="4" creationId="{F8C64242-20A8-DFE2-9BBF-FE3A4B5030D3}"/>
          </ac:spMkLst>
        </pc:spChg>
        <pc:spChg chg="add mod">
          <ac:chgData name="Muriel BORDE" userId="c170603111e0d29b" providerId="LiveId" clId="{57199298-0081-43D7-85F7-B4767A8F9EC5}" dt="2024-08-16T12:05:07.931" v="22454" actId="1076"/>
          <ac:spMkLst>
            <pc:docMk/>
            <pc:sldMk cId="2599202201" sldId="2450"/>
            <ac:spMk id="7" creationId="{B90CA7D9-20E2-3B42-D30B-D899D643D17C}"/>
          </ac:spMkLst>
        </pc:spChg>
        <pc:spChg chg="del">
          <ac:chgData name="Muriel BORDE" userId="c170603111e0d29b" providerId="LiveId" clId="{57199298-0081-43D7-85F7-B4767A8F9EC5}" dt="2024-08-16T12:05:03.040" v="22452" actId="478"/>
          <ac:spMkLst>
            <pc:docMk/>
            <pc:sldMk cId="2599202201" sldId="2450"/>
            <ac:spMk id="8" creationId="{BB2E5B77-7235-3281-D512-F483E5859115}"/>
          </ac:spMkLst>
        </pc:spChg>
        <pc:spChg chg="mod">
          <ac:chgData name="Muriel BORDE" userId="c170603111e0d29b" providerId="LiveId" clId="{57199298-0081-43D7-85F7-B4767A8F9EC5}" dt="2024-08-16T12:05:31.449" v="22533" actId="20577"/>
          <ac:spMkLst>
            <pc:docMk/>
            <pc:sldMk cId="2599202201" sldId="2450"/>
            <ac:spMk id="9" creationId="{7F2116E5-AB80-06DA-CFE1-A1DB714A074C}"/>
          </ac:spMkLst>
        </pc:spChg>
        <pc:spChg chg="add mod">
          <ac:chgData name="Muriel BORDE" userId="c170603111e0d29b" providerId="LiveId" clId="{57199298-0081-43D7-85F7-B4767A8F9EC5}" dt="2024-08-16T12:05:27.473" v="22516" actId="1076"/>
          <ac:spMkLst>
            <pc:docMk/>
            <pc:sldMk cId="2599202201" sldId="2450"/>
            <ac:spMk id="10" creationId="{719B0C65-C528-40E4-6333-966A6A6E0AFB}"/>
          </ac:spMkLst>
        </pc:spChg>
        <pc:graphicFrameChg chg="del">
          <ac:chgData name="Muriel BORDE" userId="c170603111e0d29b" providerId="LiveId" clId="{57199298-0081-43D7-85F7-B4767A8F9EC5}" dt="2024-08-16T12:05:03.040" v="22452" actId="478"/>
          <ac:graphicFrameMkLst>
            <pc:docMk/>
            <pc:sldMk cId="2599202201" sldId="2450"/>
            <ac:graphicFrameMk id="3" creationId="{E9A44E37-6572-B0FC-878C-D6DBC60351CF}"/>
          </ac:graphicFrameMkLst>
        </pc:graphicFrameChg>
        <pc:picChg chg="del">
          <ac:chgData name="Muriel BORDE" userId="c170603111e0d29b" providerId="LiveId" clId="{57199298-0081-43D7-85F7-B4767A8F9EC5}" dt="2024-08-16T12:05:03.040" v="22452" actId="478"/>
          <ac:picMkLst>
            <pc:docMk/>
            <pc:sldMk cId="2599202201" sldId="2450"/>
            <ac:picMk id="2050" creationId="{D63A7045-04BB-8111-E7E7-F99C4A631B0C}"/>
          </ac:picMkLst>
        </pc:picChg>
      </pc:sldChg>
      <pc:sldChg chg="addSp delSp modSp add mod">
        <pc:chgData name="Muriel BORDE" userId="c170603111e0d29b" providerId="LiveId" clId="{57199298-0081-43D7-85F7-B4767A8F9EC5}" dt="2024-08-16T12:28:27.878" v="23166" actId="20577"/>
        <pc:sldMkLst>
          <pc:docMk/>
          <pc:sldMk cId="859369172" sldId="2451"/>
        </pc:sldMkLst>
        <pc:spChg chg="add mod">
          <ac:chgData name="Muriel BORDE" userId="c170603111e0d29b" providerId="LiveId" clId="{57199298-0081-43D7-85F7-B4767A8F9EC5}" dt="2024-08-16T12:28:27.878" v="23166" actId="20577"/>
          <ac:spMkLst>
            <pc:docMk/>
            <pc:sldMk cId="859369172" sldId="2451"/>
            <ac:spMk id="7" creationId="{2F792923-DFF4-1275-4C77-B7D5F6B8033C}"/>
          </ac:spMkLst>
        </pc:spChg>
        <pc:spChg chg="del">
          <ac:chgData name="Muriel BORDE" userId="c170603111e0d29b" providerId="LiveId" clId="{57199298-0081-43D7-85F7-B4767A8F9EC5}" dt="2024-08-16T12:13:41.254" v="22795" actId="478"/>
          <ac:spMkLst>
            <pc:docMk/>
            <pc:sldMk cId="859369172" sldId="2451"/>
            <ac:spMk id="8" creationId="{15238CC5-E15F-BB2F-1741-0DBF3481BF34}"/>
          </ac:spMkLst>
        </pc:spChg>
        <pc:spChg chg="mod">
          <ac:chgData name="Muriel BORDE" userId="c170603111e0d29b" providerId="LiveId" clId="{57199298-0081-43D7-85F7-B4767A8F9EC5}" dt="2024-08-16T12:24:57.551" v="23126" actId="1035"/>
          <ac:spMkLst>
            <pc:docMk/>
            <pc:sldMk cId="859369172" sldId="2451"/>
            <ac:spMk id="10" creationId="{2E6CDE6E-DB66-3F03-7370-0E5264DD7E99}"/>
          </ac:spMkLst>
        </pc:spChg>
        <pc:spChg chg="add del mod">
          <ac:chgData name="Muriel BORDE" userId="c170603111e0d29b" providerId="LiveId" clId="{57199298-0081-43D7-85F7-B4767A8F9EC5}" dt="2024-08-16T12:24:17.857" v="23101" actId="478"/>
          <ac:spMkLst>
            <pc:docMk/>
            <pc:sldMk cId="859369172" sldId="2451"/>
            <ac:spMk id="11" creationId="{A0478F1E-E2CA-B679-9A28-58CC57A13D54}"/>
          </ac:spMkLst>
        </pc:spChg>
        <pc:spChg chg="add del">
          <ac:chgData name="Muriel BORDE" userId="c170603111e0d29b" providerId="LiveId" clId="{57199298-0081-43D7-85F7-B4767A8F9EC5}" dt="2024-08-16T12:23:53.677" v="23087" actId="478"/>
          <ac:spMkLst>
            <pc:docMk/>
            <pc:sldMk cId="859369172" sldId="2451"/>
            <ac:spMk id="13" creationId="{FD81A64B-E89F-11F4-87B4-42BAF0D68D95}"/>
          </ac:spMkLst>
        </pc:spChg>
        <pc:graphicFrameChg chg="mod">
          <ac:chgData name="Muriel BORDE" userId="c170603111e0d29b" providerId="LiveId" clId="{57199298-0081-43D7-85F7-B4767A8F9EC5}" dt="2024-08-16T12:24:54.653" v="23124" actId="1036"/>
          <ac:graphicFrameMkLst>
            <pc:docMk/>
            <pc:sldMk cId="859369172" sldId="2451"/>
            <ac:graphicFrameMk id="3" creationId="{6F7F6438-D3EF-D625-F8FD-3C777475B1D6}"/>
          </ac:graphicFrameMkLst>
        </pc:graphicFrameChg>
      </pc:sldChg>
      <pc:sldChg chg="addSp delSp modSp add mod">
        <pc:chgData name="Muriel BORDE" userId="c170603111e0d29b" providerId="LiveId" clId="{57199298-0081-43D7-85F7-B4767A8F9EC5}" dt="2024-08-16T13:04:24.981" v="25621" actId="6549"/>
        <pc:sldMkLst>
          <pc:docMk/>
          <pc:sldMk cId="1505416415" sldId="2452"/>
        </pc:sldMkLst>
        <pc:spChg chg="del mod">
          <ac:chgData name="Muriel BORDE" userId="c170603111e0d29b" providerId="LiveId" clId="{57199298-0081-43D7-85F7-B4767A8F9EC5}" dt="2024-08-16T12:46:21.286" v="24231" actId="478"/>
          <ac:spMkLst>
            <pc:docMk/>
            <pc:sldMk cId="1505416415" sldId="2452"/>
            <ac:spMk id="3" creationId="{606A1420-708E-EAC2-F72C-9F527CCD03C2}"/>
          </ac:spMkLst>
        </pc:spChg>
        <pc:spChg chg="mod">
          <ac:chgData name="Muriel BORDE" userId="c170603111e0d29b" providerId="LiveId" clId="{57199298-0081-43D7-85F7-B4767A8F9EC5}" dt="2024-08-16T13:00:55.625" v="25392" actId="1076"/>
          <ac:spMkLst>
            <pc:docMk/>
            <pc:sldMk cId="1505416415" sldId="2452"/>
            <ac:spMk id="4" creationId="{1DFCFC4C-F777-5B83-1403-20D48EE37FC9}"/>
          </ac:spMkLst>
        </pc:spChg>
        <pc:spChg chg="mod">
          <ac:chgData name="Muriel BORDE" userId="c170603111e0d29b" providerId="LiveId" clId="{57199298-0081-43D7-85F7-B4767A8F9EC5}" dt="2024-08-16T13:04:24.981" v="25621" actId="6549"/>
          <ac:spMkLst>
            <pc:docMk/>
            <pc:sldMk cId="1505416415" sldId="2452"/>
            <ac:spMk id="5" creationId="{8948928D-407F-E999-3653-DF4E6246FA72}"/>
          </ac:spMkLst>
        </pc:spChg>
        <pc:spChg chg="add del mod">
          <ac:chgData name="Muriel BORDE" userId="c170603111e0d29b" providerId="LiveId" clId="{57199298-0081-43D7-85F7-B4767A8F9EC5}" dt="2024-08-16T12:43:31.415" v="23901" actId="478"/>
          <ac:spMkLst>
            <pc:docMk/>
            <pc:sldMk cId="1505416415" sldId="2452"/>
            <ac:spMk id="8" creationId="{CA8088F2-B5F0-AD9D-F019-E4AE9C4E8B13}"/>
          </ac:spMkLst>
        </pc:spChg>
        <pc:spChg chg="mod">
          <ac:chgData name="Muriel BORDE" userId="c170603111e0d29b" providerId="LiveId" clId="{57199298-0081-43D7-85F7-B4767A8F9EC5}" dt="2024-08-16T12:43:24.173" v="23900" actId="20577"/>
          <ac:spMkLst>
            <pc:docMk/>
            <pc:sldMk cId="1505416415" sldId="2452"/>
            <ac:spMk id="10" creationId="{634DE3DE-433A-AFC5-DB2E-8A5E2C1FB924}"/>
          </ac:spMkLst>
        </pc:spChg>
        <pc:spChg chg="add mod">
          <ac:chgData name="Muriel BORDE" userId="c170603111e0d29b" providerId="LiveId" clId="{57199298-0081-43D7-85F7-B4767A8F9EC5}" dt="2024-08-16T13:00:57.615" v="25393" actId="1076"/>
          <ac:spMkLst>
            <pc:docMk/>
            <pc:sldMk cId="1505416415" sldId="2452"/>
            <ac:spMk id="11" creationId="{058B6B34-98B6-F84E-A19E-175CD39D32B2}"/>
          </ac:spMkLst>
        </pc:spChg>
      </pc:sldChg>
      <pc:sldChg chg="addSp delSp modSp add mod">
        <pc:chgData name="Muriel BORDE" userId="c170603111e0d29b" providerId="LiveId" clId="{57199298-0081-43D7-85F7-B4767A8F9EC5}" dt="2024-08-16T12:43:12.897" v="23852" actId="20577"/>
        <pc:sldMkLst>
          <pc:docMk/>
          <pc:sldMk cId="147598777" sldId="2453"/>
        </pc:sldMkLst>
        <pc:spChg chg="add mod">
          <ac:chgData name="Muriel BORDE" userId="c170603111e0d29b" providerId="LiveId" clId="{57199298-0081-43D7-85F7-B4767A8F9EC5}" dt="2024-08-16T12:43:12.897" v="23852" actId="20577"/>
          <ac:spMkLst>
            <pc:docMk/>
            <pc:sldMk cId="147598777" sldId="2453"/>
            <ac:spMk id="3" creationId="{C491690E-C6AF-3DFD-84B9-927164F47231}"/>
          </ac:spMkLst>
        </pc:spChg>
        <pc:spChg chg="del">
          <ac:chgData name="Muriel BORDE" userId="c170603111e0d29b" providerId="LiveId" clId="{57199298-0081-43D7-85F7-B4767A8F9EC5}" dt="2024-08-16T12:40:34.327" v="23668" actId="478"/>
          <ac:spMkLst>
            <pc:docMk/>
            <pc:sldMk cId="147598777" sldId="2453"/>
            <ac:spMk id="4" creationId="{1DFCFC4C-F777-5B83-1403-20D48EE37FC9}"/>
          </ac:spMkLst>
        </pc:spChg>
        <pc:spChg chg="del">
          <ac:chgData name="Muriel BORDE" userId="c170603111e0d29b" providerId="LiveId" clId="{57199298-0081-43D7-85F7-B4767A8F9EC5}" dt="2024-08-16T12:40:34.327" v="23668" actId="478"/>
          <ac:spMkLst>
            <pc:docMk/>
            <pc:sldMk cId="147598777" sldId="2453"/>
            <ac:spMk id="5" creationId="{8948928D-407F-E999-3653-DF4E6246FA72}"/>
          </ac:spMkLst>
        </pc:spChg>
        <pc:spChg chg="del">
          <ac:chgData name="Muriel BORDE" userId="c170603111e0d29b" providerId="LiveId" clId="{57199298-0081-43D7-85F7-B4767A8F9EC5}" dt="2024-08-16T12:40:34.327" v="23668" actId="478"/>
          <ac:spMkLst>
            <pc:docMk/>
            <pc:sldMk cId="147598777" sldId="2453"/>
            <ac:spMk id="10" creationId="{634DE3DE-433A-AFC5-DB2E-8A5E2C1FB924}"/>
          </ac:spMkLst>
        </pc:spChg>
      </pc:sldChg>
      <pc:sldChg chg="delSp modSp add mod">
        <pc:chgData name="Muriel BORDE" userId="c170603111e0d29b" providerId="LiveId" clId="{57199298-0081-43D7-85F7-B4767A8F9EC5}" dt="2024-08-16T13:08:16.362" v="25984" actId="20577"/>
        <pc:sldMkLst>
          <pc:docMk/>
          <pc:sldMk cId="716771956" sldId="2454"/>
        </pc:sldMkLst>
        <pc:spChg chg="mod">
          <ac:chgData name="Muriel BORDE" userId="c170603111e0d29b" providerId="LiveId" clId="{57199298-0081-43D7-85F7-B4767A8F9EC5}" dt="2024-08-16T13:08:02.180" v="25959" actId="1076"/>
          <ac:spMkLst>
            <pc:docMk/>
            <pc:sldMk cId="716771956" sldId="2454"/>
            <ac:spMk id="4" creationId="{F55C0F3B-035A-8410-1EA7-1963D6061FFC}"/>
          </ac:spMkLst>
        </pc:spChg>
        <pc:spChg chg="mod">
          <ac:chgData name="Muriel BORDE" userId="c170603111e0d29b" providerId="LiveId" clId="{57199298-0081-43D7-85F7-B4767A8F9EC5}" dt="2024-08-16T13:08:16.362" v="25984" actId="20577"/>
          <ac:spMkLst>
            <pc:docMk/>
            <pc:sldMk cId="716771956" sldId="2454"/>
            <ac:spMk id="9" creationId="{7F2116E5-AB80-06DA-CFE1-A1DB714A074C}"/>
          </ac:spMkLst>
        </pc:spChg>
        <pc:graphicFrameChg chg="del">
          <ac:chgData name="Muriel BORDE" userId="c170603111e0d29b" providerId="LiveId" clId="{57199298-0081-43D7-85F7-B4767A8F9EC5}" dt="2024-08-16T13:04:46.193" v="25623" actId="478"/>
          <ac:graphicFrameMkLst>
            <pc:docMk/>
            <pc:sldMk cId="716771956" sldId="2454"/>
            <ac:graphicFrameMk id="3" creationId="{6F7F6438-D3EF-D625-F8FD-3C777475B1D6}"/>
          </ac:graphicFrameMkLst>
        </pc:graphicFrameChg>
        <pc:cxnChg chg="del">
          <ac:chgData name="Muriel BORDE" userId="c170603111e0d29b" providerId="LiveId" clId="{57199298-0081-43D7-85F7-B4767A8F9EC5}" dt="2024-08-16T13:04:47.378" v="25624" actId="478"/>
          <ac:cxnSpMkLst>
            <pc:docMk/>
            <pc:sldMk cId="716771956" sldId="2454"/>
            <ac:cxnSpMk id="7" creationId="{84A2002E-B54D-6852-61A0-E90B17072D14}"/>
          </ac:cxnSpMkLst>
        </pc:cxnChg>
      </pc:sldChg>
      <pc:sldChg chg="add">
        <pc:chgData name="Muriel BORDE" userId="c170603111e0d29b" providerId="LiveId" clId="{57199298-0081-43D7-85F7-B4767A8F9EC5}" dt="2024-08-16T13:12:30.598" v="26095"/>
        <pc:sldMkLst>
          <pc:docMk/>
          <pc:sldMk cId="250685931" sldId="2455"/>
        </pc:sldMkLst>
      </pc:sldChg>
      <pc:sldChg chg="addSp delSp modSp add">
        <pc:chgData name="Muriel BORDE" userId="c170603111e0d29b" providerId="LiveId" clId="{57199298-0081-43D7-85F7-B4767A8F9EC5}" dt="2024-08-16T13:19:39.108" v="26125" actId="1076"/>
        <pc:sldMkLst>
          <pc:docMk/>
          <pc:sldMk cId="2310363823" sldId="2456"/>
        </pc:sldMkLst>
        <pc:picChg chg="del">
          <ac:chgData name="Muriel BORDE" userId="c170603111e0d29b" providerId="LiveId" clId="{57199298-0081-43D7-85F7-B4767A8F9EC5}" dt="2024-08-16T13:13:54.508" v="26120" actId="478"/>
          <ac:picMkLst>
            <pc:docMk/>
            <pc:sldMk cId="2310363823" sldId="2456"/>
            <ac:picMk id="1028" creationId="{96BA22C5-457E-0690-ED0D-A4DE4BDAF7C7}"/>
          </ac:picMkLst>
        </pc:picChg>
        <pc:picChg chg="del">
          <ac:chgData name="Muriel BORDE" userId="c170603111e0d29b" providerId="LiveId" clId="{57199298-0081-43D7-85F7-B4767A8F9EC5}" dt="2024-08-16T13:13:54.508" v="26120" actId="478"/>
          <ac:picMkLst>
            <pc:docMk/>
            <pc:sldMk cId="2310363823" sldId="2456"/>
            <ac:picMk id="1030" creationId="{1C86CF6E-5A93-3E61-4087-F5844CC8EC74}"/>
          </ac:picMkLst>
        </pc:picChg>
        <pc:picChg chg="del">
          <ac:chgData name="Muriel BORDE" userId="c170603111e0d29b" providerId="LiveId" clId="{57199298-0081-43D7-85F7-B4767A8F9EC5}" dt="2024-08-16T13:13:54.508" v="26120" actId="478"/>
          <ac:picMkLst>
            <pc:docMk/>
            <pc:sldMk cId="2310363823" sldId="2456"/>
            <ac:picMk id="1032" creationId="{B11483CF-E476-4101-F34F-B83F11D51808}"/>
          </ac:picMkLst>
        </pc:picChg>
        <pc:picChg chg="add mod">
          <ac:chgData name="Muriel BORDE" userId="c170603111e0d29b" providerId="LiveId" clId="{57199298-0081-43D7-85F7-B4767A8F9EC5}" dt="2024-08-16T13:19:39.108" v="26125" actId="1076"/>
          <ac:picMkLst>
            <pc:docMk/>
            <pc:sldMk cId="2310363823" sldId="2456"/>
            <ac:picMk id="3074" creationId="{90C0FB5C-14E5-B538-064E-BD652BDC8AB7}"/>
          </ac:picMkLst>
        </pc:picChg>
      </pc:sldChg>
      <pc:sldChg chg="addSp delSp modSp add mod">
        <pc:chgData name="Muriel BORDE" userId="c170603111e0d29b" providerId="LiveId" clId="{57199298-0081-43D7-85F7-B4767A8F9EC5}" dt="2024-08-16T13:46:52.615" v="27118" actId="20577"/>
        <pc:sldMkLst>
          <pc:docMk/>
          <pc:sldMk cId="2602028298" sldId="2457"/>
        </pc:sldMkLst>
        <pc:spChg chg="del">
          <ac:chgData name="Muriel BORDE" userId="c170603111e0d29b" providerId="LiveId" clId="{57199298-0081-43D7-85F7-B4767A8F9EC5}" dt="2024-08-16T13:21:42.959" v="26174" actId="478"/>
          <ac:spMkLst>
            <pc:docMk/>
            <pc:sldMk cId="2602028298" sldId="2457"/>
            <ac:spMk id="3" creationId="{FB5F5D94-CE94-0915-9EF9-AD0339FC5058}"/>
          </ac:spMkLst>
        </pc:spChg>
        <pc:spChg chg="mod">
          <ac:chgData name="Muriel BORDE" userId="c170603111e0d29b" providerId="LiveId" clId="{57199298-0081-43D7-85F7-B4767A8F9EC5}" dt="2024-08-16T13:46:52.615" v="27118" actId="20577"/>
          <ac:spMkLst>
            <pc:docMk/>
            <pc:sldMk cId="2602028298" sldId="2457"/>
            <ac:spMk id="4" creationId="{2392F98A-93F6-E1A1-1B9A-F7E4363C9D95}"/>
          </ac:spMkLst>
        </pc:spChg>
        <pc:spChg chg="del">
          <ac:chgData name="Muriel BORDE" userId="c170603111e0d29b" providerId="LiveId" clId="{57199298-0081-43D7-85F7-B4767A8F9EC5}" dt="2024-08-16T13:21:42.959" v="26174" actId="478"/>
          <ac:spMkLst>
            <pc:docMk/>
            <pc:sldMk cId="2602028298" sldId="2457"/>
            <ac:spMk id="5" creationId="{A117098F-9677-220B-7EC7-F3EED432B9EE}"/>
          </ac:spMkLst>
        </pc:spChg>
        <pc:spChg chg="del">
          <ac:chgData name="Muriel BORDE" userId="c170603111e0d29b" providerId="LiveId" clId="{57199298-0081-43D7-85F7-B4767A8F9EC5}" dt="2024-08-16T13:21:42.959" v="26174" actId="478"/>
          <ac:spMkLst>
            <pc:docMk/>
            <pc:sldMk cId="2602028298" sldId="2457"/>
            <ac:spMk id="6" creationId="{DF162777-7D8E-C699-D5C7-ED194077ED89}"/>
          </ac:spMkLst>
        </pc:spChg>
        <pc:spChg chg="add del mod">
          <ac:chgData name="Muriel BORDE" userId="c170603111e0d29b" providerId="LiveId" clId="{57199298-0081-43D7-85F7-B4767A8F9EC5}" dt="2024-08-16T13:25:49.607" v="26311" actId="478"/>
          <ac:spMkLst>
            <pc:docMk/>
            <pc:sldMk cId="2602028298" sldId="2457"/>
            <ac:spMk id="9" creationId="{A4A0C7B3-2736-CB45-8F25-51CC0DEFA2AE}"/>
          </ac:spMkLst>
        </pc:spChg>
        <pc:spChg chg="del">
          <ac:chgData name="Muriel BORDE" userId="c170603111e0d29b" providerId="LiveId" clId="{57199298-0081-43D7-85F7-B4767A8F9EC5}" dt="2024-08-16T13:21:42.959" v="26174" actId="478"/>
          <ac:spMkLst>
            <pc:docMk/>
            <pc:sldMk cId="2602028298" sldId="2457"/>
            <ac:spMk id="14" creationId="{853428C7-BC2B-94F1-25E4-32037EC0EB10}"/>
          </ac:spMkLst>
        </pc:spChg>
        <pc:graphicFrameChg chg="add mod modGraphic">
          <ac:chgData name="Muriel BORDE" userId="c170603111e0d29b" providerId="LiveId" clId="{57199298-0081-43D7-85F7-B4767A8F9EC5}" dt="2024-08-16T13:41:49.335" v="27059" actId="14734"/>
          <ac:graphicFrameMkLst>
            <pc:docMk/>
            <pc:sldMk cId="2602028298" sldId="2457"/>
            <ac:graphicFrameMk id="10" creationId="{06094458-6CB1-3696-8B80-9E40C1572969}"/>
          </ac:graphicFrameMkLst>
        </pc:graphicFrameChg>
        <pc:picChg chg="del">
          <ac:chgData name="Muriel BORDE" userId="c170603111e0d29b" providerId="LiveId" clId="{57199298-0081-43D7-85F7-B4767A8F9EC5}" dt="2024-08-16T13:21:40.033" v="26173" actId="478"/>
          <ac:picMkLst>
            <pc:docMk/>
            <pc:sldMk cId="2602028298" sldId="2457"/>
            <ac:picMk id="12" creationId="{C35DBA46-6B1A-934C-426B-050448992B0B}"/>
          </ac:picMkLst>
        </pc:picChg>
        <pc:picChg chg="add del mod">
          <ac:chgData name="Muriel BORDE" userId="c170603111e0d29b" providerId="LiveId" clId="{57199298-0081-43D7-85F7-B4767A8F9EC5}" dt="2024-08-16T13:26:17.439" v="26315" actId="478"/>
          <ac:picMkLst>
            <pc:docMk/>
            <pc:sldMk cId="2602028298" sldId="2457"/>
            <ac:picMk id="16386" creationId="{15F5FE1C-F80E-454B-2F3F-9C25DDE31161}"/>
          </ac:picMkLst>
        </pc:picChg>
      </pc:sldChg>
      <pc:sldChg chg="addSp delSp modSp add mod">
        <pc:chgData name="Muriel BORDE" userId="c170603111e0d29b" providerId="LiveId" clId="{57199298-0081-43D7-85F7-B4767A8F9EC5}" dt="2024-08-16T13:57:30.234" v="27556" actId="6549"/>
        <pc:sldMkLst>
          <pc:docMk/>
          <pc:sldMk cId="1105336094" sldId="2458"/>
        </pc:sldMkLst>
        <pc:spChg chg="mod">
          <ac:chgData name="Muriel BORDE" userId="c170603111e0d29b" providerId="LiveId" clId="{57199298-0081-43D7-85F7-B4767A8F9EC5}" dt="2024-08-16T13:57:30.234" v="27556" actId="6549"/>
          <ac:spMkLst>
            <pc:docMk/>
            <pc:sldMk cId="1105336094" sldId="2458"/>
            <ac:spMk id="4" creationId="{2392F98A-93F6-E1A1-1B9A-F7E4363C9D95}"/>
          </ac:spMkLst>
        </pc:spChg>
        <pc:spChg chg="add del">
          <ac:chgData name="Muriel BORDE" userId="c170603111e0d29b" providerId="LiveId" clId="{57199298-0081-43D7-85F7-B4767A8F9EC5}" dt="2024-08-16T13:45:17.120" v="27060" actId="478"/>
          <ac:spMkLst>
            <pc:docMk/>
            <pc:sldMk cId="1105336094" sldId="2458"/>
            <ac:spMk id="5" creationId="{44C4061E-F8C7-2973-6E37-6DAF3C7E75AD}"/>
          </ac:spMkLst>
        </pc:spChg>
        <pc:spChg chg="del">
          <ac:chgData name="Muriel BORDE" userId="c170603111e0d29b" providerId="LiveId" clId="{57199298-0081-43D7-85F7-B4767A8F9EC5}" dt="2024-08-16T13:46:19.280" v="27063" actId="478"/>
          <ac:spMkLst>
            <pc:docMk/>
            <pc:sldMk cId="1105336094" sldId="2458"/>
            <ac:spMk id="9" creationId="{A4A0C7B3-2736-CB45-8F25-51CC0DEFA2AE}"/>
          </ac:spMkLst>
        </pc:spChg>
        <pc:spChg chg="add mod">
          <ac:chgData name="Muriel BORDE" userId="c170603111e0d29b" providerId="LiveId" clId="{57199298-0081-43D7-85F7-B4767A8F9EC5}" dt="2024-08-16T13:57:05" v="27539" actId="14100"/>
          <ac:spMkLst>
            <pc:docMk/>
            <pc:sldMk cId="1105336094" sldId="2458"/>
            <ac:spMk id="12" creationId="{A1B39234-9594-99B6-5528-ED13E865DC93}"/>
          </ac:spMkLst>
        </pc:spChg>
        <pc:spChg chg="add mod">
          <ac:chgData name="Muriel BORDE" userId="c170603111e0d29b" providerId="LiveId" clId="{57199298-0081-43D7-85F7-B4767A8F9EC5}" dt="2024-08-16T13:57:17.950" v="27541" actId="1076"/>
          <ac:spMkLst>
            <pc:docMk/>
            <pc:sldMk cId="1105336094" sldId="2458"/>
            <ac:spMk id="13" creationId="{F930EBD1-4E47-9BAD-BAB3-13E195909189}"/>
          </ac:spMkLst>
        </pc:spChg>
        <pc:graphicFrameChg chg="add mod modGraphic">
          <ac:chgData name="Muriel BORDE" userId="c170603111e0d29b" providerId="LiveId" clId="{57199298-0081-43D7-85F7-B4767A8F9EC5}" dt="2024-08-16T13:55:58.184" v="27535"/>
          <ac:graphicFrameMkLst>
            <pc:docMk/>
            <pc:sldMk cId="1105336094" sldId="2458"/>
            <ac:graphicFrameMk id="6" creationId="{12C0D980-119C-7CE4-8872-7AD3AD0B4105}"/>
          </ac:graphicFrameMkLst>
        </pc:graphicFrameChg>
        <pc:picChg chg="add mod">
          <ac:chgData name="Muriel BORDE" userId="c170603111e0d29b" providerId="LiveId" clId="{57199298-0081-43D7-85F7-B4767A8F9EC5}" dt="2024-08-16T13:53:57.490" v="27368" actId="1076"/>
          <ac:picMkLst>
            <pc:docMk/>
            <pc:sldMk cId="1105336094" sldId="2458"/>
            <ac:picMk id="11" creationId="{97D0FE5E-F6BE-27B3-8332-D4340AF1B78A}"/>
          </ac:picMkLst>
        </pc:picChg>
        <pc:picChg chg="add del mod">
          <ac:chgData name="Muriel BORDE" userId="c170603111e0d29b" providerId="LiveId" clId="{57199298-0081-43D7-85F7-B4767A8F9EC5}" dt="2024-08-16T13:48:58.798" v="27130" actId="478"/>
          <ac:picMkLst>
            <pc:docMk/>
            <pc:sldMk cId="1105336094" sldId="2458"/>
            <ac:picMk id="17410" creationId="{3BA6BF7F-75C0-BFF9-C60F-E38671D62A45}"/>
          </ac:picMkLst>
        </pc:picChg>
        <pc:picChg chg="add del mod">
          <ac:chgData name="Muriel BORDE" userId="c170603111e0d29b" providerId="LiveId" clId="{57199298-0081-43D7-85F7-B4767A8F9EC5}" dt="2024-08-16T13:48:48.034" v="27128" actId="478"/>
          <ac:picMkLst>
            <pc:docMk/>
            <pc:sldMk cId="1105336094" sldId="2458"/>
            <ac:picMk id="17412" creationId="{2411DEA4-DD1D-7426-ABA6-62C92AD26936}"/>
          </ac:picMkLst>
        </pc:picChg>
      </pc:sldChg>
      <pc:sldChg chg="modSp add mod">
        <pc:chgData name="Muriel BORDE" userId="c170603111e0d29b" providerId="LiveId" clId="{57199298-0081-43D7-85F7-B4767A8F9EC5}" dt="2024-08-16T13:46:45.062" v="27114" actId="20577"/>
        <pc:sldMkLst>
          <pc:docMk/>
          <pc:sldMk cId="3812393839" sldId="2459"/>
        </pc:sldMkLst>
        <pc:spChg chg="mod">
          <ac:chgData name="Muriel BORDE" userId="c170603111e0d29b" providerId="LiveId" clId="{57199298-0081-43D7-85F7-B4767A8F9EC5}" dt="2024-08-16T13:46:45.062" v="27114" actId="20577"/>
          <ac:spMkLst>
            <pc:docMk/>
            <pc:sldMk cId="3812393839" sldId="2459"/>
            <ac:spMk id="4" creationId="{2392F98A-93F6-E1A1-1B9A-F7E4363C9D95}"/>
          </ac:spMkLst>
        </pc:spChg>
        <pc:graphicFrameChg chg="mod modGraphic">
          <ac:chgData name="Muriel BORDE" userId="c170603111e0d29b" providerId="LiveId" clId="{57199298-0081-43D7-85F7-B4767A8F9EC5}" dt="2024-08-16T13:41:04.329" v="27054" actId="1036"/>
          <ac:graphicFrameMkLst>
            <pc:docMk/>
            <pc:sldMk cId="3812393839" sldId="2459"/>
            <ac:graphicFrameMk id="10" creationId="{06094458-6CB1-3696-8B80-9E40C1572969}"/>
          </ac:graphicFrameMkLst>
        </pc:graphicFrameChg>
      </pc:sldChg>
      <pc:sldChg chg="add del">
        <pc:chgData name="Muriel BORDE" userId="c170603111e0d29b" providerId="LiveId" clId="{57199298-0081-43D7-85F7-B4767A8F9EC5}" dt="2024-08-16T13:34:29.124" v="26883" actId="47"/>
        <pc:sldMkLst>
          <pc:docMk/>
          <pc:sldMk cId="610572004" sldId="2460"/>
        </pc:sldMkLst>
      </pc:sldChg>
      <pc:sldChg chg="addSp delSp modSp add mod">
        <pc:chgData name="Muriel BORDE" userId="c170603111e0d29b" providerId="LiveId" clId="{57199298-0081-43D7-85F7-B4767A8F9EC5}" dt="2024-08-16T13:58:46.726" v="27585" actId="1582"/>
        <pc:sldMkLst>
          <pc:docMk/>
          <pc:sldMk cId="746706597" sldId="2460"/>
        </pc:sldMkLst>
        <pc:spChg chg="add mod">
          <ac:chgData name="Muriel BORDE" userId="c170603111e0d29b" providerId="LiveId" clId="{57199298-0081-43D7-85F7-B4767A8F9EC5}" dt="2024-08-16T13:58:46.726" v="27585" actId="1582"/>
          <ac:spMkLst>
            <pc:docMk/>
            <pc:sldMk cId="746706597" sldId="2460"/>
            <ac:spMk id="3" creationId="{278EC69B-9086-86CE-4854-E1582177B2B9}"/>
          </ac:spMkLst>
        </pc:spChg>
        <pc:spChg chg="mod">
          <ac:chgData name="Muriel BORDE" userId="c170603111e0d29b" providerId="LiveId" clId="{57199298-0081-43D7-85F7-B4767A8F9EC5}" dt="2024-08-16T13:58:21.472" v="27579" actId="20577"/>
          <ac:spMkLst>
            <pc:docMk/>
            <pc:sldMk cId="746706597" sldId="2460"/>
            <ac:spMk id="4" creationId="{2392F98A-93F6-E1A1-1B9A-F7E4363C9D95}"/>
          </ac:spMkLst>
        </pc:spChg>
        <pc:spChg chg="del">
          <ac:chgData name="Muriel BORDE" userId="c170603111e0d29b" providerId="LiveId" clId="{57199298-0081-43D7-85F7-B4767A8F9EC5}" dt="2024-08-16T13:58:25.154" v="27581" actId="478"/>
          <ac:spMkLst>
            <pc:docMk/>
            <pc:sldMk cId="746706597" sldId="2460"/>
            <ac:spMk id="12" creationId="{A1B39234-9594-99B6-5528-ED13E865DC93}"/>
          </ac:spMkLst>
        </pc:spChg>
        <pc:spChg chg="del">
          <ac:chgData name="Muriel BORDE" userId="c170603111e0d29b" providerId="LiveId" clId="{57199298-0081-43D7-85F7-B4767A8F9EC5}" dt="2024-08-16T13:58:24.449" v="27580" actId="478"/>
          <ac:spMkLst>
            <pc:docMk/>
            <pc:sldMk cId="746706597" sldId="2460"/>
            <ac:spMk id="13" creationId="{F930EBD1-4E47-9BAD-BAB3-13E195909189}"/>
          </ac:spMkLst>
        </pc:spChg>
      </pc:sldChg>
      <pc:sldMasterChg chg="modSldLayout">
        <pc:chgData name="Muriel BORDE" userId="c170603111e0d29b" providerId="LiveId" clId="{57199298-0081-43D7-85F7-B4767A8F9EC5}" dt="2024-02-29T12:37:47.917" v="12233" actId="478"/>
        <pc:sldMasterMkLst>
          <pc:docMk/>
          <pc:sldMasterMk cId="0" sldId="2147483648"/>
        </pc:sldMasterMkLst>
        <pc:sldLayoutChg chg="delSp mod">
          <pc:chgData name="Muriel BORDE" userId="c170603111e0d29b" providerId="LiveId" clId="{57199298-0081-43D7-85F7-B4767A8F9EC5}" dt="2024-02-29T12:37:47.917" v="12233" actId="478"/>
          <pc:sldLayoutMkLst>
            <pc:docMk/>
            <pc:sldMasterMk cId="0" sldId="2147483648"/>
            <pc:sldLayoutMk cId="0" sldId="2147483650"/>
          </pc:sldLayoutMkLst>
          <pc:cxnChg chg="del">
            <ac:chgData name="Muriel BORDE" userId="c170603111e0d29b" providerId="LiveId" clId="{57199298-0081-43D7-85F7-B4767A8F9EC5}" dt="2024-02-29T12:37:47.917" v="12233" actId="478"/>
            <ac:cxnSpMkLst>
              <pc:docMk/>
              <pc:sldMasterMk cId="0" sldId="2147483648"/>
              <pc:sldLayoutMk cId="0" sldId="2147483650"/>
              <ac:cxnSpMk id="14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5FFB1D7-9A3A-0EF7-A4FF-DBBA72681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3B3E40-54A8-1CD7-FF02-5716692961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638BF-D572-47C1-9F89-C57C04B65998}" type="datetimeFigureOut">
              <a:rPr lang="fr-FR" smtClean="0"/>
              <a:t>16/08/2024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C14E6C-F55F-BCD3-769B-02896F4555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401C6D-B789-05FF-4DFC-ED0DA3ACF0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AE55A-582C-44ED-9DDF-3779026AAD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420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50444" y="1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2D95A69-F1E2-401B-9235-7A2C93A83F42}" type="datetimeFigureOut">
              <a:rPr lang="fr-FR"/>
              <a:t>16/08/2024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79768" y="4777958"/>
            <a:ext cx="5438140" cy="39092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1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50444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AFFC92C-2943-466E-88D0-3D2DF8026AE8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62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799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843E05-B966-486B-89DD-DF1C7E93B435}" type="slidenum">
              <a:rPr lang="fr-FR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Segoe UI"/>
                <a:ea typeface="+mn-ea"/>
                <a:cs typeface="+mn-cs"/>
              </a:rPr>
              <a:t>1</a:t>
            </a:fld>
            <a:endParaRPr lang="fr-FR" sz="1200" b="0" i="0" u="none" strike="noStrike" cap="none" spc="0">
              <a:ln>
                <a:noFill/>
              </a:ln>
              <a:solidFill>
                <a:prstClr val="white"/>
              </a:solidFill>
              <a:latin typeface="Segoe UI"/>
              <a:ea typeface="+mn-ea"/>
              <a:cs typeface="+mn-cs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2C0D980-119C-7CE4-8872-7AD3AD0B4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262251"/>
              </p:ext>
            </p:extLst>
          </p:nvPr>
        </p:nvGraphicFramePr>
        <p:xfrm>
          <a:off x="461316" y="866856"/>
          <a:ext cx="11464520" cy="515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6130">
                  <a:extLst>
                    <a:ext uri="{9D8B030D-6E8A-4147-A177-3AD203B41FA5}">
                      <a16:colId xmlns:a16="http://schemas.microsoft.com/office/drawing/2014/main" val="193641504"/>
                    </a:ext>
                  </a:extLst>
                </a:gridCol>
                <a:gridCol w="2866130">
                  <a:extLst>
                    <a:ext uri="{9D8B030D-6E8A-4147-A177-3AD203B41FA5}">
                      <a16:colId xmlns:a16="http://schemas.microsoft.com/office/drawing/2014/main" val="3249313572"/>
                    </a:ext>
                  </a:extLst>
                </a:gridCol>
                <a:gridCol w="2866130">
                  <a:extLst>
                    <a:ext uri="{9D8B030D-6E8A-4147-A177-3AD203B41FA5}">
                      <a16:colId xmlns:a16="http://schemas.microsoft.com/office/drawing/2014/main" val="3826467386"/>
                    </a:ext>
                  </a:extLst>
                </a:gridCol>
                <a:gridCol w="2866130">
                  <a:extLst>
                    <a:ext uri="{9D8B030D-6E8A-4147-A177-3AD203B41FA5}">
                      <a16:colId xmlns:a16="http://schemas.microsoft.com/office/drawing/2014/main" val="397060514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des impacts population : …………………………..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04794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Synthèse des impacts </a:t>
                      </a:r>
                    </a:p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Changements organisationnels : </a:t>
                      </a:r>
                      <a:r>
                        <a:rPr lang="fr-FR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impacts majeurs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Changements métier : </a:t>
                      </a:r>
                      <a:r>
                        <a:rPr lang="fr-FR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impacts majeurs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Changements outils : </a:t>
                      </a:r>
                      <a:r>
                        <a:rPr lang="fr-FR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impacts majeurs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Changements culture/comportement : </a:t>
                      </a:r>
                      <a:r>
                        <a:rPr lang="fr-FR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impacts majeurs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44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Enjeux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12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 que gagne cette population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Risques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Ce que cette population risque perdre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Leviers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Comment limiter les risques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Actions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Actions à prévoir pout accompagner cette population</a:t>
                      </a: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236011"/>
                  </a:ext>
                </a:extLst>
              </a:tr>
            </a:tbl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97D0FE5E-F6BE-27B3-8332-D4340AF1B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322" y="1549867"/>
            <a:ext cx="2514729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0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2">
      <a:majorFont>
        <a:latin typeface="Segoe UI Semibold"/>
        <a:ea typeface="Arial"/>
        <a:cs typeface="Arial"/>
      </a:majorFont>
      <a:minorFont>
        <a:latin typeface="Segoe U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3723</TotalTime>
  <Words>58</Words>
  <Application>Microsoft Office PowerPoint</Application>
  <DocSecurity>0</DocSecurity>
  <PresentationFormat>Grand écran</PresentationFormat>
  <Paragraphs>31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Thème Office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Sonia Ouchène</dc:creator>
  <cp:keywords/>
  <dc:description/>
  <cp:lastModifiedBy>Muriel BORDE</cp:lastModifiedBy>
  <cp:revision>1418</cp:revision>
  <dcterms:created xsi:type="dcterms:W3CDTF">2018-11-12T09:01:15Z</dcterms:created>
  <dcterms:modified xsi:type="dcterms:W3CDTF">2024-08-16T14:00:56Z</dcterms:modified>
  <cp:category/>
  <dc:identifier/>
  <cp:contentStatus/>
  <dc:language/>
  <cp:version/>
</cp:coreProperties>
</file>